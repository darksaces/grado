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91" r:id="rId3"/>
    <p:sldId id="554" r:id="rId4"/>
    <p:sldId id="429" r:id="rId5"/>
    <p:sldId id="553" r:id="rId6"/>
    <p:sldId id="555" r:id="rId7"/>
    <p:sldId id="556" r:id="rId8"/>
    <p:sldId id="427" r:id="rId9"/>
    <p:sldId id="542" r:id="rId10"/>
    <p:sldId id="354" r:id="rId11"/>
    <p:sldId id="355" r:id="rId12"/>
    <p:sldId id="346" r:id="rId13"/>
    <p:sldId id="521" r:id="rId14"/>
    <p:sldId id="520" r:id="rId15"/>
    <p:sldId id="368" r:id="rId16"/>
    <p:sldId id="371" r:id="rId17"/>
    <p:sldId id="370" r:id="rId18"/>
    <p:sldId id="473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0" r:id="rId28"/>
    <p:sldId id="523" r:id="rId29"/>
    <p:sldId id="524" r:id="rId30"/>
    <p:sldId id="533" r:id="rId31"/>
    <p:sldId id="522" r:id="rId32"/>
    <p:sldId id="466" r:id="rId33"/>
    <p:sldId id="465" r:id="rId34"/>
    <p:sldId id="467" r:id="rId35"/>
    <p:sldId id="468" r:id="rId36"/>
    <p:sldId id="469" r:id="rId37"/>
    <p:sldId id="470" r:id="rId38"/>
    <p:sldId id="471" r:id="rId39"/>
    <p:sldId id="472" r:id="rId40"/>
    <p:sldId id="463" r:id="rId41"/>
    <p:sldId id="474" r:id="rId42"/>
    <p:sldId id="475" r:id="rId43"/>
    <p:sldId id="476" r:id="rId44"/>
    <p:sldId id="477" r:id="rId45"/>
    <p:sldId id="478" r:id="rId46"/>
    <p:sldId id="479" r:id="rId47"/>
    <p:sldId id="480" r:id="rId48"/>
    <p:sldId id="481" r:id="rId49"/>
    <p:sldId id="482" r:id="rId50"/>
    <p:sldId id="483" r:id="rId51"/>
    <p:sldId id="484" r:id="rId52"/>
    <p:sldId id="485" r:id="rId53"/>
    <p:sldId id="487" r:id="rId54"/>
    <p:sldId id="488" r:id="rId55"/>
    <p:sldId id="489" r:id="rId56"/>
    <p:sldId id="543" r:id="rId57"/>
    <p:sldId id="552" r:id="rId58"/>
    <p:sldId id="544" r:id="rId59"/>
    <p:sldId id="545" r:id="rId60"/>
    <p:sldId id="54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92AA5-8CAE-4000-BF1E-8153D53A8A9A}" v="1" dt="2025-04-25T09:52:1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 Maria Herrera Marimon" userId="ec91813b-a46b-450e-90f5-79432b30d154" providerId="ADAL" clId="{DFB95AA9-27C1-4245-9D6F-4B03E908DE29}"/>
    <pc:docChg chg="modSld">
      <pc:chgData name="Josep Maria Herrera Marimon" userId="ec91813b-a46b-450e-90f5-79432b30d154" providerId="ADAL" clId="{DFB95AA9-27C1-4245-9D6F-4B03E908DE29}" dt="2023-02-10T15:06:10.086" v="3" actId="207"/>
      <pc:docMkLst>
        <pc:docMk/>
      </pc:docMkLst>
      <pc:sldChg chg="modSp mod">
        <pc:chgData name="Josep Maria Herrera Marimon" userId="ec91813b-a46b-450e-90f5-79432b30d154" providerId="ADAL" clId="{DFB95AA9-27C1-4245-9D6F-4B03E908DE29}" dt="2023-02-10T15:06:10.086" v="3" actId="207"/>
        <pc:sldMkLst>
          <pc:docMk/>
          <pc:sldMk cId="3311874055" sldId="305"/>
        </pc:sldMkLst>
      </pc:sldChg>
      <pc:sldChg chg="modSp mod">
        <pc:chgData name="Josep Maria Herrera Marimon" userId="ec91813b-a46b-450e-90f5-79432b30d154" providerId="ADAL" clId="{DFB95AA9-27C1-4245-9D6F-4B03E908DE29}" dt="2023-02-10T15:06:06.381" v="2" actId="207"/>
        <pc:sldMkLst>
          <pc:docMk/>
          <pc:sldMk cId="113792955" sldId="306"/>
        </pc:sldMkLst>
      </pc:sldChg>
      <pc:sldChg chg="modSp mod">
        <pc:chgData name="Josep Maria Herrera Marimon" userId="ec91813b-a46b-450e-90f5-79432b30d154" providerId="ADAL" clId="{DFB95AA9-27C1-4245-9D6F-4B03E908DE29}" dt="2023-02-10T15:06:01.956" v="1" actId="207"/>
        <pc:sldMkLst>
          <pc:docMk/>
          <pc:sldMk cId="4273026588" sldId="307"/>
        </pc:sldMkLst>
      </pc:sldChg>
      <pc:sldChg chg="modSp mod">
        <pc:chgData name="Josep Maria Herrera Marimon" userId="ec91813b-a46b-450e-90f5-79432b30d154" providerId="ADAL" clId="{DFB95AA9-27C1-4245-9D6F-4B03E908DE29}" dt="2023-02-10T15:05:57.633" v="0" actId="207"/>
        <pc:sldMkLst>
          <pc:docMk/>
          <pc:sldMk cId="583477465" sldId="308"/>
        </pc:sldMkLst>
      </pc:sldChg>
    </pc:docChg>
  </pc:docChgLst>
  <pc:docChgLst>
    <pc:chgData name="Josep Maria Herrera Marimon" userId="ec91813b-a46b-450e-90f5-79432b30d154" providerId="ADAL" clId="{A1143D61-EF04-4489-B786-2AA3A943072C}"/>
    <pc:docChg chg="custSel modSld">
      <pc:chgData name="Josep Maria Herrera Marimon" userId="ec91813b-a46b-450e-90f5-79432b30d154" providerId="ADAL" clId="{A1143D61-EF04-4489-B786-2AA3A943072C}" dt="2022-09-11T07:17:14.051" v="52" actId="20577"/>
      <pc:docMkLst>
        <pc:docMk/>
      </pc:docMkLst>
      <pc:sldChg chg="modSp mod">
        <pc:chgData name="Josep Maria Herrera Marimon" userId="ec91813b-a46b-450e-90f5-79432b30d154" providerId="ADAL" clId="{A1143D61-EF04-4489-B786-2AA3A943072C}" dt="2022-09-11T07:15:43.420" v="7" actId="27636"/>
        <pc:sldMkLst>
          <pc:docMk/>
          <pc:sldMk cId="4085468298" sldId="259"/>
        </pc:sldMkLst>
      </pc:sldChg>
      <pc:sldChg chg="modSp mod">
        <pc:chgData name="Josep Maria Herrera Marimon" userId="ec91813b-a46b-450e-90f5-79432b30d154" providerId="ADAL" clId="{A1143D61-EF04-4489-B786-2AA3A943072C}" dt="2022-09-11T07:17:14.051" v="52" actId="20577"/>
        <pc:sldMkLst>
          <pc:docMk/>
          <pc:sldMk cId="3375276284" sldId="260"/>
        </pc:sldMkLst>
      </pc:sldChg>
    </pc:docChg>
  </pc:docChgLst>
  <pc:docChgLst>
    <pc:chgData name="Josep Maria Herrera Marimon" userId="ec91813b-a46b-450e-90f5-79432b30d154" providerId="ADAL" clId="{D176FE51-B58A-4AE6-A275-721A7B461961}"/>
    <pc:docChg chg="custSel addSld modSld">
      <pc:chgData name="Josep Maria Herrera Marimon" userId="ec91813b-a46b-450e-90f5-79432b30d154" providerId="ADAL" clId="{D176FE51-B58A-4AE6-A275-721A7B461961}" dt="2024-01-11T12:28:08.260" v="268" actId="11529"/>
      <pc:docMkLst>
        <pc:docMk/>
      </pc:docMkLst>
      <pc:sldChg chg="addSp delSp modSp add mod">
        <pc:chgData name="Josep Maria Herrera Marimon" userId="ec91813b-a46b-450e-90f5-79432b30d154" providerId="ADAL" clId="{D176FE51-B58A-4AE6-A275-721A7B461961}" dt="2024-01-11T12:26:08.089" v="261" actId="20577"/>
        <pc:sldMkLst>
          <pc:docMk/>
          <pc:sldMk cId="3246440331" sldId="475"/>
        </pc:sldMkLst>
      </pc:sldChg>
      <pc:sldChg chg="addSp delSp modSp add mod">
        <pc:chgData name="Josep Maria Herrera Marimon" userId="ec91813b-a46b-450e-90f5-79432b30d154" providerId="ADAL" clId="{D176FE51-B58A-4AE6-A275-721A7B461961}" dt="2024-01-11T12:28:08.260" v="268" actId="11529"/>
        <pc:sldMkLst>
          <pc:docMk/>
          <pc:sldMk cId="2877657399" sldId="476"/>
        </pc:sldMkLst>
      </pc:sldChg>
    </pc:docChg>
  </pc:docChgLst>
  <pc:docChgLst>
    <pc:chgData name="Josep Maria Herrera Marimon" userId="ec91813b-a46b-450e-90f5-79432b30d154" providerId="ADAL" clId="{7B07D691-3692-499E-8247-EE4588653D58}"/>
    <pc:docChg chg="undo custSel addSld delSld modSld">
      <pc:chgData name="Josep Maria Herrera Marimon" userId="ec91813b-a46b-450e-90f5-79432b30d154" providerId="ADAL" clId="{7B07D691-3692-499E-8247-EE4588653D58}" dt="2022-11-03T15:33:47.884" v="2434" actId="20577"/>
      <pc:docMkLst>
        <pc:docMk/>
      </pc:docMkLst>
      <pc:sldChg chg="addSp delSp modSp mod">
        <pc:chgData name="Josep Maria Herrera Marimon" userId="ec91813b-a46b-450e-90f5-79432b30d154" providerId="ADAL" clId="{7B07D691-3692-499E-8247-EE4588653D58}" dt="2022-11-03T15:33:47.884" v="2434" actId="20577"/>
        <pc:sldMkLst>
          <pc:docMk/>
          <pc:sldMk cId="1942183190" sldId="256"/>
        </pc:sldMkLst>
      </pc:sldChg>
      <pc:sldChg chg="addSp modSp mod">
        <pc:chgData name="Josep Maria Herrera Marimon" userId="ec91813b-a46b-450e-90f5-79432b30d154" providerId="ADAL" clId="{7B07D691-3692-499E-8247-EE4588653D58}" dt="2022-10-24T07:34:05.152" v="2406" actId="20577"/>
        <pc:sldMkLst>
          <pc:docMk/>
          <pc:sldMk cId="3044182988" sldId="257"/>
        </pc:sldMkLst>
      </pc:sldChg>
      <pc:sldChg chg="addSp delSp modSp del mod">
        <pc:chgData name="Josep Maria Herrera Marimon" userId="ec91813b-a46b-450e-90f5-79432b30d154" providerId="ADAL" clId="{7B07D691-3692-499E-8247-EE4588653D58}" dt="2022-10-01T17:36:10.419" v="124" actId="47"/>
        <pc:sldMkLst>
          <pc:docMk/>
          <pc:sldMk cId="4085468298" sldId="259"/>
        </pc:sldMkLst>
      </pc:sldChg>
      <pc:sldChg chg="del">
        <pc:chgData name="Josep Maria Herrera Marimon" userId="ec91813b-a46b-450e-90f5-79432b30d154" providerId="ADAL" clId="{7B07D691-3692-499E-8247-EE4588653D58}" dt="2022-10-24T07:33:46.939" v="2386" actId="47"/>
        <pc:sldMkLst>
          <pc:docMk/>
          <pc:sldMk cId="3375276284" sldId="260"/>
        </pc:sldMkLst>
      </pc:sldChg>
      <pc:sldChg chg="del">
        <pc:chgData name="Josep Maria Herrera Marimon" userId="ec91813b-a46b-450e-90f5-79432b30d154" providerId="ADAL" clId="{7B07D691-3692-499E-8247-EE4588653D58}" dt="2022-10-01T08:56:57.805" v="6" actId="47"/>
        <pc:sldMkLst>
          <pc:docMk/>
          <pc:sldMk cId="840770800" sldId="261"/>
        </pc:sldMkLst>
      </pc:sldChg>
      <pc:sldChg chg="delSp modSp mod">
        <pc:chgData name="Josep Maria Herrera Marimon" userId="ec91813b-a46b-450e-90f5-79432b30d154" providerId="ADAL" clId="{7B07D691-3692-499E-8247-EE4588653D58}" dt="2022-10-01T17:30:12.757" v="123" actId="20577"/>
        <pc:sldMkLst>
          <pc:docMk/>
          <pc:sldMk cId="2053424092" sldId="262"/>
        </pc:sldMkLst>
      </pc:sldChg>
      <pc:sldChg chg="del">
        <pc:chgData name="Josep Maria Herrera Marimon" userId="ec91813b-a46b-450e-90f5-79432b30d154" providerId="ADAL" clId="{7B07D691-3692-499E-8247-EE4588653D58}" dt="2022-10-01T08:56:52.554" v="2" actId="47"/>
        <pc:sldMkLst>
          <pc:docMk/>
          <pc:sldMk cId="464114118" sldId="264"/>
        </pc:sldMkLst>
      </pc:sldChg>
      <pc:sldChg chg="del">
        <pc:chgData name="Josep Maria Herrera Marimon" userId="ec91813b-a46b-450e-90f5-79432b30d154" providerId="ADAL" clId="{7B07D691-3692-499E-8247-EE4588653D58}" dt="2022-10-01T08:56:53.968" v="3" actId="47"/>
        <pc:sldMkLst>
          <pc:docMk/>
          <pc:sldMk cId="4200366489" sldId="265"/>
        </pc:sldMkLst>
      </pc:sldChg>
      <pc:sldChg chg="del">
        <pc:chgData name="Josep Maria Herrera Marimon" userId="ec91813b-a46b-450e-90f5-79432b30d154" providerId="ADAL" clId="{7B07D691-3692-499E-8247-EE4588653D58}" dt="2022-10-01T08:56:55.142" v="4" actId="47"/>
        <pc:sldMkLst>
          <pc:docMk/>
          <pc:sldMk cId="1700945982" sldId="266"/>
        </pc:sldMkLst>
      </pc:sldChg>
      <pc:sldChg chg="del">
        <pc:chgData name="Josep Maria Herrera Marimon" userId="ec91813b-a46b-450e-90f5-79432b30d154" providerId="ADAL" clId="{7B07D691-3692-499E-8247-EE4588653D58}" dt="2022-10-01T08:56:55.813" v="5" actId="47"/>
        <pc:sldMkLst>
          <pc:docMk/>
          <pc:sldMk cId="4131219684" sldId="267"/>
        </pc:sldMkLst>
      </pc:sldChg>
      <pc:sldChg chg="add">
        <pc:chgData name="Josep Maria Herrera Marimon" userId="ec91813b-a46b-450e-90f5-79432b30d154" providerId="ADAL" clId="{7B07D691-3692-499E-8247-EE4588653D58}" dt="2022-10-01T17:02:31.726" v="10"/>
        <pc:sldMkLst>
          <pc:docMk/>
          <pc:sldMk cId="492019113" sldId="274"/>
        </pc:sldMkLst>
      </pc:sldChg>
      <pc:sldChg chg="add">
        <pc:chgData name="Josep Maria Herrera Marimon" userId="ec91813b-a46b-450e-90f5-79432b30d154" providerId="ADAL" clId="{7B07D691-3692-499E-8247-EE4588653D58}" dt="2022-10-01T17:02:39.220" v="11"/>
        <pc:sldMkLst>
          <pc:docMk/>
          <pc:sldMk cId="1487464807" sldId="275"/>
        </pc:sldMkLst>
      </pc:sldChg>
      <pc:sldChg chg="modSp add del mod">
        <pc:chgData name="Josep Maria Herrera Marimon" userId="ec91813b-a46b-450e-90f5-79432b30d154" providerId="ADAL" clId="{7B07D691-3692-499E-8247-EE4588653D58}" dt="2022-10-01T17:05:37.019" v="21" actId="27636"/>
        <pc:sldMkLst>
          <pc:docMk/>
          <pc:sldMk cId="1661475989" sldId="276"/>
        </pc:sldMkLst>
      </pc:sldChg>
      <pc:sldChg chg="modSp add del mod">
        <pc:chgData name="Josep Maria Herrera Marimon" userId="ec91813b-a46b-450e-90f5-79432b30d154" providerId="ADAL" clId="{7B07D691-3692-499E-8247-EE4588653D58}" dt="2022-10-01T17:05:00.619" v="16" actId="47"/>
        <pc:sldMkLst>
          <pc:docMk/>
          <pc:sldMk cId="25959668" sldId="279"/>
        </pc:sldMkLst>
      </pc:sldChg>
      <pc:sldChg chg="add">
        <pc:chgData name="Josep Maria Herrera Marimon" userId="ec91813b-a46b-450e-90f5-79432b30d154" providerId="ADAL" clId="{7B07D691-3692-499E-8247-EE4588653D58}" dt="2022-10-01T17:02:21.028" v="9"/>
        <pc:sldMkLst>
          <pc:docMk/>
          <pc:sldMk cId="4207688934" sldId="281"/>
        </pc:sldMkLst>
      </pc:sldChg>
      <pc:sldChg chg="add">
        <pc:chgData name="Josep Maria Herrera Marimon" userId="ec91813b-a46b-450e-90f5-79432b30d154" providerId="ADAL" clId="{7B07D691-3692-499E-8247-EE4588653D58}" dt="2022-10-01T17:05:14.183" v="18"/>
        <pc:sldMkLst>
          <pc:docMk/>
          <pc:sldMk cId="1893778504" sldId="283"/>
        </pc:sldMkLst>
      </pc:sldChg>
      <pc:sldChg chg="add">
        <pc:chgData name="Josep Maria Herrera Marimon" userId="ec91813b-a46b-450e-90f5-79432b30d154" providerId="ADAL" clId="{7B07D691-3692-499E-8247-EE4588653D58}" dt="2022-10-01T17:05:08.161" v="17"/>
        <pc:sldMkLst>
          <pc:docMk/>
          <pc:sldMk cId="1611998026" sldId="284"/>
        </pc:sldMkLst>
      </pc:sldChg>
      <pc:sldChg chg="modSp add mod">
        <pc:chgData name="Josep Maria Herrera Marimon" userId="ec91813b-a46b-450e-90f5-79432b30d154" providerId="ADAL" clId="{7B07D691-3692-499E-8247-EE4588653D58}" dt="2022-10-01T17:05:36.985" v="20" actId="27636"/>
        <pc:sldMkLst>
          <pc:docMk/>
          <pc:sldMk cId="507864118" sldId="285"/>
        </pc:sldMkLst>
      </pc:sldChg>
      <pc:sldChg chg="add">
        <pc:chgData name="Josep Maria Herrera Marimon" userId="ec91813b-a46b-450e-90f5-79432b30d154" providerId="ADAL" clId="{7B07D691-3692-499E-8247-EE4588653D58}" dt="2022-10-01T17:05:36.915" v="19"/>
        <pc:sldMkLst>
          <pc:docMk/>
          <pc:sldMk cId="3532836991" sldId="286"/>
        </pc:sldMkLst>
      </pc:sldChg>
      <pc:sldChg chg="modSp add mod">
        <pc:chgData name="Josep Maria Herrera Marimon" userId="ec91813b-a46b-450e-90f5-79432b30d154" providerId="ADAL" clId="{7B07D691-3692-499E-8247-EE4588653D58}" dt="2022-10-01T17:47:16.965" v="222" actId="20577"/>
        <pc:sldMkLst>
          <pc:docMk/>
          <pc:sldMk cId="796518760" sldId="287"/>
        </pc:sldMkLst>
      </pc:sldChg>
      <pc:sldChg chg="add del">
        <pc:chgData name="Josep Maria Herrera Marimon" userId="ec91813b-a46b-450e-90f5-79432b30d154" providerId="ADAL" clId="{7B07D691-3692-499E-8247-EE4588653D58}" dt="2022-10-01T17:40:32.500" v="126" actId="47"/>
        <pc:sldMkLst>
          <pc:docMk/>
          <pc:sldMk cId="2437239095" sldId="287"/>
        </pc:sldMkLst>
      </pc:sldChg>
      <pc:sldChg chg="add">
        <pc:chgData name="Josep Maria Herrera Marimon" userId="ec91813b-a46b-450e-90f5-79432b30d154" providerId="ADAL" clId="{7B07D691-3692-499E-8247-EE4588653D58}" dt="2022-10-01T18:00:17.036" v="223"/>
        <pc:sldMkLst>
          <pc:docMk/>
          <pc:sldMk cId="1217379116" sldId="288"/>
        </pc:sldMkLst>
      </pc:sldChg>
      <pc:sldChg chg="modSp add mod">
        <pc:chgData name="Josep Maria Herrera Marimon" userId="ec91813b-a46b-450e-90f5-79432b30d154" providerId="ADAL" clId="{7B07D691-3692-499E-8247-EE4588653D58}" dt="2022-10-01T18:14:49.463" v="225" actId="1076"/>
        <pc:sldMkLst>
          <pc:docMk/>
          <pc:sldMk cId="1494541756" sldId="289"/>
        </pc:sldMkLst>
      </pc:sldChg>
      <pc:sldChg chg="modSp add mod">
        <pc:chgData name="Josep Maria Herrera Marimon" userId="ec91813b-a46b-450e-90f5-79432b30d154" providerId="ADAL" clId="{7B07D691-3692-499E-8247-EE4588653D58}" dt="2022-10-01T18:18:28.348" v="442" actId="20577"/>
        <pc:sldMkLst>
          <pc:docMk/>
          <pc:sldMk cId="3609321729" sldId="290"/>
        </pc:sldMkLst>
      </pc:sldChg>
      <pc:sldChg chg="addSp delSp modSp add mod">
        <pc:chgData name="Josep Maria Herrera Marimon" userId="ec91813b-a46b-450e-90f5-79432b30d154" providerId="ADAL" clId="{7B07D691-3692-499E-8247-EE4588653D58}" dt="2022-10-01T18:20:51.445" v="466" actId="113"/>
        <pc:sldMkLst>
          <pc:docMk/>
          <pc:sldMk cId="2760488417" sldId="291"/>
        </pc:sldMkLst>
      </pc:sldChg>
      <pc:sldChg chg="addSp modSp add mod">
        <pc:chgData name="Josep Maria Herrera Marimon" userId="ec91813b-a46b-450e-90f5-79432b30d154" providerId="ADAL" clId="{7B07D691-3692-499E-8247-EE4588653D58}" dt="2022-10-01T18:22:57.716" v="495" actId="403"/>
        <pc:sldMkLst>
          <pc:docMk/>
          <pc:sldMk cId="1850839270" sldId="292"/>
        </pc:sldMkLst>
      </pc:sldChg>
      <pc:sldChg chg="addSp modSp add mod">
        <pc:chgData name="Josep Maria Herrera Marimon" userId="ec91813b-a46b-450e-90f5-79432b30d154" providerId="ADAL" clId="{7B07D691-3692-499E-8247-EE4588653D58}" dt="2022-10-01T18:33:18.638" v="516" actId="14100"/>
        <pc:sldMkLst>
          <pc:docMk/>
          <pc:sldMk cId="396725004" sldId="293"/>
        </pc:sldMkLst>
      </pc:sldChg>
      <pc:sldChg chg="addSp modSp add mod">
        <pc:chgData name="Josep Maria Herrera Marimon" userId="ec91813b-a46b-450e-90f5-79432b30d154" providerId="ADAL" clId="{7B07D691-3692-499E-8247-EE4588653D58}" dt="2022-10-01T18:35:30.531" v="558" actId="1076"/>
        <pc:sldMkLst>
          <pc:docMk/>
          <pc:sldMk cId="1655275264" sldId="294"/>
        </pc:sldMkLst>
      </pc:sldChg>
      <pc:sldChg chg="addSp modSp add mod">
        <pc:chgData name="Josep Maria Herrera Marimon" userId="ec91813b-a46b-450e-90f5-79432b30d154" providerId="ADAL" clId="{7B07D691-3692-499E-8247-EE4588653D58}" dt="2022-10-01T18:35:53.194" v="567" actId="14100"/>
        <pc:sldMkLst>
          <pc:docMk/>
          <pc:sldMk cId="2401027557" sldId="295"/>
        </pc:sldMkLst>
      </pc:sldChg>
      <pc:sldChg chg="addSp modSp add mod">
        <pc:chgData name="Josep Maria Herrera Marimon" userId="ec91813b-a46b-450e-90f5-79432b30d154" providerId="ADAL" clId="{7B07D691-3692-499E-8247-EE4588653D58}" dt="2022-10-01T18:48:17.267" v="579" actId="1076"/>
        <pc:sldMkLst>
          <pc:docMk/>
          <pc:sldMk cId="78872398" sldId="296"/>
        </pc:sldMkLst>
      </pc:sldChg>
      <pc:sldChg chg="addSp modSp add mod">
        <pc:chgData name="Josep Maria Herrera Marimon" userId="ec91813b-a46b-450e-90f5-79432b30d154" providerId="ADAL" clId="{7B07D691-3692-499E-8247-EE4588653D58}" dt="2022-10-02T05:38:32.633" v="620" actId="1076"/>
        <pc:sldMkLst>
          <pc:docMk/>
          <pc:sldMk cId="3104846191" sldId="297"/>
        </pc:sldMkLst>
      </pc:sldChg>
      <pc:sldChg chg="addSp delSp modSp add mod">
        <pc:chgData name="Josep Maria Herrera Marimon" userId="ec91813b-a46b-450e-90f5-79432b30d154" providerId="ADAL" clId="{7B07D691-3692-499E-8247-EE4588653D58}" dt="2022-10-02T06:07:51.174" v="1104" actId="1076"/>
        <pc:sldMkLst>
          <pc:docMk/>
          <pc:sldMk cId="286046674" sldId="298"/>
        </pc:sldMkLst>
      </pc:sldChg>
      <pc:sldChg chg="addSp delSp modSp add mod">
        <pc:chgData name="Josep Maria Herrera Marimon" userId="ec91813b-a46b-450e-90f5-79432b30d154" providerId="ADAL" clId="{7B07D691-3692-499E-8247-EE4588653D58}" dt="2022-10-05T19:44:26.734" v="2017" actId="1076"/>
        <pc:sldMkLst>
          <pc:docMk/>
          <pc:sldMk cId="2214270807" sldId="299"/>
        </pc:sldMkLst>
      </pc:sldChg>
      <pc:sldChg chg="addSp modSp add mod">
        <pc:chgData name="Josep Maria Herrera Marimon" userId="ec91813b-a46b-450e-90f5-79432b30d154" providerId="ADAL" clId="{7B07D691-3692-499E-8247-EE4588653D58}" dt="2022-10-02T05:57:01.738" v="956" actId="20577"/>
        <pc:sldMkLst>
          <pc:docMk/>
          <pc:sldMk cId="1464641979" sldId="300"/>
        </pc:sldMkLst>
      </pc:sldChg>
      <pc:sldChg chg="addSp modSp add mod">
        <pc:chgData name="Josep Maria Herrera Marimon" userId="ec91813b-a46b-450e-90f5-79432b30d154" providerId="ADAL" clId="{7B07D691-3692-499E-8247-EE4588653D58}" dt="2022-10-02T05:59:09.182" v="992" actId="1076"/>
        <pc:sldMkLst>
          <pc:docMk/>
          <pc:sldMk cId="3476855435" sldId="301"/>
        </pc:sldMkLst>
      </pc:sldChg>
      <pc:sldChg chg="addSp modSp add mod">
        <pc:chgData name="Josep Maria Herrera Marimon" userId="ec91813b-a46b-450e-90f5-79432b30d154" providerId="ADAL" clId="{7B07D691-3692-499E-8247-EE4588653D58}" dt="2022-10-02T05:59:43.800" v="1023" actId="1076"/>
        <pc:sldMkLst>
          <pc:docMk/>
          <pc:sldMk cId="894525879" sldId="302"/>
        </pc:sldMkLst>
      </pc:sldChg>
      <pc:sldChg chg="add">
        <pc:chgData name="Josep Maria Herrera Marimon" userId="ec91813b-a46b-450e-90f5-79432b30d154" providerId="ADAL" clId="{7B07D691-3692-499E-8247-EE4588653D58}" dt="2022-10-02T06:08:46.268" v="1105"/>
        <pc:sldMkLst>
          <pc:docMk/>
          <pc:sldMk cId="637227487" sldId="303"/>
        </pc:sldMkLst>
      </pc:sldChg>
      <pc:sldChg chg="add">
        <pc:chgData name="Josep Maria Herrera Marimon" userId="ec91813b-a46b-450e-90f5-79432b30d154" providerId="ADAL" clId="{7B07D691-3692-499E-8247-EE4588653D58}" dt="2022-10-02T06:08:52.067" v="1106"/>
        <pc:sldMkLst>
          <pc:docMk/>
          <pc:sldMk cId="2001640094" sldId="304"/>
        </pc:sldMkLst>
      </pc:sldChg>
      <pc:sldChg chg="modSp add mod">
        <pc:chgData name="Josep Maria Herrera Marimon" userId="ec91813b-a46b-450e-90f5-79432b30d154" providerId="ADAL" clId="{7B07D691-3692-499E-8247-EE4588653D58}" dt="2022-10-02T06:08:59.418" v="1108" actId="27636"/>
        <pc:sldMkLst>
          <pc:docMk/>
          <pc:sldMk cId="3311874055" sldId="305"/>
        </pc:sldMkLst>
      </pc:sldChg>
      <pc:sldChg chg="add">
        <pc:chgData name="Josep Maria Herrera Marimon" userId="ec91813b-a46b-450e-90f5-79432b30d154" providerId="ADAL" clId="{7B07D691-3692-499E-8247-EE4588653D58}" dt="2022-10-02T06:09:03.308" v="1109"/>
        <pc:sldMkLst>
          <pc:docMk/>
          <pc:sldMk cId="113792955" sldId="306"/>
        </pc:sldMkLst>
      </pc:sldChg>
      <pc:sldChg chg="add">
        <pc:chgData name="Josep Maria Herrera Marimon" userId="ec91813b-a46b-450e-90f5-79432b30d154" providerId="ADAL" clId="{7B07D691-3692-499E-8247-EE4588653D58}" dt="2022-10-02T06:09:11.459" v="1110"/>
        <pc:sldMkLst>
          <pc:docMk/>
          <pc:sldMk cId="4273026588" sldId="307"/>
        </pc:sldMkLst>
      </pc:sldChg>
      <pc:sldChg chg="addSp delSp modSp add mod">
        <pc:chgData name="Josep Maria Herrera Marimon" userId="ec91813b-a46b-450e-90f5-79432b30d154" providerId="ADAL" clId="{7B07D691-3692-499E-8247-EE4588653D58}" dt="2022-10-02T15:21:14.797" v="1987" actId="1076"/>
        <pc:sldMkLst>
          <pc:docMk/>
          <pc:sldMk cId="583477465" sldId="308"/>
        </pc:sldMkLst>
      </pc:sldChg>
      <pc:sldChg chg="addSp delSp modSp add mod">
        <pc:chgData name="Josep Maria Herrera Marimon" userId="ec91813b-a46b-450e-90f5-79432b30d154" providerId="ADAL" clId="{7B07D691-3692-499E-8247-EE4588653D58}" dt="2022-10-02T06:14:35.200" v="1136" actId="1076"/>
        <pc:sldMkLst>
          <pc:docMk/>
          <pc:sldMk cId="3018376454" sldId="309"/>
        </pc:sldMkLst>
      </pc:sldChg>
      <pc:sldChg chg="addSp delSp modSp add del mod">
        <pc:chgData name="Josep Maria Herrera Marimon" userId="ec91813b-a46b-450e-90f5-79432b30d154" providerId="ADAL" clId="{7B07D691-3692-499E-8247-EE4588653D58}" dt="2022-10-02T06:48:40.994" v="1524" actId="47"/>
        <pc:sldMkLst>
          <pc:docMk/>
          <pc:sldMk cId="4049484546" sldId="310"/>
        </pc:sldMkLst>
      </pc:sldChg>
      <pc:sldChg chg="addSp delSp modSp add mod">
        <pc:chgData name="Josep Maria Herrera Marimon" userId="ec91813b-a46b-450e-90f5-79432b30d154" providerId="ADAL" clId="{7B07D691-3692-499E-8247-EE4588653D58}" dt="2022-10-02T06:45:59.336" v="1522" actId="1076"/>
        <pc:sldMkLst>
          <pc:docMk/>
          <pc:sldMk cId="805640535" sldId="311"/>
        </pc:sldMkLst>
      </pc:sldChg>
      <pc:sldChg chg="add">
        <pc:chgData name="Josep Maria Herrera Marimon" userId="ec91813b-a46b-450e-90f5-79432b30d154" providerId="ADAL" clId="{7B07D691-3692-499E-8247-EE4588653D58}" dt="2022-10-02T06:48:38.860" v="1523"/>
        <pc:sldMkLst>
          <pc:docMk/>
          <pc:sldMk cId="646219748" sldId="312"/>
        </pc:sldMkLst>
      </pc:sldChg>
      <pc:sldChg chg="addSp delSp modSp add mod">
        <pc:chgData name="Josep Maria Herrera Marimon" userId="ec91813b-a46b-450e-90f5-79432b30d154" providerId="ADAL" clId="{7B07D691-3692-499E-8247-EE4588653D58}" dt="2022-10-25T14:26:30.642" v="2411" actId="14100"/>
        <pc:sldMkLst>
          <pc:docMk/>
          <pc:sldMk cId="753231097" sldId="313"/>
        </pc:sldMkLst>
      </pc:sldChg>
      <pc:sldChg chg="add del">
        <pc:chgData name="Josep Maria Herrera Marimon" userId="ec91813b-a46b-450e-90f5-79432b30d154" providerId="ADAL" clId="{7B07D691-3692-499E-8247-EE4588653D58}" dt="2022-10-02T06:50:04.954" v="1526"/>
        <pc:sldMkLst>
          <pc:docMk/>
          <pc:sldMk cId="2437146036" sldId="313"/>
        </pc:sldMkLst>
      </pc:sldChg>
      <pc:sldChg chg="addSp delSp modSp add mod">
        <pc:chgData name="Josep Maria Herrera Marimon" userId="ec91813b-a46b-450e-90f5-79432b30d154" providerId="ADAL" clId="{7B07D691-3692-499E-8247-EE4588653D58}" dt="2022-10-02T07:41:18.618" v="1651" actId="20577"/>
        <pc:sldMkLst>
          <pc:docMk/>
          <pc:sldMk cId="4203510878" sldId="314"/>
        </pc:sldMkLst>
      </pc:sldChg>
      <pc:sldChg chg="addSp delSp modSp add mod">
        <pc:chgData name="Josep Maria Herrera Marimon" userId="ec91813b-a46b-450e-90f5-79432b30d154" providerId="ADAL" clId="{7B07D691-3692-499E-8247-EE4588653D58}" dt="2022-10-12T20:12:14.777" v="2150" actId="1076"/>
        <pc:sldMkLst>
          <pc:docMk/>
          <pc:sldMk cId="827427953" sldId="315"/>
        </pc:sldMkLst>
      </pc:sldChg>
      <pc:sldChg chg="delSp modSp add del mod">
        <pc:chgData name="Josep Maria Herrera Marimon" userId="ec91813b-a46b-450e-90f5-79432b30d154" providerId="ADAL" clId="{7B07D691-3692-499E-8247-EE4588653D58}" dt="2022-10-05T19:47:48.398" v="2099" actId="47"/>
        <pc:sldMkLst>
          <pc:docMk/>
          <pc:sldMk cId="49326280" sldId="316"/>
        </pc:sldMkLst>
      </pc:sldChg>
      <pc:sldChg chg="modSp add mod">
        <pc:chgData name="Josep Maria Herrera Marimon" userId="ec91813b-a46b-450e-90f5-79432b30d154" providerId="ADAL" clId="{7B07D691-3692-499E-8247-EE4588653D58}" dt="2022-10-05T19:48:27.409" v="2118" actId="20577"/>
        <pc:sldMkLst>
          <pc:docMk/>
          <pc:sldMk cId="3552784406" sldId="317"/>
        </pc:sldMkLst>
      </pc:sldChg>
      <pc:sldChg chg="add">
        <pc:chgData name="Josep Maria Herrera Marimon" userId="ec91813b-a46b-450e-90f5-79432b30d154" providerId="ADAL" clId="{7B07D691-3692-499E-8247-EE4588653D58}" dt="2022-10-05T19:47:45.254" v="2098"/>
        <pc:sldMkLst>
          <pc:docMk/>
          <pc:sldMk cId="3181760124" sldId="318"/>
        </pc:sldMkLst>
      </pc:sldChg>
      <pc:sldChg chg="add">
        <pc:chgData name="Josep Maria Herrera Marimon" userId="ec91813b-a46b-450e-90f5-79432b30d154" providerId="ADAL" clId="{7B07D691-3692-499E-8247-EE4588653D58}" dt="2022-10-05T19:47:45.254" v="2098"/>
        <pc:sldMkLst>
          <pc:docMk/>
          <pc:sldMk cId="451996062" sldId="319"/>
        </pc:sldMkLst>
      </pc:sldChg>
      <pc:sldChg chg="modSp add mod">
        <pc:chgData name="Josep Maria Herrera Marimon" userId="ec91813b-a46b-450e-90f5-79432b30d154" providerId="ADAL" clId="{7B07D691-3692-499E-8247-EE4588653D58}" dt="2022-10-27T14:49:26.126" v="2414" actId="5793"/>
        <pc:sldMkLst>
          <pc:docMk/>
          <pc:sldMk cId="3843718708" sldId="320"/>
        </pc:sldMkLst>
      </pc:sldChg>
      <pc:sldChg chg="delSp add mod">
        <pc:chgData name="Josep Maria Herrera Marimon" userId="ec91813b-a46b-450e-90f5-79432b30d154" providerId="ADAL" clId="{7B07D691-3692-499E-8247-EE4588653D58}" dt="2022-10-12T20:10:32.510" v="2137" actId="478"/>
        <pc:sldMkLst>
          <pc:docMk/>
          <pc:sldMk cId="3600052845" sldId="321"/>
        </pc:sldMkLst>
      </pc:sldChg>
      <pc:sldChg chg="modSp add del mod">
        <pc:chgData name="Josep Maria Herrera Marimon" userId="ec91813b-a46b-450e-90f5-79432b30d154" providerId="ADAL" clId="{7B07D691-3692-499E-8247-EE4588653D58}" dt="2022-10-24T07:32:03.181" v="2273" actId="47"/>
        <pc:sldMkLst>
          <pc:docMk/>
          <pc:sldMk cId="1587109924" sldId="322"/>
        </pc:sldMkLst>
      </pc:sldChg>
    </pc:docChg>
  </pc:docChgLst>
  <pc:docChgLst>
    <pc:chgData name="Josep Maria Herrera Marimon" userId="ec91813b-a46b-450e-90f5-79432b30d154" providerId="ADAL" clId="{A9265C38-B650-4562-A8F5-8DB033515C30}"/>
    <pc:docChg chg="undo redo custSel addSld delSld modSld sldOrd">
      <pc:chgData name="Josep Maria Herrera Marimon" userId="ec91813b-a46b-450e-90f5-79432b30d154" providerId="ADAL" clId="{A9265C38-B650-4562-A8F5-8DB033515C30}" dt="2025-04-02T15:01:32.846" v="2549" actId="47"/>
      <pc:docMkLst>
        <pc:docMk/>
      </pc:docMkLst>
      <pc:sldChg chg="modSp mod">
        <pc:chgData name="Josep Maria Herrera Marimon" userId="ec91813b-a46b-450e-90f5-79432b30d154" providerId="ADAL" clId="{A9265C38-B650-4562-A8F5-8DB033515C30}" dt="2025-03-12T15:59:44.862" v="12" actId="20577"/>
        <pc:sldMkLst>
          <pc:docMk/>
          <pc:sldMk cId="1942183190" sldId="256"/>
        </pc:sldMkLst>
        <pc:spChg chg="mod">
          <ac:chgData name="Josep Maria Herrera Marimon" userId="ec91813b-a46b-450e-90f5-79432b30d154" providerId="ADAL" clId="{A9265C38-B650-4562-A8F5-8DB033515C30}" dt="2025-03-12T15:59:44.862" v="12" actId="20577"/>
          <ac:spMkLst>
            <pc:docMk/>
            <pc:sldMk cId="1942183190" sldId="256"/>
            <ac:spMk id="8" creationId="{589639F8-8852-EA41-2314-83927C1B138A}"/>
          </ac:spMkLst>
        </pc:spChg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92019113" sldId="274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487464807" sldId="27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634448043" sldId="28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307480244" sldId="28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524714974" sldId="283"/>
        </pc:sldMkLst>
      </pc:sldChg>
      <pc:sldChg chg="modSp del mod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1611998026" sldId="28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650368615" sldId="28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064699807" sldId="286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96699948" sldId="28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23084519" sldId="296"/>
        </pc:sldMkLst>
      </pc:sldChg>
      <pc:sldChg chg="modSp add del mod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274192253" sldId="30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65106335" sldId="30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060039332" sldId="31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133613946" sldId="31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787169713" sldId="31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143152445" sldId="31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891612144" sldId="31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634256623" sldId="32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57846813" sldId="32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588562779" sldId="32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687481207" sldId="32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716732749" sldId="32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646409532" sldId="344"/>
        </pc:sldMkLst>
      </pc:sldChg>
      <pc:sldChg chg="modSp mod">
        <pc:chgData name="Josep Maria Herrera Marimon" userId="ec91813b-a46b-450e-90f5-79432b30d154" providerId="ADAL" clId="{A9265C38-B650-4562-A8F5-8DB033515C30}" dt="2025-03-19T16:05:51.676" v="1132" actId="20577"/>
        <pc:sldMkLst>
          <pc:docMk/>
          <pc:sldMk cId="3328506669" sldId="346"/>
        </pc:sldMkLst>
        <pc:spChg chg="mod">
          <ac:chgData name="Josep Maria Herrera Marimon" userId="ec91813b-a46b-450e-90f5-79432b30d154" providerId="ADAL" clId="{A9265C38-B650-4562-A8F5-8DB033515C30}" dt="2025-03-19T16:05:51.676" v="1132" actId="20577"/>
          <ac:spMkLst>
            <pc:docMk/>
            <pc:sldMk cId="3328506669" sldId="346"/>
            <ac:spMk id="5122" creationId="{00000000-0000-0000-0000-000000000000}"/>
          </ac:spMkLst>
        </pc:spChg>
      </pc:sldChg>
      <pc:sldChg chg="modSp add del mod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595429778" sldId="34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072729144" sldId="34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748044440" sldId="34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381030460" sldId="34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4167028184" sldId="349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99294126" sldId="35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233839096" sldId="350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199923523" sldId="35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232291841" sldId="351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022716437" sldId="35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087151815" sldId="352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3154301147" sldId="35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985075604" sldId="353"/>
        </pc:sldMkLst>
      </pc:sldChg>
      <pc:sldChg chg="add">
        <pc:chgData name="Josep Maria Herrera Marimon" userId="ec91813b-a46b-450e-90f5-79432b30d154" providerId="ADAL" clId="{A9265C38-B650-4562-A8F5-8DB033515C30}" dt="2025-03-20T15:32:24.859" v="1774"/>
        <pc:sldMkLst>
          <pc:docMk/>
          <pc:sldMk cId="567107114" sldId="35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986174731" sldId="354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4041402842" sldId="35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959203693" sldId="355"/>
        </pc:sldMkLst>
      </pc:sldChg>
      <pc:sldChg chg="add">
        <pc:chgData name="Josep Maria Herrera Marimon" userId="ec91813b-a46b-450e-90f5-79432b30d154" providerId="ADAL" clId="{A9265C38-B650-4562-A8F5-8DB033515C30}" dt="2025-03-20T15:32:24.859" v="1774"/>
        <pc:sldMkLst>
          <pc:docMk/>
          <pc:sldMk cId="2437586152" sldId="355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3280659178" sldId="355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57207058" sldId="35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054372392" sldId="357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473513936" sldId="357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558615426" sldId="35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148908113" sldId="35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010282" sldId="35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647045171" sldId="359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762576592" sldId="36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157736222" sldId="360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535825750" sldId="361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38628542" sldId="362"/>
        </pc:sldMkLst>
      </pc:sldChg>
      <pc:sldChg chg="add del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804485718" sldId="363"/>
        </pc:sldMkLst>
      </pc:sldChg>
      <pc:sldChg chg="add del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1699207309" sldId="364"/>
        </pc:sldMkLst>
      </pc:sldChg>
      <pc:sldChg chg="add del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3735486349" sldId="365"/>
        </pc:sldMkLst>
      </pc:sldChg>
      <pc:sldChg chg="add del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126032379" sldId="366"/>
        </pc:sldMkLst>
      </pc:sldChg>
      <pc:sldChg chg="add del">
        <pc:chgData name="Josep Maria Herrera Marimon" userId="ec91813b-a46b-450e-90f5-79432b30d154" providerId="ADAL" clId="{A9265C38-B650-4562-A8F5-8DB033515C30}" dt="2025-03-20T16:20:28.959" v="1776" actId="47"/>
        <pc:sldMkLst>
          <pc:docMk/>
          <pc:sldMk cId="1562164104" sldId="367"/>
        </pc:sldMkLst>
      </pc:sldChg>
      <pc:sldChg chg="modSp add mod">
        <pc:chgData name="Josep Maria Herrera Marimon" userId="ec91813b-a46b-450e-90f5-79432b30d154" providerId="ADAL" clId="{A9265C38-B650-4562-A8F5-8DB033515C30}" dt="2025-03-17T15:47:03.293" v="300" actId="255"/>
        <pc:sldMkLst>
          <pc:docMk/>
          <pc:sldMk cId="2293073542" sldId="368"/>
        </pc:sldMkLst>
        <pc:spChg chg="mod">
          <ac:chgData name="Josep Maria Herrera Marimon" userId="ec91813b-a46b-450e-90f5-79432b30d154" providerId="ADAL" clId="{A9265C38-B650-4562-A8F5-8DB033515C30}" dt="2025-03-16T07:49:24.383" v="142"/>
          <ac:spMkLst>
            <pc:docMk/>
            <pc:sldMk cId="2293073542" sldId="368"/>
            <ac:spMk id="4" creationId="{16CCE087-BD65-F1DC-1A8E-33514C114C63}"/>
          </ac:spMkLst>
        </pc:spChg>
        <pc:spChg chg="mod">
          <ac:chgData name="Josep Maria Herrera Marimon" userId="ec91813b-a46b-450e-90f5-79432b30d154" providerId="ADAL" clId="{A9265C38-B650-4562-A8F5-8DB033515C30}" dt="2025-03-17T15:47:03.293" v="300" actId="255"/>
          <ac:spMkLst>
            <pc:docMk/>
            <pc:sldMk cId="2293073542" sldId="368"/>
            <ac:spMk id="5" creationId="{14CA2913-24E1-ECB3-42C8-79FAEA4592CD}"/>
          </ac:spMkLst>
        </pc:spChg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72892435" sldId="369"/>
        </pc:sldMkLst>
      </pc:sldChg>
      <pc:sldChg chg="modSp add del mod">
        <pc:chgData name="Josep Maria Herrera Marimon" userId="ec91813b-a46b-450e-90f5-79432b30d154" providerId="ADAL" clId="{A9265C38-B650-4562-A8F5-8DB033515C30}" dt="2025-03-16T07:56:54.111" v="298" actId="47"/>
        <pc:sldMkLst>
          <pc:docMk/>
          <pc:sldMk cId="2693323874" sldId="369"/>
        </pc:sldMkLst>
      </pc:sldChg>
      <pc:sldChg chg="addSp delSp modSp add mod ord">
        <pc:chgData name="Josep Maria Herrera Marimon" userId="ec91813b-a46b-450e-90f5-79432b30d154" providerId="ADAL" clId="{A9265C38-B650-4562-A8F5-8DB033515C30}" dt="2025-03-20T18:18:29.906" v="2351" actId="478"/>
        <pc:sldMkLst>
          <pc:docMk/>
          <pc:sldMk cId="2108371064" sldId="370"/>
        </pc:sldMkLst>
        <pc:spChg chg="mod">
          <ac:chgData name="Josep Maria Herrera Marimon" userId="ec91813b-a46b-450e-90f5-79432b30d154" providerId="ADAL" clId="{A9265C38-B650-4562-A8F5-8DB033515C30}" dt="2025-03-16T07:57:01.022" v="299"/>
          <ac:spMkLst>
            <pc:docMk/>
            <pc:sldMk cId="2108371064" sldId="370"/>
            <ac:spMk id="4" creationId="{0BC16B19-3BC6-6C39-4CDC-66FD4C872857}"/>
          </ac:spMkLst>
        </pc:spChg>
        <pc:spChg chg="mod">
          <ac:chgData name="Josep Maria Herrera Marimon" userId="ec91813b-a46b-450e-90f5-79432b30d154" providerId="ADAL" clId="{A9265C38-B650-4562-A8F5-8DB033515C30}" dt="2025-03-16T07:55:59.726" v="295" actId="6549"/>
          <ac:spMkLst>
            <pc:docMk/>
            <pc:sldMk cId="2108371064" sldId="370"/>
            <ac:spMk id="5" creationId="{B6CD54B9-5826-FE5F-604F-1665FDF9E105}"/>
          </ac:spMkLst>
        </pc:spChg>
      </pc:sldChg>
      <pc:sldChg chg="modSp add mod">
        <pc:chgData name="Josep Maria Herrera Marimon" userId="ec91813b-a46b-450e-90f5-79432b30d154" providerId="ADAL" clId="{A9265C38-B650-4562-A8F5-8DB033515C30}" dt="2025-03-16T07:53:04.016" v="222" actId="5793"/>
        <pc:sldMkLst>
          <pc:docMk/>
          <pc:sldMk cId="3532523845" sldId="371"/>
        </pc:sldMkLst>
        <pc:spChg chg="mod">
          <ac:chgData name="Josep Maria Herrera Marimon" userId="ec91813b-a46b-450e-90f5-79432b30d154" providerId="ADAL" clId="{A9265C38-B650-4562-A8F5-8DB033515C30}" dt="2025-03-16T07:49:29.502" v="143"/>
          <ac:spMkLst>
            <pc:docMk/>
            <pc:sldMk cId="3532523845" sldId="371"/>
            <ac:spMk id="4" creationId="{912BB12D-CC6F-BC7E-3FAC-6821EF19C8B4}"/>
          </ac:spMkLst>
        </pc:spChg>
        <pc:spChg chg="mod">
          <ac:chgData name="Josep Maria Herrera Marimon" userId="ec91813b-a46b-450e-90f5-79432b30d154" providerId="ADAL" clId="{A9265C38-B650-4562-A8F5-8DB033515C30}" dt="2025-03-16T07:53:04.016" v="222" actId="5793"/>
          <ac:spMkLst>
            <pc:docMk/>
            <pc:sldMk cId="3532523845" sldId="371"/>
            <ac:spMk id="5" creationId="{C0299157-B772-B0B0-C695-B73EA1913065}"/>
          </ac:spMkLst>
        </pc:spChg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025944200" sldId="37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680786746" sldId="37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0628007" sldId="37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63362644" sldId="37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654608868" sldId="37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650105825" sldId="37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628521278" sldId="37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714565181" sldId="37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537713616" sldId="37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2852236" sldId="38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427872828" sldId="38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578737727" sldId="38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989617769" sldId="38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71122951" sldId="38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987938855" sldId="38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34878511" sldId="38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05133072" sldId="38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3358819" sldId="38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7094207" sldId="388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14603741" sldId="388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115002553" sldId="38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122555257" sldId="38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27466444" sldId="390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562941117" sldId="39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560783180" sldId="39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204829884" sldId="39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88397622" sldId="39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725147503" sldId="39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867351119" sldId="39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91382918" sldId="39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6065769" sldId="39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647286038" sldId="39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976452655" sldId="39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165849769" sldId="39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316306428" sldId="39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289750946" sldId="40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406329423" sldId="40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779717233" sldId="40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907440495" sldId="40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158265485" sldId="40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166687213" sldId="40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26451299" sldId="40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002299708" sldId="40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601157176" sldId="409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596680420" sldId="411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521460865" sldId="41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160002234" sldId="42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820580642" sldId="42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380305164" sldId="42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62578701" sldId="42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819027860" sldId="426"/>
        </pc:sldMkLst>
      </pc:sldChg>
      <pc:sldChg chg="add">
        <pc:chgData name="Josep Maria Herrera Marimon" userId="ec91813b-a46b-450e-90f5-79432b30d154" providerId="ADAL" clId="{A9265C38-B650-4562-A8F5-8DB033515C30}" dt="2025-03-20T15:32:24.859" v="1774"/>
        <pc:sldMkLst>
          <pc:docMk/>
          <pc:sldMk cId="422536213" sldId="42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709445879" sldId="42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278387277" sldId="42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535431228" sldId="42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772480871" sldId="42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077237454" sldId="42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182079352" sldId="44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136726420" sldId="44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239463834" sldId="44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020129732" sldId="44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9321398" sldId="44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547814166" sldId="44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708179619" sldId="44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483222396" sldId="44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93476586" sldId="44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1650498826" sldId="450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3582869" sldId="462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203229447" sldId="463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722655817" sldId="465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022026658" sldId="466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135918341" sldId="467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1205810816" sldId="468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222348994" sldId="469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639562663" sldId="470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137595583" sldId="471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118295799" sldId="472"/>
        </pc:sldMkLst>
      </pc:sldChg>
      <pc:sldChg chg="modSp add mod">
        <pc:chgData name="Josep Maria Herrera Marimon" userId="ec91813b-a46b-450e-90f5-79432b30d154" providerId="ADAL" clId="{A9265C38-B650-4562-A8F5-8DB033515C30}" dt="2025-03-19T11:00:41.459" v="313" actId="20577"/>
        <pc:sldMkLst>
          <pc:docMk/>
          <pc:sldMk cId="3978145182" sldId="473"/>
        </pc:sldMkLst>
        <pc:spChg chg="mod">
          <ac:chgData name="Josep Maria Herrera Marimon" userId="ec91813b-a46b-450e-90f5-79432b30d154" providerId="ADAL" clId="{A9265C38-B650-4562-A8F5-8DB033515C30}" dt="2025-03-19T11:00:41.459" v="313" actId="20577"/>
          <ac:spMkLst>
            <pc:docMk/>
            <pc:sldMk cId="3978145182" sldId="473"/>
            <ac:spMk id="5122" creationId="{8538CEF5-7680-C06D-B2A7-3BA94699609F}"/>
          </ac:spMkLst>
        </pc:spChg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911490794" sldId="474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2251333572" sldId="475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482510535" sldId="476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765832598" sldId="47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558611693" sldId="47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151704039" sldId="478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228791965" sldId="479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827267411" sldId="480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361679320" sldId="481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418439724" sldId="481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4205689779" sldId="482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090567978" sldId="483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855680757" sldId="483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532593948" sldId="484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21719461" sldId="48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005202096" sldId="486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697829239" sldId="48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096562843" sldId="488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971291027" sldId="489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818375063" sldId="490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991312575" sldId="491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514893275" sldId="492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483062112" sldId="493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302575555" sldId="494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208410718" sldId="495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814342819" sldId="496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452342595" sldId="507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3071100166" sldId="508"/>
        </pc:sldMkLst>
      </pc:sldChg>
      <pc:sldChg chg="add del">
        <pc:chgData name="Josep Maria Herrera Marimon" userId="ec91813b-a46b-450e-90f5-79432b30d154" providerId="ADAL" clId="{A9265C38-B650-4562-A8F5-8DB033515C30}" dt="2025-03-20T14:22:57.488" v="1703" actId="47"/>
        <pc:sldMkLst>
          <pc:docMk/>
          <pc:sldMk cId="2267150495" sldId="509"/>
        </pc:sldMkLst>
      </pc:sldChg>
      <pc:sldChg chg="modSp add del mod">
        <pc:chgData name="Josep Maria Herrera Marimon" userId="ec91813b-a46b-450e-90f5-79432b30d154" providerId="ADAL" clId="{A9265C38-B650-4562-A8F5-8DB033515C30}" dt="2025-03-19T19:08:02.890" v="1590" actId="20577"/>
        <pc:sldMkLst>
          <pc:docMk/>
          <pc:sldMk cId="2063936211" sldId="510"/>
        </pc:sldMkLst>
        <pc:spChg chg="mod">
          <ac:chgData name="Josep Maria Herrera Marimon" userId="ec91813b-a46b-450e-90f5-79432b30d154" providerId="ADAL" clId="{A9265C38-B650-4562-A8F5-8DB033515C30}" dt="2025-03-19T19:08:02.890" v="1590" actId="20577"/>
          <ac:spMkLst>
            <pc:docMk/>
            <pc:sldMk cId="2063936211" sldId="510"/>
            <ac:spMk id="5122" creationId="{95C280F7-C759-BE33-6CE8-960D576200B7}"/>
          </ac:spMkLst>
        </pc:spChg>
      </pc:sldChg>
      <pc:sldChg chg="modSp add mod">
        <pc:chgData name="Josep Maria Herrera Marimon" userId="ec91813b-a46b-450e-90f5-79432b30d154" providerId="ADAL" clId="{A9265C38-B650-4562-A8F5-8DB033515C30}" dt="2025-03-27T15:10:10.261" v="2360" actId="20577"/>
        <pc:sldMkLst>
          <pc:docMk/>
          <pc:sldMk cId="1533819548" sldId="511"/>
        </pc:sldMkLst>
        <pc:spChg chg="mod">
          <ac:chgData name="Josep Maria Herrera Marimon" userId="ec91813b-a46b-450e-90f5-79432b30d154" providerId="ADAL" clId="{A9265C38-B650-4562-A8F5-8DB033515C30}" dt="2025-03-19T11:12:02.429" v="320" actId="20577"/>
          <ac:spMkLst>
            <pc:docMk/>
            <pc:sldMk cId="1533819548" sldId="511"/>
            <ac:spMk id="4" creationId="{FD61A333-4642-FD8E-9C43-235C10305E9C}"/>
          </ac:spMkLst>
        </pc:spChg>
        <pc:spChg chg="mod">
          <ac:chgData name="Josep Maria Herrera Marimon" userId="ec91813b-a46b-450e-90f5-79432b30d154" providerId="ADAL" clId="{A9265C38-B650-4562-A8F5-8DB033515C30}" dt="2025-03-27T15:10:10.261" v="2360" actId="20577"/>
          <ac:spMkLst>
            <pc:docMk/>
            <pc:sldMk cId="1533819548" sldId="511"/>
            <ac:spMk id="5" creationId="{9C360BC6-B126-10C4-8F05-BB894950D5F0}"/>
          </ac:spMkLst>
        </pc:spChg>
        <pc:picChg chg="mod">
          <ac:chgData name="Josep Maria Herrera Marimon" userId="ec91813b-a46b-450e-90f5-79432b30d154" providerId="ADAL" clId="{A9265C38-B650-4562-A8F5-8DB033515C30}" dt="2025-03-27T15:10:08.198" v="2359" actId="1076"/>
          <ac:picMkLst>
            <pc:docMk/>
            <pc:sldMk cId="1533819548" sldId="511"/>
            <ac:picMk id="3" creationId="{66EAD1D2-F367-F495-17BD-489533E818DC}"/>
          </ac:picMkLst>
        </pc:picChg>
      </pc:sldChg>
      <pc:sldChg chg="addSp delSp modSp add mod">
        <pc:chgData name="Josep Maria Herrera Marimon" userId="ec91813b-a46b-450e-90f5-79432b30d154" providerId="ADAL" clId="{A9265C38-B650-4562-A8F5-8DB033515C30}" dt="2025-03-19T11:17:01.617" v="461" actId="20577"/>
        <pc:sldMkLst>
          <pc:docMk/>
          <pc:sldMk cId="902064949" sldId="512"/>
        </pc:sldMkLst>
        <pc:spChg chg="mod">
          <ac:chgData name="Josep Maria Herrera Marimon" userId="ec91813b-a46b-450e-90f5-79432b30d154" providerId="ADAL" clId="{A9265C38-B650-4562-A8F5-8DB033515C30}" dt="2025-03-19T11:17:01.617" v="461" actId="20577"/>
          <ac:spMkLst>
            <pc:docMk/>
            <pc:sldMk cId="902064949" sldId="512"/>
            <ac:spMk id="5" creationId="{2160C072-870E-2A27-7AE3-647B8F13AA43}"/>
          </ac:spMkLst>
        </pc:spChg>
        <pc:picChg chg="add mod">
          <ac:chgData name="Josep Maria Herrera Marimon" userId="ec91813b-a46b-450e-90f5-79432b30d154" providerId="ADAL" clId="{A9265C38-B650-4562-A8F5-8DB033515C30}" dt="2025-03-19T11:15:28.712" v="335" actId="14100"/>
          <ac:picMkLst>
            <pc:docMk/>
            <pc:sldMk cId="902064949" sldId="512"/>
            <ac:picMk id="6" creationId="{7E9A7984-AA3F-6DD6-073B-69F06091FAB5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19T11:17:55.202" v="494" actId="14100"/>
        <pc:sldMkLst>
          <pc:docMk/>
          <pc:sldMk cId="1686661305" sldId="513"/>
        </pc:sldMkLst>
        <pc:spChg chg="mod">
          <ac:chgData name="Josep Maria Herrera Marimon" userId="ec91813b-a46b-450e-90f5-79432b30d154" providerId="ADAL" clId="{A9265C38-B650-4562-A8F5-8DB033515C30}" dt="2025-03-19T11:17:12.475" v="492" actId="20577"/>
          <ac:spMkLst>
            <pc:docMk/>
            <pc:sldMk cId="1686661305" sldId="513"/>
            <ac:spMk id="5" creationId="{1A628F7D-01C2-9E43-1DB5-FC972FBC49EA}"/>
          </ac:spMkLst>
        </pc:spChg>
        <pc:picChg chg="add mod">
          <ac:chgData name="Josep Maria Herrera Marimon" userId="ec91813b-a46b-450e-90f5-79432b30d154" providerId="ADAL" clId="{A9265C38-B650-4562-A8F5-8DB033515C30}" dt="2025-03-19T11:17:55.202" v="494" actId="14100"/>
          <ac:picMkLst>
            <pc:docMk/>
            <pc:sldMk cId="1686661305" sldId="513"/>
            <ac:picMk id="3" creationId="{29492706-387E-6C6F-253B-76C3B08A48A4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19T11:18:44.566" v="545" actId="20577"/>
        <pc:sldMkLst>
          <pc:docMk/>
          <pc:sldMk cId="3351605550" sldId="514"/>
        </pc:sldMkLst>
        <pc:spChg chg="mod">
          <ac:chgData name="Josep Maria Herrera Marimon" userId="ec91813b-a46b-450e-90f5-79432b30d154" providerId="ADAL" clId="{A9265C38-B650-4562-A8F5-8DB033515C30}" dt="2025-03-19T11:18:44.566" v="545" actId="20577"/>
          <ac:spMkLst>
            <pc:docMk/>
            <pc:sldMk cId="3351605550" sldId="514"/>
            <ac:spMk id="5" creationId="{577B0540-B333-F228-A10D-187BD7EAE88E}"/>
          </ac:spMkLst>
        </pc:spChg>
        <pc:picChg chg="add mod">
          <ac:chgData name="Josep Maria Herrera Marimon" userId="ec91813b-a46b-450e-90f5-79432b30d154" providerId="ADAL" clId="{A9265C38-B650-4562-A8F5-8DB033515C30}" dt="2025-03-19T11:18:28.001" v="497" actId="1076"/>
          <ac:picMkLst>
            <pc:docMk/>
            <pc:sldMk cId="3351605550" sldId="514"/>
            <ac:picMk id="3" creationId="{D58B4926-F98A-2602-D088-E88ECA075FA3}"/>
          </ac:picMkLst>
        </pc:picChg>
      </pc:sldChg>
      <pc:sldChg chg="addSp delSp modSp add mod">
        <pc:chgData name="Josep Maria Herrera Marimon" userId="ec91813b-a46b-450e-90f5-79432b30d154" providerId="ADAL" clId="{A9265C38-B650-4562-A8F5-8DB033515C30}" dt="2025-03-19T11:45:36.508" v="674" actId="20577"/>
        <pc:sldMkLst>
          <pc:docMk/>
          <pc:sldMk cId="752675993" sldId="515"/>
        </pc:sldMkLst>
        <pc:spChg chg="add mod">
          <ac:chgData name="Josep Maria Herrera Marimon" userId="ec91813b-a46b-450e-90f5-79432b30d154" providerId="ADAL" clId="{A9265C38-B650-4562-A8F5-8DB033515C30}" dt="2025-03-19T11:45:36.508" v="674" actId="20577"/>
          <ac:spMkLst>
            <pc:docMk/>
            <pc:sldMk cId="752675993" sldId="515"/>
            <ac:spMk id="7" creationId="{05CFF16E-D247-D47F-E517-D3EBDD696F29}"/>
          </ac:spMkLst>
        </pc:spChg>
        <pc:picChg chg="add mod">
          <ac:chgData name="Josep Maria Herrera Marimon" userId="ec91813b-a46b-450e-90f5-79432b30d154" providerId="ADAL" clId="{A9265C38-B650-4562-A8F5-8DB033515C30}" dt="2025-03-19T11:27:07.793" v="590" actId="1076"/>
          <ac:picMkLst>
            <pc:docMk/>
            <pc:sldMk cId="752675993" sldId="515"/>
            <ac:picMk id="10" creationId="{E1C8E736-589D-A7C5-CA0A-0FE1279D360B}"/>
          </ac:picMkLst>
        </pc:picChg>
        <pc:picChg chg="add mod">
          <ac:chgData name="Josep Maria Herrera Marimon" userId="ec91813b-a46b-450e-90f5-79432b30d154" providerId="ADAL" clId="{A9265C38-B650-4562-A8F5-8DB033515C30}" dt="2025-03-19T11:27:10.715" v="591" actId="1076"/>
          <ac:picMkLst>
            <pc:docMk/>
            <pc:sldMk cId="752675993" sldId="515"/>
            <ac:picMk id="12" creationId="{84E27BCA-8132-0FD2-2A8C-A1FCAC4CA91C}"/>
          </ac:picMkLst>
        </pc:picChg>
        <pc:picChg chg="add mod">
          <ac:chgData name="Josep Maria Herrera Marimon" userId="ec91813b-a46b-450e-90f5-79432b30d154" providerId="ADAL" clId="{A9265C38-B650-4562-A8F5-8DB033515C30}" dt="2025-03-19T11:27:18.423" v="594" actId="1076"/>
          <ac:picMkLst>
            <pc:docMk/>
            <pc:sldMk cId="752675993" sldId="515"/>
            <ac:picMk id="14" creationId="{7B4D80E5-A18D-B9F6-6169-9EB45A103B17}"/>
          </ac:picMkLst>
        </pc:picChg>
        <pc:picChg chg="add mod">
          <ac:chgData name="Josep Maria Herrera Marimon" userId="ec91813b-a46b-450e-90f5-79432b30d154" providerId="ADAL" clId="{A9265C38-B650-4562-A8F5-8DB033515C30}" dt="2025-03-19T11:27:23.615" v="596" actId="1076"/>
          <ac:picMkLst>
            <pc:docMk/>
            <pc:sldMk cId="752675993" sldId="515"/>
            <ac:picMk id="16" creationId="{131FE98F-C285-0366-3CE6-B8585FF3BE6E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20T18:28:21.823" v="2357" actId="20577"/>
        <pc:sldMkLst>
          <pc:docMk/>
          <pc:sldMk cId="3043064213" sldId="516"/>
        </pc:sldMkLst>
        <pc:spChg chg="mod">
          <ac:chgData name="Josep Maria Herrera Marimon" userId="ec91813b-a46b-450e-90f5-79432b30d154" providerId="ADAL" clId="{A9265C38-B650-4562-A8F5-8DB033515C30}" dt="2025-03-20T18:28:21.823" v="2357" actId="20577"/>
          <ac:spMkLst>
            <pc:docMk/>
            <pc:sldMk cId="3043064213" sldId="516"/>
            <ac:spMk id="5" creationId="{ABA38904-00AB-2D6E-9A57-403F57989B58}"/>
          </ac:spMkLst>
        </pc:spChg>
        <pc:picChg chg="add mod">
          <ac:chgData name="Josep Maria Herrera Marimon" userId="ec91813b-a46b-450e-90f5-79432b30d154" providerId="ADAL" clId="{A9265C38-B650-4562-A8F5-8DB033515C30}" dt="2025-03-19T15:54:15.332" v="1021" actId="1076"/>
          <ac:picMkLst>
            <pc:docMk/>
            <pc:sldMk cId="3043064213" sldId="516"/>
            <ac:picMk id="3" creationId="{B74D7653-EFDA-FB7C-0843-4F32D7BA0CC5}"/>
          </ac:picMkLst>
        </pc:picChg>
        <pc:picChg chg="add mod">
          <ac:chgData name="Josep Maria Herrera Marimon" userId="ec91813b-a46b-450e-90f5-79432b30d154" providerId="ADAL" clId="{A9265C38-B650-4562-A8F5-8DB033515C30}" dt="2025-03-19T15:54:43.932" v="1045" actId="1076"/>
          <ac:picMkLst>
            <pc:docMk/>
            <pc:sldMk cId="3043064213" sldId="516"/>
            <ac:picMk id="7" creationId="{8C519C95-4DA7-1048-2C4E-96A0BFE4C0F7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19T16:32:59.795" v="1540" actId="20577"/>
        <pc:sldMkLst>
          <pc:docMk/>
          <pc:sldMk cId="4279718086" sldId="517"/>
        </pc:sldMkLst>
        <pc:spChg chg="mod">
          <ac:chgData name="Josep Maria Herrera Marimon" userId="ec91813b-a46b-450e-90f5-79432b30d154" providerId="ADAL" clId="{A9265C38-B650-4562-A8F5-8DB033515C30}" dt="2025-03-19T16:32:59.795" v="1540" actId="20577"/>
          <ac:spMkLst>
            <pc:docMk/>
            <pc:sldMk cId="4279718086" sldId="517"/>
            <ac:spMk id="5" creationId="{C1320D69-8716-2160-E97D-D4DA40726D4E}"/>
          </ac:spMkLst>
        </pc:spChg>
        <pc:picChg chg="add mod">
          <ac:chgData name="Josep Maria Herrera Marimon" userId="ec91813b-a46b-450e-90f5-79432b30d154" providerId="ADAL" clId="{A9265C38-B650-4562-A8F5-8DB033515C30}" dt="2025-03-19T15:55:38.290" v="1127" actId="1076"/>
          <ac:picMkLst>
            <pc:docMk/>
            <pc:sldMk cId="4279718086" sldId="517"/>
            <ac:picMk id="3" creationId="{967C6125-E368-878B-3D92-E1D43C2D092D}"/>
          </ac:picMkLst>
        </pc:picChg>
      </pc:sldChg>
      <pc:sldChg chg="modSp add mod">
        <pc:chgData name="Josep Maria Herrera Marimon" userId="ec91813b-a46b-450e-90f5-79432b30d154" providerId="ADAL" clId="{A9265C38-B650-4562-A8F5-8DB033515C30}" dt="2025-04-01T13:53:33.665" v="2425" actId="403"/>
        <pc:sldMkLst>
          <pc:docMk/>
          <pc:sldMk cId="1820281243" sldId="518"/>
        </pc:sldMkLst>
        <pc:spChg chg="mod">
          <ac:chgData name="Josep Maria Herrera Marimon" userId="ec91813b-a46b-450e-90f5-79432b30d154" providerId="ADAL" clId="{A9265C38-B650-4562-A8F5-8DB033515C30}" dt="2025-03-19T16:18:03.200" v="1253" actId="20577"/>
          <ac:spMkLst>
            <pc:docMk/>
            <pc:sldMk cId="1820281243" sldId="518"/>
            <ac:spMk id="4" creationId="{BE987196-8848-6C6E-521B-98FAA43F8E45}"/>
          </ac:spMkLst>
        </pc:spChg>
        <pc:spChg chg="mod">
          <ac:chgData name="Josep Maria Herrera Marimon" userId="ec91813b-a46b-450e-90f5-79432b30d154" providerId="ADAL" clId="{A9265C38-B650-4562-A8F5-8DB033515C30}" dt="2025-04-01T13:53:33.665" v="2425" actId="403"/>
          <ac:spMkLst>
            <pc:docMk/>
            <pc:sldMk cId="1820281243" sldId="518"/>
            <ac:spMk id="5" creationId="{F3A5F012-C15C-1EC3-A57F-3DF28D121810}"/>
          </ac:spMkLst>
        </pc:spChg>
      </pc:sldChg>
      <pc:sldChg chg="add del">
        <pc:chgData name="Josep Maria Herrera Marimon" userId="ec91813b-a46b-450e-90f5-79432b30d154" providerId="ADAL" clId="{A9265C38-B650-4562-A8F5-8DB033515C30}" dt="2025-03-19T19:07:33.555" v="1568" actId="47"/>
        <pc:sldMkLst>
          <pc:docMk/>
          <pc:sldMk cId="2397649302" sldId="519"/>
        </pc:sldMkLst>
      </pc:sldChg>
      <pc:sldChg chg="add">
        <pc:chgData name="Josep Maria Herrera Marimon" userId="ec91813b-a46b-450e-90f5-79432b30d154" providerId="ADAL" clId="{A9265C38-B650-4562-A8F5-8DB033515C30}" dt="2025-03-19T16:05:46.757" v="1128"/>
        <pc:sldMkLst>
          <pc:docMk/>
          <pc:sldMk cId="3634168848" sldId="520"/>
        </pc:sldMkLst>
      </pc:sldChg>
      <pc:sldChg chg="addSp delSp modSp add mod">
        <pc:chgData name="Josep Maria Herrera Marimon" userId="ec91813b-a46b-450e-90f5-79432b30d154" providerId="ADAL" clId="{A9265C38-B650-4562-A8F5-8DB033515C30}" dt="2025-04-01T13:57:58.459" v="2548" actId="1076"/>
        <pc:sldMkLst>
          <pc:docMk/>
          <pc:sldMk cId="1173785866" sldId="521"/>
        </pc:sldMkLst>
        <pc:spChg chg="add mod">
          <ac:chgData name="Josep Maria Herrera Marimon" userId="ec91813b-a46b-450e-90f5-79432b30d154" providerId="ADAL" clId="{A9265C38-B650-4562-A8F5-8DB033515C30}" dt="2025-04-01T13:57:58.459" v="2548" actId="1076"/>
          <ac:spMkLst>
            <pc:docMk/>
            <pc:sldMk cId="1173785866" sldId="521"/>
            <ac:spMk id="3" creationId="{4E334084-6E82-AE18-A9A9-3777F0CE9508}"/>
          </ac:spMkLst>
        </pc:spChg>
        <pc:spChg chg="mod">
          <ac:chgData name="Josep Maria Herrera Marimon" userId="ec91813b-a46b-450e-90f5-79432b30d154" providerId="ADAL" clId="{A9265C38-B650-4562-A8F5-8DB033515C30}" dt="2025-03-19T16:06:00.513" v="1143" actId="20577"/>
          <ac:spMkLst>
            <pc:docMk/>
            <pc:sldMk cId="1173785866" sldId="521"/>
            <ac:spMk id="4" creationId="{E36767EC-EB13-7B10-8D60-C93D377B8993}"/>
          </ac:spMkLst>
        </pc:spChg>
        <pc:picChg chg="add mod">
          <ac:chgData name="Josep Maria Herrera Marimon" userId="ec91813b-a46b-450e-90f5-79432b30d154" providerId="ADAL" clId="{A9265C38-B650-4562-A8F5-8DB033515C30}" dt="2025-04-01T13:56:35.489" v="2440" actId="14100"/>
          <ac:picMkLst>
            <pc:docMk/>
            <pc:sldMk cId="1173785866" sldId="521"/>
            <ac:picMk id="7" creationId="{73A98853-C759-000B-F9C1-248A2FF92DC1}"/>
          </ac:picMkLst>
        </pc:picChg>
      </pc:sldChg>
      <pc:sldChg chg="add">
        <pc:chgData name="Josep Maria Herrera Marimon" userId="ec91813b-a46b-450e-90f5-79432b30d154" providerId="ADAL" clId="{A9265C38-B650-4562-A8F5-8DB033515C30}" dt="2025-03-19T19:07:49.662" v="1571"/>
        <pc:sldMkLst>
          <pc:docMk/>
          <pc:sldMk cId="1176863794" sldId="522"/>
        </pc:sldMkLst>
      </pc:sldChg>
      <pc:sldChg chg="addSp delSp modSp add mod">
        <pc:chgData name="Josep Maria Herrera Marimon" userId="ec91813b-a46b-450e-90f5-79432b30d154" providerId="ADAL" clId="{A9265C38-B650-4562-A8F5-8DB033515C30}" dt="2025-03-19T19:27:29.404" v="1646" actId="1076"/>
        <pc:sldMkLst>
          <pc:docMk/>
          <pc:sldMk cId="912083773" sldId="523"/>
        </pc:sldMkLst>
        <pc:spChg chg="add mod">
          <ac:chgData name="Josep Maria Herrera Marimon" userId="ec91813b-a46b-450e-90f5-79432b30d154" providerId="ADAL" clId="{A9265C38-B650-4562-A8F5-8DB033515C30}" dt="2025-03-19T19:19:59.591" v="1608" actId="1076"/>
          <ac:spMkLst>
            <pc:docMk/>
            <pc:sldMk cId="912083773" sldId="523"/>
            <ac:spMk id="3" creationId="{311F6110-9043-07CC-5201-0D259A422698}"/>
          </ac:spMkLst>
        </pc:spChg>
        <pc:spChg chg="mod">
          <ac:chgData name="Josep Maria Herrera Marimon" userId="ec91813b-a46b-450e-90f5-79432b30d154" providerId="ADAL" clId="{A9265C38-B650-4562-A8F5-8DB033515C30}" dt="2025-03-19T19:08:20.083" v="1592"/>
          <ac:spMkLst>
            <pc:docMk/>
            <pc:sldMk cId="912083773" sldId="523"/>
            <ac:spMk id="4" creationId="{06EF86FE-61EE-04C4-52AE-AFF52DEDDF2C}"/>
          </ac:spMkLst>
        </pc:spChg>
        <pc:picChg chg="add mod">
          <ac:chgData name="Josep Maria Herrera Marimon" userId="ec91813b-a46b-450e-90f5-79432b30d154" providerId="ADAL" clId="{A9265C38-B650-4562-A8F5-8DB033515C30}" dt="2025-03-19T19:27:29.404" v="1646" actId="1076"/>
          <ac:picMkLst>
            <pc:docMk/>
            <pc:sldMk cId="912083773" sldId="523"/>
            <ac:picMk id="11" creationId="{3E69110E-C9F2-4B09-C9BD-102B310CFA18}"/>
          </ac:picMkLst>
        </pc:picChg>
      </pc:sldChg>
      <pc:sldChg chg="delSp modSp add mod">
        <pc:chgData name="Josep Maria Herrera Marimon" userId="ec91813b-a46b-450e-90f5-79432b30d154" providerId="ADAL" clId="{A9265C38-B650-4562-A8F5-8DB033515C30}" dt="2025-03-20T07:36:10.141" v="1702" actId="20577"/>
        <pc:sldMkLst>
          <pc:docMk/>
          <pc:sldMk cId="2423877030" sldId="524"/>
        </pc:sldMkLst>
        <pc:spChg chg="mod">
          <ac:chgData name="Josep Maria Herrera Marimon" userId="ec91813b-a46b-450e-90f5-79432b30d154" providerId="ADAL" clId="{A9265C38-B650-4562-A8F5-8DB033515C30}" dt="2025-03-20T07:36:10.141" v="1702" actId="20577"/>
          <ac:spMkLst>
            <pc:docMk/>
            <pc:sldMk cId="2423877030" sldId="524"/>
            <ac:spMk id="3" creationId="{B4B5C249-09BD-A433-BE18-567BE6F9B756}"/>
          </ac:spMkLst>
        </pc:spChg>
        <pc:graphicFrameChg chg="mod modGraphic">
          <ac:chgData name="Josep Maria Herrera Marimon" userId="ec91813b-a46b-450e-90f5-79432b30d154" providerId="ADAL" clId="{A9265C38-B650-4562-A8F5-8DB033515C30}" dt="2025-03-19T19:25:41.360" v="1641" actId="20577"/>
          <ac:graphicFrameMkLst>
            <pc:docMk/>
            <pc:sldMk cId="2423877030" sldId="524"/>
            <ac:graphicFrameMk id="9" creationId="{ABE149B2-3FF4-64A0-0033-7C42E20715F0}"/>
          </ac:graphicFrameMkLst>
        </pc:graphicFrameChg>
      </pc:sldChg>
      <pc:sldChg chg="delSp modSp add del mod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1688261493" sldId="525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2734443557" sldId="526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1055750870" sldId="527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1863952922" sldId="528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3521681566" sldId="529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2651142029" sldId="530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1586964704" sldId="531"/>
        </pc:sldMkLst>
      </pc:sldChg>
      <pc:sldChg chg="add del">
        <pc:chgData name="Josep Maria Herrera Marimon" userId="ec91813b-a46b-450e-90f5-79432b30d154" providerId="ADAL" clId="{A9265C38-B650-4562-A8F5-8DB033515C30}" dt="2025-03-20T14:45:28.798" v="1766" actId="47"/>
        <pc:sldMkLst>
          <pc:docMk/>
          <pc:sldMk cId="809245518" sldId="532"/>
        </pc:sldMkLst>
      </pc:sldChg>
      <pc:sldChg chg="add">
        <pc:chgData name="Josep Maria Herrera Marimon" userId="ec91813b-a46b-450e-90f5-79432b30d154" providerId="ADAL" clId="{A9265C38-B650-4562-A8F5-8DB033515C30}" dt="2025-03-20T14:42:32.811" v="1705"/>
        <pc:sldMkLst>
          <pc:docMk/>
          <pc:sldMk cId="2593100140" sldId="533"/>
        </pc:sldMkLst>
      </pc:sldChg>
      <pc:sldChg chg="modSp add del mod">
        <pc:chgData name="Josep Maria Herrera Marimon" userId="ec91813b-a46b-450e-90f5-79432b30d154" providerId="ADAL" clId="{A9265C38-B650-4562-A8F5-8DB033515C30}" dt="2025-03-20T14:42:29.738" v="1704" actId="2696"/>
        <pc:sldMkLst>
          <pc:docMk/>
          <pc:sldMk cId="3988245638" sldId="533"/>
        </pc:sldMkLst>
      </pc:sldChg>
      <pc:sldChg chg="modSp add del mod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1264112355" sldId="534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2446532337" sldId="535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2199069120" sldId="536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2868561604" sldId="537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299122347" sldId="538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149524696" sldId="539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830580490" sldId="540"/>
        </pc:sldMkLst>
      </pc:sldChg>
      <pc:sldChg chg="add del">
        <pc:chgData name="Josep Maria Herrera Marimon" userId="ec91813b-a46b-450e-90f5-79432b30d154" providerId="ADAL" clId="{A9265C38-B650-4562-A8F5-8DB033515C30}" dt="2025-03-20T16:20:03.746" v="1775" actId="47"/>
        <pc:sldMkLst>
          <pc:docMk/>
          <pc:sldMk cId="2571892" sldId="541"/>
        </pc:sldMkLst>
      </pc:sldChg>
      <pc:sldChg chg="add">
        <pc:chgData name="Josep Maria Herrera Marimon" userId="ec91813b-a46b-450e-90f5-79432b30d154" providerId="ADAL" clId="{A9265C38-B650-4562-A8F5-8DB033515C30}" dt="2025-03-20T15:32:24.859" v="1774"/>
        <pc:sldMkLst>
          <pc:docMk/>
          <pc:sldMk cId="188816200" sldId="542"/>
        </pc:sldMkLst>
      </pc:sldChg>
      <pc:sldChg chg="modSp add mod">
        <pc:chgData name="Josep Maria Herrera Marimon" userId="ec91813b-a46b-450e-90f5-79432b30d154" providerId="ADAL" clId="{A9265C38-B650-4562-A8F5-8DB033515C30}" dt="2025-03-20T17:03:52.667" v="1779"/>
        <pc:sldMkLst>
          <pc:docMk/>
          <pc:sldMk cId="738359675" sldId="543"/>
        </pc:sldMkLst>
        <pc:spChg chg="mod">
          <ac:chgData name="Josep Maria Herrera Marimon" userId="ec91813b-a46b-450e-90f5-79432b30d154" providerId="ADAL" clId="{A9265C38-B650-4562-A8F5-8DB033515C30}" dt="2025-03-20T17:03:52.667" v="1779"/>
          <ac:spMkLst>
            <pc:docMk/>
            <pc:sldMk cId="738359675" sldId="543"/>
            <ac:spMk id="5122" creationId="{06605957-F948-C8B4-0C7F-BB9814CC71BB}"/>
          </ac:spMkLst>
        </pc:spChg>
      </pc:sldChg>
      <pc:sldChg chg="addSp delSp modSp add mod">
        <pc:chgData name="Josep Maria Herrera Marimon" userId="ec91813b-a46b-450e-90f5-79432b30d154" providerId="ADAL" clId="{A9265C38-B650-4562-A8F5-8DB033515C30}" dt="2025-03-20T17:27:26.182" v="2124" actId="11529"/>
        <pc:sldMkLst>
          <pc:docMk/>
          <pc:sldMk cId="3920929869" sldId="544"/>
        </pc:sldMkLst>
        <pc:spChg chg="mod">
          <ac:chgData name="Josep Maria Herrera Marimon" userId="ec91813b-a46b-450e-90f5-79432b30d154" providerId="ADAL" clId="{A9265C38-B650-4562-A8F5-8DB033515C30}" dt="2025-03-20T17:04:11.421" v="1781"/>
          <ac:spMkLst>
            <pc:docMk/>
            <pc:sldMk cId="3920929869" sldId="544"/>
            <ac:spMk id="4" creationId="{260A5788-B30F-A86A-C169-7A0C2424E17A}"/>
          </ac:spMkLst>
        </pc:spChg>
        <pc:spChg chg="add mod">
          <ac:chgData name="Josep Maria Herrera Marimon" userId="ec91813b-a46b-450e-90f5-79432b30d154" providerId="ADAL" clId="{A9265C38-B650-4562-A8F5-8DB033515C30}" dt="2025-03-20T17:26:50.227" v="2119" actId="20577"/>
          <ac:spMkLst>
            <pc:docMk/>
            <pc:sldMk cId="3920929869" sldId="544"/>
            <ac:spMk id="5" creationId="{DBDFDC80-7BEE-14BA-98AE-CA35B66964D3}"/>
          </ac:spMkLst>
        </pc:spChg>
        <pc:spChg chg="add">
          <ac:chgData name="Josep Maria Herrera Marimon" userId="ec91813b-a46b-450e-90f5-79432b30d154" providerId="ADAL" clId="{A9265C38-B650-4562-A8F5-8DB033515C30}" dt="2025-03-20T17:27:26.182" v="2124" actId="11529"/>
          <ac:spMkLst>
            <pc:docMk/>
            <pc:sldMk cId="3920929869" sldId="544"/>
            <ac:spMk id="13" creationId="{73B187B6-A2C4-8A44-9AC2-CF28D4BCC5E4}"/>
          </ac:spMkLst>
        </pc:spChg>
        <pc:picChg chg="add mod">
          <ac:chgData name="Josep Maria Herrera Marimon" userId="ec91813b-a46b-450e-90f5-79432b30d154" providerId="ADAL" clId="{A9265C38-B650-4562-A8F5-8DB033515C30}" dt="2025-03-20T17:23:03.789" v="2081" actId="1076"/>
          <ac:picMkLst>
            <pc:docMk/>
            <pc:sldMk cId="3920929869" sldId="544"/>
            <ac:picMk id="7" creationId="{77D430C8-DA3B-FEEC-462A-B575B1D3DBAB}"/>
          </ac:picMkLst>
        </pc:picChg>
        <pc:picChg chg="add mod">
          <ac:chgData name="Josep Maria Herrera Marimon" userId="ec91813b-a46b-450e-90f5-79432b30d154" providerId="ADAL" clId="{A9265C38-B650-4562-A8F5-8DB033515C30}" dt="2025-03-20T17:27:05.218" v="2121" actId="1076"/>
          <ac:picMkLst>
            <pc:docMk/>
            <pc:sldMk cId="3920929869" sldId="544"/>
            <ac:picMk id="10" creationId="{252F8101-C52C-9BE3-A4FE-5B958173BC1E}"/>
          </ac:picMkLst>
        </pc:picChg>
        <pc:picChg chg="add mod">
          <ac:chgData name="Josep Maria Herrera Marimon" userId="ec91813b-a46b-450e-90f5-79432b30d154" providerId="ADAL" clId="{A9265C38-B650-4562-A8F5-8DB033515C30}" dt="2025-03-20T17:27:17.954" v="2123" actId="1076"/>
          <ac:picMkLst>
            <pc:docMk/>
            <pc:sldMk cId="3920929869" sldId="544"/>
            <ac:picMk id="12" creationId="{F5C65099-7974-56B8-1433-FFE25AA446DB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20T17:28:56.261" v="2253" actId="11529"/>
        <pc:sldMkLst>
          <pc:docMk/>
          <pc:sldMk cId="526833390" sldId="545"/>
        </pc:sldMkLst>
        <pc:spChg chg="add mod">
          <ac:chgData name="Josep Maria Herrera Marimon" userId="ec91813b-a46b-450e-90f5-79432b30d154" providerId="ADAL" clId="{A9265C38-B650-4562-A8F5-8DB033515C30}" dt="2025-03-20T17:28:46.135" v="2252" actId="14100"/>
          <ac:spMkLst>
            <pc:docMk/>
            <pc:sldMk cId="526833390" sldId="545"/>
            <ac:spMk id="3" creationId="{D545C9D9-FD86-F312-3E13-2F152E97045C}"/>
          </ac:spMkLst>
        </pc:spChg>
        <pc:spChg chg="add">
          <ac:chgData name="Josep Maria Herrera Marimon" userId="ec91813b-a46b-450e-90f5-79432b30d154" providerId="ADAL" clId="{A9265C38-B650-4562-A8F5-8DB033515C30}" dt="2025-03-20T17:28:56.261" v="2253" actId="11529"/>
          <ac:spMkLst>
            <pc:docMk/>
            <pc:sldMk cId="526833390" sldId="545"/>
            <ac:spMk id="9" creationId="{DD656CB5-6EC9-D702-6D23-9EFE6C44B1B8}"/>
          </ac:spMkLst>
        </pc:spChg>
        <pc:picChg chg="add mod">
          <ac:chgData name="Josep Maria Herrera Marimon" userId="ec91813b-a46b-450e-90f5-79432b30d154" providerId="ADAL" clId="{A9265C38-B650-4562-A8F5-8DB033515C30}" dt="2025-03-20T17:28:01.041" v="2168" actId="1076"/>
          <ac:picMkLst>
            <pc:docMk/>
            <pc:sldMk cId="526833390" sldId="545"/>
            <ac:picMk id="6" creationId="{11FB511B-5610-DA06-0A3A-0FF74C3438A2}"/>
          </ac:picMkLst>
        </pc:picChg>
        <pc:picChg chg="add mod">
          <ac:chgData name="Josep Maria Herrera Marimon" userId="ec91813b-a46b-450e-90f5-79432b30d154" providerId="ADAL" clId="{A9265C38-B650-4562-A8F5-8DB033515C30}" dt="2025-03-20T17:28:17.449" v="2170" actId="1076"/>
          <ac:picMkLst>
            <pc:docMk/>
            <pc:sldMk cId="526833390" sldId="545"/>
            <ac:picMk id="8" creationId="{7479C300-4E31-514A-1D39-2135F30AA5FD}"/>
          </ac:picMkLst>
        </pc:picChg>
      </pc:sldChg>
      <pc:sldChg chg="addSp modSp add mod">
        <pc:chgData name="Josep Maria Herrera Marimon" userId="ec91813b-a46b-450e-90f5-79432b30d154" providerId="ADAL" clId="{A9265C38-B650-4562-A8F5-8DB033515C30}" dt="2025-03-20T18:05:38.375" v="2347" actId="1076"/>
        <pc:sldMkLst>
          <pc:docMk/>
          <pc:sldMk cId="3224458786" sldId="546"/>
        </pc:sldMkLst>
        <pc:spChg chg="add mod">
          <ac:chgData name="Josep Maria Herrera Marimon" userId="ec91813b-a46b-450e-90f5-79432b30d154" providerId="ADAL" clId="{A9265C38-B650-4562-A8F5-8DB033515C30}" dt="2025-03-20T18:05:32.524" v="2345" actId="14100"/>
          <ac:spMkLst>
            <pc:docMk/>
            <pc:sldMk cId="3224458786" sldId="546"/>
            <ac:spMk id="3" creationId="{0A11C6CB-C39D-F340-E615-0381AEC92B71}"/>
          </ac:spMkLst>
        </pc:spChg>
        <pc:spChg chg="mod">
          <ac:chgData name="Josep Maria Herrera Marimon" userId="ec91813b-a46b-450e-90f5-79432b30d154" providerId="ADAL" clId="{A9265C38-B650-4562-A8F5-8DB033515C30}" dt="2025-03-20T18:04:11.383" v="2267" actId="20577"/>
          <ac:spMkLst>
            <pc:docMk/>
            <pc:sldMk cId="3224458786" sldId="546"/>
            <ac:spMk id="4" creationId="{8204ED0E-220E-BBE9-C9C8-CD360E93E0E8}"/>
          </ac:spMkLst>
        </pc:spChg>
        <pc:picChg chg="add mod">
          <ac:chgData name="Josep Maria Herrera Marimon" userId="ec91813b-a46b-450e-90f5-79432b30d154" providerId="ADAL" clId="{A9265C38-B650-4562-A8F5-8DB033515C30}" dt="2025-03-20T18:05:38.375" v="2347" actId="1076"/>
          <ac:picMkLst>
            <pc:docMk/>
            <pc:sldMk cId="3224458786" sldId="546"/>
            <ac:picMk id="6" creationId="{D1F3939C-7432-FB39-580C-904A356865F6}"/>
          </ac:picMkLst>
        </pc:picChg>
      </pc:sldChg>
      <pc:sldChg chg="add del">
        <pc:chgData name="Josep Maria Herrera Marimon" userId="ec91813b-a46b-450e-90f5-79432b30d154" providerId="ADAL" clId="{A9265C38-B650-4562-A8F5-8DB033515C30}" dt="2025-04-02T15:01:32.846" v="2549" actId="47"/>
        <pc:sldMkLst>
          <pc:docMk/>
          <pc:sldMk cId="753938348" sldId="547"/>
        </pc:sldMkLst>
      </pc:sldChg>
      <pc:sldChg chg="add del">
        <pc:chgData name="Josep Maria Herrera Marimon" userId="ec91813b-a46b-450e-90f5-79432b30d154" providerId="ADAL" clId="{A9265C38-B650-4562-A8F5-8DB033515C30}" dt="2025-04-02T15:01:32.846" v="2549" actId="47"/>
        <pc:sldMkLst>
          <pc:docMk/>
          <pc:sldMk cId="1004332957" sldId="548"/>
        </pc:sldMkLst>
      </pc:sldChg>
      <pc:sldChg chg="add del">
        <pc:chgData name="Josep Maria Herrera Marimon" userId="ec91813b-a46b-450e-90f5-79432b30d154" providerId="ADAL" clId="{A9265C38-B650-4562-A8F5-8DB033515C30}" dt="2025-04-02T15:01:32.846" v="2549" actId="47"/>
        <pc:sldMkLst>
          <pc:docMk/>
          <pc:sldMk cId="2152448293" sldId="549"/>
        </pc:sldMkLst>
      </pc:sldChg>
      <pc:sldChg chg="add del">
        <pc:chgData name="Josep Maria Herrera Marimon" userId="ec91813b-a46b-450e-90f5-79432b30d154" providerId="ADAL" clId="{A9265C38-B650-4562-A8F5-8DB033515C30}" dt="2025-04-02T15:01:32.846" v="2549" actId="47"/>
        <pc:sldMkLst>
          <pc:docMk/>
          <pc:sldMk cId="2068498463" sldId="550"/>
        </pc:sldMkLst>
      </pc:sldChg>
      <pc:sldChg chg="add del">
        <pc:chgData name="Josep Maria Herrera Marimon" userId="ec91813b-a46b-450e-90f5-79432b30d154" providerId="ADAL" clId="{A9265C38-B650-4562-A8F5-8DB033515C30}" dt="2025-04-02T15:01:32.846" v="2549" actId="47"/>
        <pc:sldMkLst>
          <pc:docMk/>
          <pc:sldMk cId="490755149" sldId="551"/>
        </pc:sldMkLst>
      </pc:sldChg>
      <pc:sldChg chg="addSp delSp modSp add mod ord">
        <pc:chgData name="Josep Maria Herrera Marimon" userId="ec91813b-a46b-450e-90f5-79432b30d154" providerId="ADAL" clId="{A9265C38-B650-4562-A8F5-8DB033515C30}" dt="2025-03-20T17:22:26.458" v="2029"/>
        <pc:sldMkLst>
          <pc:docMk/>
          <pc:sldMk cId="228383464" sldId="552"/>
        </pc:sldMkLst>
        <pc:spChg chg="add mod">
          <ac:chgData name="Josep Maria Herrera Marimon" userId="ec91813b-a46b-450e-90f5-79432b30d154" providerId="ADAL" clId="{A9265C38-B650-4562-A8F5-8DB033515C30}" dt="2025-03-20T17:21:40.862" v="2021" actId="6549"/>
          <ac:spMkLst>
            <pc:docMk/>
            <pc:sldMk cId="228383464" sldId="552"/>
            <ac:spMk id="8" creationId="{0677A9E6-D7FA-0304-A2F8-492B70E3DF5B}"/>
          </ac:spMkLst>
        </pc:spChg>
        <pc:spChg chg="add">
          <ac:chgData name="Josep Maria Herrera Marimon" userId="ec91813b-a46b-450e-90f5-79432b30d154" providerId="ADAL" clId="{A9265C38-B650-4562-A8F5-8DB033515C30}" dt="2025-03-20T17:21:56.019" v="2023" actId="11529"/>
          <ac:spMkLst>
            <pc:docMk/>
            <pc:sldMk cId="228383464" sldId="552"/>
            <ac:spMk id="13" creationId="{38BB0599-BC33-A59E-7533-EA94D2E29787}"/>
          </ac:spMkLst>
        </pc:spChg>
        <pc:picChg chg="add mod">
          <ac:chgData name="Josep Maria Herrera Marimon" userId="ec91813b-a46b-450e-90f5-79432b30d154" providerId="ADAL" clId="{A9265C38-B650-4562-A8F5-8DB033515C30}" dt="2025-03-20T17:21:37.910" v="2018" actId="1076"/>
          <ac:picMkLst>
            <pc:docMk/>
            <pc:sldMk cId="228383464" sldId="552"/>
            <ac:picMk id="10" creationId="{C19D9E74-358D-45F3-883F-652499E91B77}"/>
          </ac:picMkLst>
        </pc:picChg>
        <pc:picChg chg="add mod">
          <ac:chgData name="Josep Maria Herrera Marimon" userId="ec91813b-a46b-450e-90f5-79432b30d154" providerId="ADAL" clId="{A9265C38-B650-4562-A8F5-8DB033515C30}" dt="2025-03-20T17:21:44.181" v="2022" actId="1076"/>
          <ac:picMkLst>
            <pc:docMk/>
            <pc:sldMk cId="228383464" sldId="552"/>
            <ac:picMk id="12" creationId="{B496F8BA-DC6C-F347-0BEB-BF908CF3C8F1}"/>
          </ac:picMkLst>
        </pc:picChg>
      </pc:sldChg>
    </pc:docChg>
  </pc:docChgLst>
  <pc:docChgLst>
    <pc:chgData name="Josep Maria Herrera Marimon" userId="ec91813b-a46b-450e-90f5-79432b30d154" providerId="ADAL" clId="{7EED7AF2-00AE-42B1-96DD-0B15C439963F}"/>
    <pc:docChg chg="undo custSel addSld delSld modSld">
      <pc:chgData name="Josep Maria Herrera Marimon" userId="ec91813b-a46b-450e-90f5-79432b30d154" providerId="ADAL" clId="{7EED7AF2-00AE-42B1-96DD-0B15C439963F}" dt="2024-10-11T16:13:21.092" v="2825" actId="47"/>
      <pc:docMkLst>
        <pc:docMk/>
      </pc:docMkLst>
      <pc:sldChg chg="delSp modSp mod">
        <pc:chgData name="Josep Maria Herrera Marimon" userId="ec91813b-a46b-450e-90f5-79432b30d154" providerId="ADAL" clId="{7EED7AF2-00AE-42B1-96DD-0B15C439963F}" dt="2024-09-26T15:38:02.788" v="928" actId="6549"/>
        <pc:sldMkLst>
          <pc:docMk/>
          <pc:sldMk cId="1661475989" sldId="276"/>
        </pc:sldMkLst>
      </pc:sldChg>
      <pc:sldChg chg="addSp delSp modSp mod">
        <pc:chgData name="Josep Maria Herrera Marimon" userId="ec91813b-a46b-450e-90f5-79432b30d154" providerId="ADAL" clId="{7EED7AF2-00AE-42B1-96DD-0B15C439963F}" dt="2024-09-26T15:45:01.429" v="953"/>
        <pc:sldMkLst>
          <pc:docMk/>
          <pc:sldMk cId="1217379116" sldId="285"/>
        </pc:sldMkLst>
      </pc:sldChg>
      <pc:sldChg chg="modSp mod">
        <pc:chgData name="Josep Maria Herrera Marimon" userId="ec91813b-a46b-450e-90f5-79432b30d154" providerId="ADAL" clId="{7EED7AF2-00AE-42B1-96DD-0B15C439963F}" dt="2024-10-04T17:16:45.165" v="2713" actId="1076"/>
        <pc:sldMkLst>
          <pc:docMk/>
          <pc:sldMk cId="3857266141" sldId="286"/>
        </pc:sldMkLst>
      </pc:sldChg>
      <pc:sldChg chg="addSp delSp modSp mod">
        <pc:chgData name="Josep Maria Herrera Marimon" userId="ec91813b-a46b-450e-90f5-79432b30d154" providerId="ADAL" clId="{7EED7AF2-00AE-42B1-96DD-0B15C439963F}" dt="2024-09-24T08:05:34.172" v="30" actId="478"/>
        <pc:sldMkLst>
          <pc:docMk/>
          <pc:sldMk cId="4196699948" sldId="287"/>
        </pc:sldMkLst>
      </pc:sldChg>
      <pc:sldChg chg="modSp mod">
        <pc:chgData name="Josep Maria Herrera Marimon" userId="ec91813b-a46b-450e-90f5-79432b30d154" providerId="ADAL" clId="{7EED7AF2-00AE-42B1-96DD-0B15C439963F}" dt="2024-09-20T07:42:31.463" v="1" actId="20577"/>
        <pc:sldMkLst>
          <pc:docMk/>
          <pc:sldMk cId="654608868" sldId="376"/>
        </pc:sldMkLst>
      </pc:sldChg>
      <pc:sldChg chg="modSp mod">
        <pc:chgData name="Josep Maria Herrera Marimon" userId="ec91813b-a46b-450e-90f5-79432b30d154" providerId="ADAL" clId="{7EED7AF2-00AE-42B1-96DD-0B15C439963F}" dt="2024-09-27T15:38:05.429" v="2697" actId="20577"/>
        <pc:sldMkLst>
          <pc:docMk/>
          <pc:sldMk cId="2525408418" sldId="390"/>
        </pc:sldMkLst>
      </pc:sldChg>
      <pc:sldChg chg="addSp delSp mod">
        <pc:chgData name="Josep Maria Herrera Marimon" userId="ec91813b-a46b-450e-90f5-79432b30d154" providerId="ADAL" clId="{7EED7AF2-00AE-42B1-96DD-0B15C439963F}" dt="2024-09-24T19:34:39.760" v="234" actId="478"/>
        <pc:sldMkLst>
          <pc:docMk/>
          <pc:sldMk cId="388397622" sldId="393"/>
        </pc:sldMkLst>
      </pc:sldChg>
      <pc:sldChg chg="modSp mod">
        <pc:chgData name="Josep Maria Herrera Marimon" userId="ec91813b-a46b-450e-90f5-79432b30d154" providerId="ADAL" clId="{7EED7AF2-00AE-42B1-96DD-0B15C439963F}" dt="2024-09-25T17:57:00.874" v="684" actId="14100"/>
        <pc:sldMkLst>
          <pc:docMk/>
          <pc:sldMk cId="70409061" sldId="395"/>
        </pc:sldMkLst>
      </pc:sldChg>
      <pc:sldChg chg="modSp mod">
        <pc:chgData name="Josep Maria Herrera Marimon" userId="ec91813b-a46b-450e-90f5-79432b30d154" providerId="ADAL" clId="{7EED7AF2-00AE-42B1-96DD-0B15C439963F}" dt="2024-09-25T09:12:23.696" v="405" actId="14100"/>
        <pc:sldMkLst>
          <pc:docMk/>
          <pc:sldMk cId="227195369" sldId="418"/>
        </pc:sldMkLst>
      </pc:sldChg>
      <pc:sldChg chg="modSp mod">
        <pc:chgData name="Josep Maria Herrera Marimon" userId="ec91813b-a46b-450e-90f5-79432b30d154" providerId="ADAL" clId="{7EED7AF2-00AE-42B1-96DD-0B15C439963F}" dt="2024-09-25T17:57:25.676" v="712" actId="20577"/>
        <pc:sldMkLst>
          <pc:docMk/>
          <pc:sldMk cId="743164043" sldId="430"/>
        </pc:sldMkLst>
      </pc:sldChg>
      <pc:sldChg chg="modSp mod">
        <pc:chgData name="Josep Maria Herrera Marimon" userId="ec91813b-a46b-450e-90f5-79432b30d154" providerId="ADAL" clId="{7EED7AF2-00AE-42B1-96DD-0B15C439963F}" dt="2024-10-04T13:16:38.555" v="2707" actId="13926"/>
        <pc:sldMkLst>
          <pc:docMk/>
          <pc:sldMk cId="1592848847" sldId="448"/>
        </pc:sldMkLst>
      </pc:sldChg>
      <pc:sldChg chg="modSp mod">
        <pc:chgData name="Josep Maria Herrera Marimon" userId="ec91813b-a46b-450e-90f5-79432b30d154" providerId="ADAL" clId="{7EED7AF2-00AE-42B1-96DD-0B15C439963F}" dt="2024-10-11T09:19:12.511" v="2787" actId="20577"/>
        <pc:sldMkLst>
          <pc:docMk/>
          <pc:sldMk cId="2458016184" sldId="452"/>
        </pc:sldMkLst>
      </pc:sldChg>
      <pc:sldChg chg="modSp mod">
        <pc:chgData name="Josep Maria Herrera Marimon" userId="ec91813b-a46b-450e-90f5-79432b30d154" providerId="ADAL" clId="{7EED7AF2-00AE-42B1-96DD-0B15C439963F}" dt="2024-10-04T13:16:33.863" v="2706" actId="13926"/>
        <pc:sldMkLst>
          <pc:docMk/>
          <pc:sldMk cId="514975812" sldId="453"/>
        </pc:sldMkLst>
      </pc:sldChg>
      <pc:sldChg chg="modSp mod">
        <pc:chgData name="Josep Maria Herrera Marimon" userId="ec91813b-a46b-450e-90f5-79432b30d154" providerId="ADAL" clId="{7EED7AF2-00AE-42B1-96DD-0B15C439963F}" dt="2024-10-04T13:11:30.658" v="2702" actId="1076"/>
        <pc:sldMkLst>
          <pc:docMk/>
          <pc:sldMk cId="1476887883" sldId="454"/>
        </pc:sldMkLst>
      </pc:sldChg>
      <pc:sldChg chg="modSp mod">
        <pc:chgData name="Josep Maria Herrera Marimon" userId="ec91813b-a46b-450e-90f5-79432b30d154" providerId="ADAL" clId="{7EED7AF2-00AE-42B1-96DD-0B15C439963F}" dt="2024-10-04T13:12:51.422" v="2705" actId="1076"/>
        <pc:sldMkLst>
          <pc:docMk/>
          <pc:sldMk cId="606407850" sldId="455"/>
        </pc:sldMkLst>
      </pc:sldChg>
      <pc:sldChg chg="modSp mod">
        <pc:chgData name="Josep Maria Herrera Marimon" userId="ec91813b-a46b-450e-90f5-79432b30d154" providerId="ADAL" clId="{7EED7AF2-00AE-42B1-96DD-0B15C439963F}" dt="2024-10-11T09:23:40.031" v="2791" actId="6549"/>
        <pc:sldMkLst>
          <pc:docMk/>
          <pc:sldMk cId="4041387428" sldId="456"/>
        </pc:sldMkLst>
      </pc:sldChg>
      <pc:sldChg chg="delSp modSp mod">
        <pc:chgData name="Josep Maria Herrera Marimon" userId="ec91813b-a46b-450e-90f5-79432b30d154" providerId="ADAL" clId="{7EED7AF2-00AE-42B1-96DD-0B15C439963F}" dt="2024-10-11T09:23:32.860" v="2789" actId="6549"/>
        <pc:sldMkLst>
          <pc:docMk/>
          <pc:sldMk cId="2931003349" sldId="457"/>
        </pc:sldMkLst>
      </pc:sldChg>
      <pc:sldChg chg="del">
        <pc:chgData name="Josep Maria Herrera Marimon" userId="ec91813b-a46b-450e-90f5-79432b30d154" providerId="ADAL" clId="{7EED7AF2-00AE-42B1-96DD-0B15C439963F}" dt="2024-10-11T09:23:35.055" v="2790" actId="47"/>
        <pc:sldMkLst>
          <pc:docMk/>
          <pc:sldMk cId="668223248" sldId="458"/>
        </pc:sldMkLst>
      </pc:sldChg>
      <pc:sldChg chg="modSp mod">
        <pc:chgData name="Josep Maria Herrera Marimon" userId="ec91813b-a46b-450e-90f5-79432b30d154" providerId="ADAL" clId="{7EED7AF2-00AE-42B1-96DD-0B15C439963F}" dt="2024-10-11T09:56:30.730" v="2793" actId="13926"/>
        <pc:sldMkLst>
          <pc:docMk/>
          <pc:sldMk cId="3830757283" sldId="461"/>
        </pc:sldMkLst>
      </pc:sldChg>
      <pc:sldChg chg="modSp del mod">
        <pc:chgData name="Josep Maria Herrera Marimon" userId="ec91813b-a46b-450e-90f5-79432b30d154" providerId="ADAL" clId="{7EED7AF2-00AE-42B1-96DD-0B15C439963F}" dt="2024-10-11T16:13:21.092" v="2825" actId="47"/>
        <pc:sldMkLst>
          <pc:docMk/>
          <pc:sldMk cId="2469029640" sldId="463"/>
        </pc:sldMkLst>
      </pc:sldChg>
      <pc:sldChg chg="modSp mod">
        <pc:chgData name="Josep Maria Herrera Marimon" userId="ec91813b-a46b-450e-90f5-79432b30d154" providerId="ADAL" clId="{7EED7AF2-00AE-42B1-96DD-0B15C439963F}" dt="2024-10-11T11:33:21.075" v="2821" actId="13926"/>
        <pc:sldMkLst>
          <pc:docMk/>
          <pc:sldMk cId="2022026658" sldId="466"/>
        </pc:sldMkLst>
      </pc:sldChg>
      <pc:sldChg chg="modSp">
        <pc:chgData name="Josep Maria Herrera Marimon" userId="ec91813b-a46b-450e-90f5-79432b30d154" providerId="ADAL" clId="{7EED7AF2-00AE-42B1-96DD-0B15C439963F}" dt="2024-10-11T11:22:45.113" v="2820" actId="20578"/>
        <pc:sldMkLst>
          <pc:docMk/>
          <pc:sldMk cId="2135918341" sldId="467"/>
        </pc:sldMkLst>
      </pc:sldChg>
      <pc:sldChg chg="addSp mod">
        <pc:chgData name="Josep Maria Herrera Marimon" userId="ec91813b-a46b-450e-90f5-79432b30d154" providerId="ADAL" clId="{7EED7AF2-00AE-42B1-96DD-0B15C439963F}" dt="2024-10-11T11:34:38.106" v="2822" actId="11529"/>
        <pc:sldMkLst>
          <pc:docMk/>
          <pc:sldMk cId="1205810816" sldId="468"/>
        </pc:sldMkLst>
      </pc:sldChg>
      <pc:sldChg chg="modSp mod">
        <pc:chgData name="Josep Maria Herrera Marimon" userId="ec91813b-a46b-450e-90f5-79432b30d154" providerId="ADAL" clId="{7EED7AF2-00AE-42B1-96DD-0B15C439963F}" dt="2024-10-11T11:35:49.087" v="2824" actId="13926"/>
        <pc:sldMkLst>
          <pc:docMk/>
          <pc:sldMk cId="3137595583" sldId="471"/>
        </pc:sldMkLst>
      </pc:sldChg>
      <pc:sldChg chg="addSp delSp modSp add mod">
        <pc:chgData name="Josep Maria Herrera Marimon" userId="ec91813b-a46b-450e-90f5-79432b30d154" providerId="ADAL" clId="{7EED7AF2-00AE-42B1-96DD-0B15C439963F}" dt="2024-09-24T08:06:37.017" v="44" actId="11529"/>
        <pc:sldMkLst>
          <pc:docMk/>
          <pc:sldMk cId="765832598" sldId="477"/>
        </pc:sldMkLst>
      </pc:sldChg>
      <pc:sldChg chg="addSp delSp modSp add mod">
        <pc:chgData name="Josep Maria Herrera Marimon" userId="ec91813b-a46b-450e-90f5-79432b30d154" providerId="ADAL" clId="{7EED7AF2-00AE-42B1-96DD-0B15C439963F}" dt="2024-09-26T15:46:02.005" v="965" actId="1076"/>
        <pc:sldMkLst>
          <pc:docMk/>
          <pc:sldMk cId="1568960941" sldId="478"/>
        </pc:sldMkLst>
      </pc:sldChg>
      <pc:sldChg chg="addSp delSp modSp add mod">
        <pc:chgData name="Josep Maria Herrera Marimon" userId="ec91813b-a46b-450e-90f5-79432b30d154" providerId="ADAL" clId="{7EED7AF2-00AE-42B1-96DD-0B15C439963F}" dt="2024-09-25T08:44:53.626" v="244" actId="12"/>
        <pc:sldMkLst>
          <pc:docMk/>
          <pc:sldMk cId="4057799405" sldId="479"/>
        </pc:sldMkLst>
      </pc:sldChg>
      <pc:sldChg chg="addSp delSp modSp add mod">
        <pc:chgData name="Josep Maria Herrera Marimon" userId="ec91813b-a46b-450e-90f5-79432b30d154" providerId="ADAL" clId="{7EED7AF2-00AE-42B1-96DD-0B15C439963F}" dt="2024-09-25T09:10:06.057" v="286" actId="478"/>
        <pc:sldMkLst>
          <pc:docMk/>
          <pc:sldMk cId="1121554648" sldId="480"/>
        </pc:sldMkLst>
      </pc:sldChg>
      <pc:sldChg chg="delSp modSp add mod">
        <pc:chgData name="Josep Maria Herrera Marimon" userId="ec91813b-a46b-450e-90f5-79432b30d154" providerId="ADAL" clId="{7EED7AF2-00AE-42B1-96DD-0B15C439963F}" dt="2024-09-24T19:34:48.372" v="237" actId="1076"/>
        <pc:sldMkLst>
          <pc:docMk/>
          <pc:sldMk cId="2418439724" sldId="481"/>
        </pc:sldMkLst>
      </pc:sldChg>
      <pc:sldChg chg="addSp delSp modSp add mod">
        <pc:chgData name="Josep Maria Herrera Marimon" userId="ec91813b-a46b-450e-90f5-79432b30d154" providerId="ADAL" clId="{7EED7AF2-00AE-42B1-96DD-0B15C439963F}" dt="2024-09-25T09:14:10.628" v="425" actId="14100"/>
        <pc:sldMkLst>
          <pc:docMk/>
          <pc:sldMk cId="3506135627" sldId="482"/>
        </pc:sldMkLst>
      </pc:sldChg>
      <pc:sldChg chg="addSp delSp modSp add mod">
        <pc:chgData name="Josep Maria Herrera Marimon" userId="ec91813b-a46b-450e-90f5-79432b30d154" providerId="ADAL" clId="{7EED7AF2-00AE-42B1-96DD-0B15C439963F}" dt="2024-09-25T09:56:24.402" v="574" actId="478"/>
        <pc:sldMkLst>
          <pc:docMk/>
          <pc:sldMk cId="1855680757" sldId="483"/>
        </pc:sldMkLst>
      </pc:sldChg>
      <pc:sldChg chg="delSp add mod">
        <pc:chgData name="Josep Maria Herrera Marimon" userId="ec91813b-a46b-450e-90f5-79432b30d154" providerId="ADAL" clId="{7EED7AF2-00AE-42B1-96DD-0B15C439963F}" dt="2024-09-25T09:56:30.955" v="576" actId="478"/>
        <pc:sldMkLst>
          <pc:docMk/>
          <pc:sldMk cId="901312318" sldId="484"/>
        </pc:sldMkLst>
      </pc:sldChg>
      <pc:sldChg chg="add">
        <pc:chgData name="Josep Maria Herrera Marimon" userId="ec91813b-a46b-450e-90f5-79432b30d154" providerId="ADAL" clId="{7EED7AF2-00AE-42B1-96DD-0B15C439963F}" dt="2024-09-25T17:57:12.458" v="685"/>
        <pc:sldMkLst>
          <pc:docMk/>
          <pc:sldMk cId="4169151468" sldId="485"/>
        </pc:sldMkLst>
      </pc:sldChg>
      <pc:sldChg chg="modSp add mod">
        <pc:chgData name="Josep Maria Herrera Marimon" userId="ec91813b-a46b-450e-90f5-79432b30d154" providerId="ADAL" clId="{7EED7AF2-00AE-42B1-96DD-0B15C439963F}" dt="2024-09-26T15:20:44.968" v="903" actId="20577"/>
        <pc:sldMkLst>
          <pc:docMk/>
          <pc:sldMk cId="4005202096" sldId="486"/>
        </pc:sldMkLst>
      </pc:sldChg>
      <pc:sldChg chg="addSp delSp modSp add mod">
        <pc:chgData name="Josep Maria Herrera Marimon" userId="ec91813b-a46b-450e-90f5-79432b30d154" providerId="ADAL" clId="{7EED7AF2-00AE-42B1-96DD-0B15C439963F}" dt="2024-09-26T15:41:47.701" v="952" actId="20577"/>
        <pc:sldMkLst>
          <pc:docMk/>
          <pc:sldMk cId="1671134841" sldId="487"/>
        </pc:sldMkLst>
      </pc:sldChg>
      <pc:sldChg chg="addSp modSp add mod">
        <pc:chgData name="Josep Maria Herrera Marimon" userId="ec91813b-a46b-450e-90f5-79432b30d154" providerId="ADAL" clId="{7EED7AF2-00AE-42B1-96DD-0B15C439963F}" dt="2024-09-26T16:03:51.907" v="1287" actId="13926"/>
        <pc:sldMkLst>
          <pc:docMk/>
          <pc:sldMk cId="1787834562" sldId="488"/>
        </pc:sldMkLst>
      </pc:sldChg>
      <pc:sldChg chg="addSp modSp add mod">
        <pc:chgData name="Josep Maria Herrera Marimon" userId="ec91813b-a46b-450e-90f5-79432b30d154" providerId="ADAL" clId="{7EED7AF2-00AE-42B1-96DD-0B15C439963F}" dt="2024-10-02T17:23:36.418" v="2700"/>
        <pc:sldMkLst>
          <pc:docMk/>
          <pc:sldMk cId="2247130029" sldId="489"/>
        </pc:sldMkLst>
      </pc:sldChg>
      <pc:sldChg chg="addSp modSp add mod">
        <pc:chgData name="Josep Maria Herrera Marimon" userId="ec91813b-a46b-450e-90f5-79432b30d154" providerId="ADAL" clId="{7EED7AF2-00AE-42B1-96DD-0B15C439963F}" dt="2024-09-26T16:07:31.547" v="1415" actId="1076"/>
        <pc:sldMkLst>
          <pc:docMk/>
          <pc:sldMk cId="1203401370" sldId="490"/>
        </pc:sldMkLst>
      </pc:sldChg>
      <pc:sldChg chg="addSp modSp add mod">
        <pc:chgData name="Josep Maria Herrera Marimon" userId="ec91813b-a46b-450e-90f5-79432b30d154" providerId="ADAL" clId="{7EED7AF2-00AE-42B1-96DD-0B15C439963F}" dt="2024-09-26T16:08:42.198" v="1495" actId="1076"/>
        <pc:sldMkLst>
          <pc:docMk/>
          <pc:sldMk cId="2480118162" sldId="491"/>
        </pc:sldMkLst>
      </pc:sldChg>
      <pc:sldChg chg="addSp modSp add mod">
        <pc:chgData name="Josep Maria Herrera Marimon" userId="ec91813b-a46b-450e-90f5-79432b30d154" providerId="ADAL" clId="{7EED7AF2-00AE-42B1-96DD-0B15C439963F}" dt="2024-09-26T16:11:34.232" v="1689" actId="11529"/>
        <pc:sldMkLst>
          <pc:docMk/>
          <pc:sldMk cId="4077302453" sldId="492"/>
        </pc:sldMkLst>
      </pc:sldChg>
      <pc:sldChg chg="addSp delSp modSp add mod">
        <pc:chgData name="Josep Maria Herrera Marimon" userId="ec91813b-a46b-450e-90f5-79432b30d154" providerId="ADAL" clId="{7EED7AF2-00AE-42B1-96DD-0B15C439963F}" dt="2024-09-26T16:14:16.487" v="1814" actId="20577"/>
        <pc:sldMkLst>
          <pc:docMk/>
          <pc:sldMk cId="2168155275" sldId="493"/>
        </pc:sldMkLst>
      </pc:sldChg>
      <pc:sldChg chg="addSp modSp add mod">
        <pc:chgData name="Josep Maria Herrera Marimon" userId="ec91813b-a46b-450e-90f5-79432b30d154" providerId="ADAL" clId="{7EED7AF2-00AE-42B1-96DD-0B15C439963F}" dt="2024-10-02T16:58:04.387" v="2699" actId="13926"/>
        <pc:sldMkLst>
          <pc:docMk/>
          <pc:sldMk cId="99481651" sldId="494"/>
        </pc:sldMkLst>
      </pc:sldChg>
      <pc:sldChg chg="addSp modSp add mod">
        <pc:chgData name="Josep Maria Herrera Marimon" userId="ec91813b-a46b-450e-90f5-79432b30d154" providerId="ADAL" clId="{7EED7AF2-00AE-42B1-96DD-0B15C439963F}" dt="2024-09-26T16:25:46.972" v="2366" actId="1076"/>
        <pc:sldMkLst>
          <pc:docMk/>
          <pc:sldMk cId="1310973324" sldId="495"/>
        </pc:sldMkLst>
      </pc:sldChg>
      <pc:sldChg chg="modSp add mod">
        <pc:chgData name="Josep Maria Herrera Marimon" userId="ec91813b-a46b-450e-90f5-79432b30d154" providerId="ADAL" clId="{7EED7AF2-00AE-42B1-96DD-0B15C439963F}" dt="2024-09-26T16:29:25.710" v="2436" actId="13926"/>
        <pc:sldMkLst>
          <pc:docMk/>
          <pc:sldMk cId="1775265781" sldId="496"/>
        </pc:sldMkLst>
      </pc:sldChg>
      <pc:sldChg chg="addSp modSp add mod">
        <pc:chgData name="Josep Maria Herrera Marimon" userId="ec91813b-a46b-450e-90f5-79432b30d154" providerId="ADAL" clId="{7EED7AF2-00AE-42B1-96DD-0B15C439963F}" dt="2024-10-05T08:06:53.014" v="2784" actId="1582"/>
        <pc:sldMkLst>
          <pc:docMk/>
          <pc:sldMk cId="710189927" sldId="497"/>
        </pc:sldMkLst>
      </pc:sldChg>
      <pc:sldChg chg="addSp modSp add mod">
        <pc:chgData name="Josep Maria Herrera Marimon" userId="ec91813b-a46b-450e-90f5-79432b30d154" providerId="ADAL" clId="{7EED7AF2-00AE-42B1-96DD-0B15C439963F}" dt="2024-09-26T16:31:51.777" v="2686" actId="1076"/>
        <pc:sldMkLst>
          <pc:docMk/>
          <pc:sldMk cId="1897084731" sldId="498"/>
        </pc:sldMkLst>
      </pc:sldChg>
      <pc:sldChg chg="delSp modSp add mod">
        <pc:chgData name="Josep Maria Herrera Marimon" userId="ec91813b-a46b-450e-90f5-79432b30d154" providerId="ADAL" clId="{7EED7AF2-00AE-42B1-96DD-0B15C439963F}" dt="2024-09-26T16:14:30.542" v="1842" actId="1076"/>
        <pc:sldMkLst>
          <pc:docMk/>
          <pc:sldMk cId="4172756216" sldId="499"/>
        </pc:sldMkLst>
      </pc:sldChg>
      <pc:sldChg chg="add">
        <pc:chgData name="Josep Maria Herrera Marimon" userId="ec91813b-a46b-450e-90f5-79432b30d154" providerId="ADAL" clId="{7EED7AF2-00AE-42B1-96DD-0B15C439963F}" dt="2024-10-11T09:59:35.752" v="2794"/>
        <pc:sldMkLst>
          <pc:docMk/>
          <pc:sldMk cId="949663895" sldId="500"/>
        </pc:sldMkLst>
      </pc:sldChg>
    </pc:docChg>
  </pc:docChgLst>
  <pc:docChgLst>
    <pc:chgData name="Josep Maria Herrera Marimon" userId="ec91813b-a46b-450e-90f5-79432b30d154" providerId="ADAL" clId="{650192AF-9553-4EFB-AFAB-D69A07724EEF}"/>
    <pc:docChg chg="undo custSel addSld delSld modSld">
      <pc:chgData name="Josep Maria Herrera Marimon" userId="ec91813b-a46b-450e-90f5-79432b30d154" providerId="ADAL" clId="{650192AF-9553-4EFB-AFAB-D69A07724EEF}" dt="2022-07-29T18:38:38.724" v="107" actId="20577"/>
      <pc:docMkLst>
        <pc:docMk/>
      </pc:docMkLst>
      <pc:sldChg chg="modSp mod">
        <pc:chgData name="Josep Maria Herrera Marimon" userId="ec91813b-a46b-450e-90f5-79432b30d154" providerId="ADAL" clId="{650192AF-9553-4EFB-AFAB-D69A07724EEF}" dt="2022-07-29T18:38:38.724" v="107" actId="20577"/>
        <pc:sldMkLst>
          <pc:docMk/>
          <pc:sldMk cId="1942183190" sldId="256"/>
        </pc:sldMkLst>
      </pc:sldChg>
      <pc:sldChg chg="new del">
        <pc:chgData name="Josep Maria Herrera Marimon" userId="ec91813b-a46b-450e-90f5-79432b30d154" providerId="ADAL" clId="{650192AF-9553-4EFB-AFAB-D69A07724EEF}" dt="2022-07-29T15:16:09.945" v="83" actId="47"/>
        <pc:sldMkLst>
          <pc:docMk/>
          <pc:sldMk cId="3856697465" sldId="263"/>
        </pc:sldMkLst>
      </pc:sldChg>
      <pc:sldChg chg="addSp delSp modSp add mod">
        <pc:chgData name="Josep Maria Herrera Marimon" userId="ec91813b-a46b-450e-90f5-79432b30d154" providerId="ADAL" clId="{650192AF-9553-4EFB-AFAB-D69A07724EEF}" dt="2022-07-29T15:15:49.248" v="82" actId="14100"/>
        <pc:sldMkLst>
          <pc:docMk/>
          <pc:sldMk cId="464114118" sldId="264"/>
        </pc:sldMkLst>
      </pc:sldChg>
      <pc:sldChg chg="delSp modSp add mod">
        <pc:chgData name="Josep Maria Herrera Marimon" userId="ec91813b-a46b-450e-90f5-79432b30d154" providerId="ADAL" clId="{650192AF-9553-4EFB-AFAB-D69A07724EEF}" dt="2022-07-29T15:14:57.903" v="67" actId="1076"/>
        <pc:sldMkLst>
          <pc:docMk/>
          <pc:sldMk cId="4200366489" sldId="265"/>
        </pc:sldMkLst>
      </pc:sldChg>
    </pc:docChg>
  </pc:docChgLst>
  <pc:docChgLst>
    <pc:chgData name="Josep Maria Herrera Marimon" userId="ec91813b-a46b-450e-90f5-79432b30d154" providerId="ADAL" clId="{AFF4EFD1-8823-4EEE-9836-0BA835B97EE5}"/>
    <pc:docChg chg="undo custSel addSld modSld">
      <pc:chgData name="Josep Maria Herrera Marimon" userId="ec91813b-a46b-450e-90f5-79432b30d154" providerId="ADAL" clId="{AFF4EFD1-8823-4EEE-9836-0BA835B97EE5}" dt="2022-08-17T10:09:56.253" v="539"/>
      <pc:docMkLst>
        <pc:docMk/>
      </pc:docMkLst>
      <pc:sldChg chg="addSp modSp add mod">
        <pc:chgData name="Josep Maria Herrera Marimon" userId="ec91813b-a46b-450e-90f5-79432b30d154" providerId="ADAL" clId="{AFF4EFD1-8823-4EEE-9836-0BA835B97EE5}" dt="2022-08-17T10:01:09.113" v="255" actId="6549"/>
        <pc:sldMkLst>
          <pc:docMk/>
          <pc:sldMk cId="1700945982" sldId="266"/>
        </pc:sldMkLst>
      </pc:sldChg>
      <pc:sldChg chg="delSp modSp add mod">
        <pc:chgData name="Josep Maria Herrera Marimon" userId="ec91813b-a46b-450e-90f5-79432b30d154" providerId="ADAL" clId="{AFF4EFD1-8823-4EEE-9836-0BA835B97EE5}" dt="2022-08-17T10:09:56.253" v="539"/>
        <pc:sldMkLst>
          <pc:docMk/>
          <pc:sldMk cId="4131219684" sldId="267"/>
        </pc:sldMkLst>
      </pc:sldChg>
    </pc:docChg>
  </pc:docChgLst>
  <pc:docChgLst>
    <pc:chgData name="Josep Maria Herrera Marimon" userId="ec91813b-a46b-450e-90f5-79432b30d154" providerId="ADAL" clId="{03C7CFA4-1D6A-4E34-A62C-8211EDCFF5A9}"/>
    <pc:docChg chg="undo custSel addSld delSld modSld sldOrd">
      <pc:chgData name="Josep Maria Herrera Marimon" userId="ec91813b-a46b-450e-90f5-79432b30d154" providerId="ADAL" clId="{03C7CFA4-1D6A-4E34-A62C-8211EDCFF5A9}" dt="2023-10-03T19:03:09.338" v="2420" actId="1076"/>
      <pc:docMkLst>
        <pc:docMk/>
      </pc:docMkLst>
      <pc:sldChg chg="modSp mod">
        <pc:chgData name="Josep Maria Herrera Marimon" userId="ec91813b-a46b-450e-90f5-79432b30d154" providerId="ADAL" clId="{03C7CFA4-1D6A-4E34-A62C-8211EDCFF5A9}" dt="2023-09-19T18:09:33.610" v="12" actId="20577"/>
        <pc:sldMkLst>
          <pc:docMk/>
          <pc:sldMk cId="3307480244" sldId="283"/>
        </pc:sldMkLst>
      </pc:sldChg>
      <pc:sldChg chg="modSp mod">
        <pc:chgData name="Josep Maria Herrera Marimon" userId="ec91813b-a46b-450e-90f5-79432b30d154" providerId="ADAL" clId="{03C7CFA4-1D6A-4E34-A62C-8211EDCFF5A9}" dt="2023-09-26T18:21:39.715" v="107" actId="1076"/>
        <pc:sldMkLst>
          <pc:docMk/>
          <pc:sldMk cId="1083683955" sldId="412"/>
        </pc:sldMkLst>
      </pc:sldChg>
      <pc:sldChg chg="addSp modSp mod">
        <pc:chgData name="Josep Maria Herrera Marimon" userId="ec91813b-a46b-450e-90f5-79432b30d154" providerId="ADAL" clId="{03C7CFA4-1D6A-4E34-A62C-8211EDCFF5A9}" dt="2023-09-26T08:51:57.605" v="42" actId="1076"/>
        <pc:sldMkLst>
          <pc:docMk/>
          <pc:sldMk cId="2764355645" sldId="422"/>
        </pc:sldMkLst>
      </pc:sldChg>
      <pc:sldChg chg="addSp delSp modSp mod">
        <pc:chgData name="Josep Maria Herrera Marimon" userId="ec91813b-a46b-450e-90f5-79432b30d154" providerId="ADAL" clId="{03C7CFA4-1D6A-4E34-A62C-8211EDCFF5A9}" dt="2023-09-26T08:35:44.209" v="31" actId="14100"/>
        <pc:sldMkLst>
          <pc:docMk/>
          <pc:sldMk cId="776674572" sldId="440"/>
        </pc:sldMkLst>
      </pc:sldChg>
      <pc:sldChg chg="modSp mod">
        <pc:chgData name="Josep Maria Herrera Marimon" userId="ec91813b-a46b-450e-90f5-79432b30d154" providerId="ADAL" clId="{03C7CFA4-1D6A-4E34-A62C-8211EDCFF5A9}" dt="2023-09-26T08:26:57.560" v="20" actId="20577"/>
        <pc:sldMkLst>
          <pc:docMk/>
          <pc:sldMk cId="2458016184" sldId="452"/>
        </pc:sldMkLst>
      </pc:sldChg>
      <pc:sldChg chg="modSp mod">
        <pc:chgData name="Josep Maria Herrera Marimon" userId="ec91813b-a46b-450e-90f5-79432b30d154" providerId="ADAL" clId="{03C7CFA4-1D6A-4E34-A62C-8211EDCFF5A9}" dt="2023-10-02T09:03:06.939" v="2260" actId="20577"/>
        <pc:sldMkLst>
          <pc:docMk/>
          <pc:sldMk cId="4041387428" sldId="456"/>
        </pc:sldMkLst>
      </pc:sldChg>
      <pc:sldChg chg="modSp mod">
        <pc:chgData name="Josep Maria Herrera Marimon" userId="ec91813b-a46b-450e-90f5-79432b30d154" providerId="ADAL" clId="{03C7CFA4-1D6A-4E34-A62C-8211EDCFF5A9}" dt="2023-10-03T19:02:07.427" v="2357" actId="20577"/>
        <pc:sldMkLst>
          <pc:docMk/>
          <pc:sldMk cId="2931003349" sldId="457"/>
        </pc:sldMkLst>
      </pc:sldChg>
      <pc:sldChg chg="modSp mod">
        <pc:chgData name="Josep Maria Herrera Marimon" userId="ec91813b-a46b-450e-90f5-79432b30d154" providerId="ADAL" clId="{03C7CFA4-1D6A-4E34-A62C-8211EDCFF5A9}" dt="2023-10-03T19:02:12.079" v="2359" actId="20577"/>
        <pc:sldMkLst>
          <pc:docMk/>
          <pc:sldMk cId="668223248" sldId="458"/>
        </pc:sldMkLst>
      </pc:sldChg>
      <pc:sldChg chg="del">
        <pc:chgData name="Josep Maria Herrera Marimon" userId="ec91813b-a46b-450e-90f5-79432b30d154" providerId="ADAL" clId="{03C7CFA4-1D6A-4E34-A62C-8211EDCFF5A9}" dt="2023-09-20T17:57:52.242" v="13" actId="47"/>
        <pc:sldMkLst>
          <pc:docMk/>
          <pc:sldMk cId="2090144454" sldId="460"/>
        </pc:sldMkLst>
      </pc:sldChg>
      <pc:sldChg chg="addSp delSp modSp add mod setBg">
        <pc:chgData name="Josep Maria Herrera Marimon" userId="ec91813b-a46b-450e-90f5-79432b30d154" providerId="ADAL" clId="{03C7CFA4-1D6A-4E34-A62C-8211EDCFF5A9}" dt="2023-09-27T08:46:46.353" v="190" actId="6549"/>
        <pc:sldMkLst>
          <pc:docMk/>
          <pc:sldMk cId="2469029640" sldId="463"/>
        </pc:sldMkLst>
      </pc:sldChg>
      <pc:sldChg chg="delSp modSp add mod">
        <pc:chgData name="Josep Maria Herrera Marimon" userId="ec91813b-a46b-450e-90f5-79432b30d154" providerId="ADAL" clId="{03C7CFA4-1D6A-4E34-A62C-8211EDCFF5A9}" dt="2023-09-27T08:43:51.313" v="142" actId="15"/>
        <pc:sldMkLst>
          <pc:docMk/>
          <pc:sldMk cId="3236135027" sldId="464"/>
        </pc:sldMkLst>
      </pc:sldChg>
      <pc:sldChg chg="addSp modSp add mod ord">
        <pc:chgData name="Josep Maria Herrera Marimon" userId="ec91813b-a46b-450e-90f5-79432b30d154" providerId="ADAL" clId="{03C7CFA4-1D6A-4E34-A62C-8211EDCFF5A9}" dt="2023-09-27T09:12:23.626" v="863" actId="1076"/>
        <pc:sldMkLst>
          <pc:docMk/>
          <pc:sldMk cId="3722655817" sldId="465"/>
        </pc:sldMkLst>
      </pc:sldChg>
      <pc:sldChg chg="addSp modSp add mod">
        <pc:chgData name="Josep Maria Herrera Marimon" userId="ec91813b-a46b-450e-90f5-79432b30d154" providerId="ADAL" clId="{03C7CFA4-1D6A-4E34-A62C-8211EDCFF5A9}" dt="2023-09-27T08:59:50.799" v="612" actId="1076"/>
        <pc:sldMkLst>
          <pc:docMk/>
          <pc:sldMk cId="2022026658" sldId="466"/>
        </pc:sldMkLst>
      </pc:sldChg>
      <pc:sldChg chg="addSp delSp modSp add mod">
        <pc:chgData name="Josep Maria Herrera Marimon" userId="ec91813b-a46b-450e-90f5-79432b30d154" providerId="ADAL" clId="{03C7CFA4-1D6A-4E34-A62C-8211EDCFF5A9}" dt="2023-09-27T09:20:20.906" v="1294" actId="20577"/>
        <pc:sldMkLst>
          <pc:docMk/>
          <pc:sldMk cId="2135918341" sldId="467"/>
        </pc:sldMkLst>
      </pc:sldChg>
      <pc:sldChg chg="delSp modSp add mod">
        <pc:chgData name="Josep Maria Herrera Marimon" userId="ec91813b-a46b-450e-90f5-79432b30d154" providerId="ADAL" clId="{03C7CFA4-1D6A-4E34-A62C-8211EDCFF5A9}" dt="2023-09-27T09:21:18.534" v="1372" actId="20577"/>
        <pc:sldMkLst>
          <pc:docMk/>
          <pc:sldMk cId="1205810816" sldId="468"/>
        </pc:sldMkLst>
      </pc:sldChg>
      <pc:sldChg chg="addSp delSp modSp add mod">
        <pc:chgData name="Josep Maria Herrera Marimon" userId="ec91813b-a46b-450e-90f5-79432b30d154" providerId="ADAL" clId="{03C7CFA4-1D6A-4E34-A62C-8211EDCFF5A9}" dt="2023-09-27T11:06:55.111" v="1667" actId="478"/>
        <pc:sldMkLst>
          <pc:docMk/>
          <pc:sldMk cId="3222348994" sldId="469"/>
        </pc:sldMkLst>
      </pc:sldChg>
      <pc:sldChg chg="addSp delSp modSp add mod">
        <pc:chgData name="Josep Maria Herrera Marimon" userId="ec91813b-a46b-450e-90f5-79432b30d154" providerId="ADAL" clId="{03C7CFA4-1D6A-4E34-A62C-8211EDCFF5A9}" dt="2023-09-27T11:31:17.294" v="1952" actId="20577"/>
        <pc:sldMkLst>
          <pc:docMk/>
          <pc:sldMk cId="2639562663" sldId="470"/>
        </pc:sldMkLst>
      </pc:sldChg>
      <pc:sldChg chg="delSp modSp add mod">
        <pc:chgData name="Josep Maria Herrera Marimon" userId="ec91813b-a46b-450e-90f5-79432b30d154" providerId="ADAL" clId="{03C7CFA4-1D6A-4E34-A62C-8211EDCFF5A9}" dt="2023-09-27T11:19:28.815" v="1684" actId="478"/>
        <pc:sldMkLst>
          <pc:docMk/>
          <pc:sldMk cId="3137595583" sldId="471"/>
        </pc:sldMkLst>
      </pc:sldChg>
      <pc:sldChg chg="delSp modSp add mod">
        <pc:chgData name="Josep Maria Herrera Marimon" userId="ec91813b-a46b-450e-90f5-79432b30d154" providerId="ADAL" clId="{03C7CFA4-1D6A-4E34-A62C-8211EDCFF5A9}" dt="2023-09-27T11:33:00.849" v="2258" actId="1076"/>
        <pc:sldMkLst>
          <pc:docMk/>
          <pc:sldMk cId="118295799" sldId="472"/>
        </pc:sldMkLst>
      </pc:sldChg>
      <pc:sldChg chg="addSp delSp modSp add mod">
        <pc:chgData name="Josep Maria Herrera Marimon" userId="ec91813b-a46b-450e-90f5-79432b30d154" providerId="ADAL" clId="{03C7CFA4-1D6A-4E34-A62C-8211EDCFF5A9}" dt="2023-10-03T16:31:34.457" v="2276" actId="1076"/>
        <pc:sldMkLst>
          <pc:docMk/>
          <pc:sldMk cId="3245292302" sldId="473"/>
        </pc:sldMkLst>
      </pc:sldChg>
      <pc:sldChg chg="addSp delSp modSp add mod">
        <pc:chgData name="Josep Maria Herrera Marimon" userId="ec91813b-a46b-450e-90f5-79432b30d154" providerId="ADAL" clId="{03C7CFA4-1D6A-4E34-A62C-8211EDCFF5A9}" dt="2023-10-03T19:03:09.338" v="2420" actId="1076"/>
        <pc:sldMkLst>
          <pc:docMk/>
          <pc:sldMk cId="4243112618" sldId="474"/>
        </pc:sldMkLst>
      </pc:sldChg>
    </pc:docChg>
  </pc:docChgLst>
  <pc:docChgLst>
    <pc:chgData name="Josep Maria Herrera Marimon" userId="ec91813b-a46b-450e-90f5-79432b30d154" providerId="ADAL" clId="{FFE92AA5-8CAE-4000-BF1E-8153D53A8A9A}"/>
    <pc:docChg chg="custSel modSld">
      <pc:chgData name="Josep Maria Herrera Marimon" userId="ec91813b-a46b-450e-90f5-79432b30d154" providerId="ADAL" clId="{FFE92AA5-8CAE-4000-BF1E-8153D53A8A9A}" dt="2025-04-25T10:08:28.042" v="195" actId="1076"/>
      <pc:docMkLst>
        <pc:docMk/>
      </pc:docMkLst>
      <pc:sldChg chg="modSp mod">
        <pc:chgData name="Josep Maria Herrera Marimon" userId="ec91813b-a46b-450e-90f5-79432b30d154" providerId="ADAL" clId="{FFE92AA5-8CAE-4000-BF1E-8153D53A8A9A}" dt="2025-04-25T09:50:38.135" v="54" actId="21"/>
        <pc:sldMkLst>
          <pc:docMk/>
          <pc:sldMk cId="1911490794" sldId="474"/>
        </pc:sldMkLst>
        <pc:spChg chg="mod">
          <ac:chgData name="Josep Maria Herrera Marimon" userId="ec91813b-a46b-450e-90f5-79432b30d154" providerId="ADAL" clId="{FFE92AA5-8CAE-4000-BF1E-8153D53A8A9A}" dt="2025-04-25T09:50:38.135" v="54" actId="21"/>
          <ac:spMkLst>
            <pc:docMk/>
            <pc:sldMk cId="1911490794" sldId="474"/>
            <ac:spMk id="8" creationId="{F4134175-FC30-DF01-B937-264924251FD5}"/>
          </ac:spMkLst>
        </pc:spChg>
        <pc:picChg chg="mod">
          <ac:chgData name="Josep Maria Herrera Marimon" userId="ec91813b-a46b-450e-90f5-79432b30d154" providerId="ADAL" clId="{FFE92AA5-8CAE-4000-BF1E-8153D53A8A9A}" dt="2025-04-25T09:50:19.507" v="27" actId="1036"/>
          <ac:picMkLst>
            <pc:docMk/>
            <pc:sldMk cId="1911490794" sldId="474"/>
            <ac:picMk id="3" creationId="{74C3F587-7700-A27C-C102-DFD979894D6F}"/>
          </ac:picMkLst>
        </pc:picChg>
      </pc:sldChg>
      <pc:sldChg chg="modSp mod">
        <pc:chgData name="Josep Maria Herrera Marimon" userId="ec91813b-a46b-450e-90f5-79432b30d154" providerId="ADAL" clId="{FFE92AA5-8CAE-4000-BF1E-8153D53A8A9A}" dt="2025-04-25T09:52:15.801" v="76" actId="13926"/>
        <pc:sldMkLst>
          <pc:docMk/>
          <pc:sldMk cId="1228791965" sldId="479"/>
        </pc:sldMkLst>
        <pc:spChg chg="mod">
          <ac:chgData name="Josep Maria Herrera Marimon" userId="ec91813b-a46b-450e-90f5-79432b30d154" providerId="ADAL" clId="{FFE92AA5-8CAE-4000-BF1E-8153D53A8A9A}" dt="2025-04-25T09:52:15.801" v="76" actId="13926"/>
          <ac:spMkLst>
            <pc:docMk/>
            <pc:sldMk cId="1228791965" sldId="479"/>
            <ac:spMk id="2" creationId="{879BB918-AC16-6A71-9096-F6A450B8B73D}"/>
          </ac:spMkLst>
        </pc:spChg>
      </pc:sldChg>
      <pc:sldChg chg="addSp delSp modSp mod">
        <pc:chgData name="Josep Maria Herrera Marimon" userId="ec91813b-a46b-450e-90f5-79432b30d154" providerId="ADAL" clId="{FFE92AA5-8CAE-4000-BF1E-8153D53A8A9A}" dt="2025-04-25T10:08:28.042" v="195" actId="1076"/>
        <pc:sldMkLst>
          <pc:docMk/>
          <pc:sldMk cId="1090567978" sldId="483"/>
        </pc:sldMkLst>
        <pc:spChg chg="mod">
          <ac:chgData name="Josep Maria Herrera Marimon" userId="ec91813b-a46b-450e-90f5-79432b30d154" providerId="ADAL" clId="{FFE92AA5-8CAE-4000-BF1E-8153D53A8A9A}" dt="2025-04-25T10:08:12.304" v="193"/>
          <ac:spMkLst>
            <pc:docMk/>
            <pc:sldMk cId="1090567978" sldId="483"/>
            <ac:spMk id="8" creationId="{51A963D9-B295-D2BE-928D-BE874A148504}"/>
          </ac:spMkLst>
        </pc:spChg>
        <pc:picChg chg="add mod">
          <ac:chgData name="Josep Maria Herrera Marimon" userId="ec91813b-a46b-450e-90f5-79432b30d154" providerId="ADAL" clId="{FFE92AA5-8CAE-4000-BF1E-8153D53A8A9A}" dt="2025-04-25T10:07:57.112" v="191" actId="1076"/>
          <ac:picMkLst>
            <pc:docMk/>
            <pc:sldMk cId="1090567978" sldId="483"/>
            <ac:picMk id="5" creationId="{65609B7D-2989-EB98-9829-F3FC1DBEA960}"/>
          </ac:picMkLst>
        </pc:picChg>
        <pc:picChg chg="add mod">
          <ac:chgData name="Josep Maria Herrera Marimon" userId="ec91813b-a46b-450e-90f5-79432b30d154" providerId="ADAL" clId="{FFE92AA5-8CAE-4000-BF1E-8153D53A8A9A}" dt="2025-04-25T10:08:28.042" v="195" actId="1076"/>
          <ac:picMkLst>
            <pc:docMk/>
            <pc:sldMk cId="1090567978" sldId="483"/>
            <ac:picMk id="7" creationId="{7C28E856-8213-6937-E035-A111A08D0946}"/>
          </ac:picMkLst>
        </pc:picChg>
        <pc:picChg chg="del">
          <ac:chgData name="Josep Maria Herrera Marimon" userId="ec91813b-a46b-450e-90f5-79432b30d154" providerId="ADAL" clId="{FFE92AA5-8CAE-4000-BF1E-8153D53A8A9A}" dt="2025-04-25T10:07:45.053" v="189" actId="478"/>
          <ac:picMkLst>
            <pc:docMk/>
            <pc:sldMk cId="1090567978" sldId="483"/>
            <ac:picMk id="9" creationId="{AD49E9AD-D48C-59C9-ACEA-50054366FB6B}"/>
          </ac:picMkLst>
        </pc:picChg>
      </pc:sldChg>
    </pc:docChg>
  </pc:docChgLst>
  <pc:docChgLst>
    <pc:chgData name="Josep Maria Herrera Marimon" userId="ec91813b-a46b-450e-90f5-79432b30d154" providerId="ADAL" clId="{265EDE7E-8960-482E-BE3B-AB9358251C6F}"/>
    <pc:docChg chg="undo custSel addSld delSld modSld sldOrd">
      <pc:chgData name="Josep Maria Herrera Marimon" userId="ec91813b-a46b-450e-90f5-79432b30d154" providerId="ADAL" clId="{265EDE7E-8960-482E-BE3B-AB9358251C6F}" dt="2023-06-14T21:24:56.067" v="4518"/>
      <pc:docMkLst>
        <pc:docMk/>
      </pc:docMkLst>
      <pc:sldChg chg="modSp mod">
        <pc:chgData name="Josep Maria Herrera Marimon" userId="ec91813b-a46b-450e-90f5-79432b30d154" providerId="ADAL" clId="{265EDE7E-8960-482E-BE3B-AB9358251C6F}" dt="2023-06-12T20:25:47.265" v="43" actId="20577"/>
        <pc:sldMkLst>
          <pc:docMk/>
          <pc:sldMk cId="492019113" sldId="274"/>
        </pc:sldMkLst>
      </pc:sldChg>
      <pc:sldChg chg="addSp modSp mod">
        <pc:chgData name="Josep Maria Herrera Marimon" userId="ec91813b-a46b-450e-90f5-79432b30d154" providerId="ADAL" clId="{265EDE7E-8960-482E-BE3B-AB9358251C6F}" dt="2023-06-13T04:59:50.407" v="64"/>
        <pc:sldMkLst>
          <pc:docMk/>
          <pc:sldMk cId="1487464807" sldId="275"/>
        </pc:sldMkLst>
      </pc:sldChg>
      <pc:sldChg chg="del">
        <pc:chgData name="Josep Maria Herrera Marimon" userId="ec91813b-a46b-450e-90f5-79432b30d154" providerId="ADAL" clId="{265EDE7E-8960-482E-BE3B-AB9358251C6F}" dt="2023-06-09T11:50:39.316" v="4" actId="47"/>
        <pc:sldMkLst>
          <pc:docMk/>
          <pc:sldMk cId="1661475989" sldId="276"/>
        </pc:sldMkLst>
      </pc:sldChg>
      <pc:sldChg chg="del">
        <pc:chgData name="Josep Maria Herrera Marimon" userId="ec91813b-a46b-450e-90f5-79432b30d154" providerId="ADAL" clId="{265EDE7E-8960-482E-BE3B-AB9358251C6F}" dt="2023-06-09T11:50:24.142" v="1" actId="47"/>
        <pc:sldMkLst>
          <pc:docMk/>
          <pc:sldMk cId="1893778504" sldId="283"/>
        </pc:sldMkLst>
      </pc:sldChg>
      <pc:sldChg chg="modSp del mod">
        <pc:chgData name="Josep Maria Herrera Marimon" userId="ec91813b-a46b-450e-90f5-79432b30d154" providerId="ADAL" clId="{265EDE7E-8960-482E-BE3B-AB9358251C6F}" dt="2023-06-09T11:55:28.793" v="7" actId="20577"/>
        <pc:sldMkLst>
          <pc:docMk/>
          <pc:sldMk cId="1611998026" sldId="284"/>
        </pc:sldMkLst>
      </pc:sldChg>
      <pc:sldChg chg="del">
        <pc:chgData name="Josep Maria Herrera Marimon" userId="ec91813b-a46b-450e-90f5-79432b30d154" providerId="ADAL" clId="{265EDE7E-8960-482E-BE3B-AB9358251C6F}" dt="2023-06-09T11:50:28.681" v="2" actId="47"/>
        <pc:sldMkLst>
          <pc:docMk/>
          <pc:sldMk cId="507864118" sldId="285"/>
        </pc:sldMkLst>
      </pc:sldChg>
      <pc:sldChg chg="modSp del mod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1494541756" sldId="286"/>
        </pc:sldMkLst>
      </pc:sldChg>
      <pc:sldChg chg="del">
        <pc:chgData name="Josep Maria Herrera Marimon" userId="ec91813b-a46b-450e-90f5-79432b30d154" providerId="ADAL" clId="{265EDE7E-8960-482E-BE3B-AB9358251C6F}" dt="2023-06-09T11:50:35.523" v="3" actId="47"/>
        <pc:sldMkLst>
          <pc:docMk/>
          <pc:sldMk cId="3532836991" sldId="286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3857266141" sldId="286"/>
        </pc:sldMkLst>
      </pc:sldChg>
      <pc:sldChg chg="del">
        <pc:chgData name="Josep Maria Herrera Marimon" userId="ec91813b-a46b-450e-90f5-79432b30d154" providerId="ADAL" clId="{265EDE7E-8960-482E-BE3B-AB9358251C6F}" dt="2023-06-09T12:02:58.953" v="8" actId="2696"/>
        <pc:sldMkLst>
          <pc:docMk/>
          <pc:sldMk cId="151221624" sldId="288"/>
        </pc:sldMkLst>
      </pc:sldChg>
      <pc:sldChg chg="add del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409168732" sldId="288"/>
        </pc:sldMkLst>
      </pc:sldChg>
      <pc:sldChg chg="del">
        <pc:chgData name="Josep Maria Herrera Marimon" userId="ec91813b-a46b-450e-90f5-79432b30d154" providerId="ADAL" clId="{265EDE7E-8960-482E-BE3B-AB9358251C6F}" dt="2023-06-09T11:50:42.361" v="5" actId="47"/>
        <pc:sldMkLst>
          <pc:docMk/>
          <pc:sldMk cId="1217379116" sldId="288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4291680369" sldId="288"/>
        </pc:sldMkLst>
      </pc:sldChg>
      <pc:sldChg chg="del">
        <pc:chgData name="Josep Maria Herrera Marimon" userId="ec91813b-a46b-450e-90f5-79432b30d154" providerId="ADAL" clId="{265EDE7E-8960-482E-BE3B-AB9358251C6F}" dt="2023-06-09T11:50:47.695" v="6" actId="47"/>
        <pc:sldMkLst>
          <pc:docMk/>
          <pc:sldMk cId="1494541756" sldId="289"/>
        </pc:sldMkLst>
      </pc:sldChg>
      <pc:sldChg chg="add">
        <pc:chgData name="Josep Maria Herrera Marimon" userId="ec91813b-a46b-450e-90f5-79432b30d154" providerId="ADAL" clId="{265EDE7E-8960-482E-BE3B-AB9358251C6F}" dt="2023-06-13T05:02:19.371" v="68"/>
        <pc:sldMkLst>
          <pc:docMk/>
          <pc:sldMk cId="1521460865" sldId="416"/>
        </pc:sldMkLst>
      </pc:sldChg>
      <pc:sldChg chg="add del">
        <pc:chgData name="Josep Maria Herrera Marimon" userId="ec91813b-a46b-450e-90f5-79432b30d154" providerId="ADAL" clId="{265EDE7E-8960-482E-BE3B-AB9358251C6F}" dt="2023-06-13T05:02:14.883" v="67" actId="2696"/>
        <pc:sldMkLst>
          <pc:docMk/>
          <pc:sldMk cId="1707375737" sldId="416"/>
        </pc:sldMkLst>
      </pc:sldChg>
      <pc:sldChg chg="del">
        <pc:chgData name="Josep Maria Herrera Marimon" userId="ec91813b-a46b-450e-90f5-79432b30d154" providerId="ADAL" clId="{265EDE7E-8960-482E-BE3B-AB9358251C6F}" dt="2023-06-13T05:01:56.535" v="65" actId="2696"/>
        <pc:sldMkLst>
          <pc:docMk/>
          <pc:sldMk cId="3839802053" sldId="416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1078710735" sldId="417"/>
        </pc:sldMkLst>
      </pc:sldChg>
      <pc:sldChg chg="addSp delSp modSp add mod">
        <pc:chgData name="Josep Maria Herrera Marimon" userId="ec91813b-a46b-450e-90f5-79432b30d154" providerId="ADAL" clId="{265EDE7E-8960-482E-BE3B-AB9358251C6F}" dt="2023-06-13T05:54:25.367" v="170" actId="20577"/>
        <pc:sldMkLst>
          <pc:docMk/>
          <pc:sldMk cId="1438217836" sldId="417"/>
        </pc:sldMkLst>
      </pc:sldChg>
      <pc:sldChg chg="addSp delSp modSp add mod">
        <pc:chgData name="Josep Maria Herrera Marimon" userId="ec91813b-a46b-450e-90f5-79432b30d154" providerId="ADAL" clId="{265EDE7E-8960-482E-BE3B-AB9358251C6F}" dt="2023-06-13T06:20:05.152" v="705" actId="14100"/>
        <pc:sldMkLst>
          <pc:docMk/>
          <pc:sldMk cId="227195369" sldId="418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4161381833" sldId="418"/>
        </pc:sldMkLst>
      </pc:sldChg>
      <pc:sldChg chg="addSp delSp modSp add mod">
        <pc:chgData name="Josep Maria Herrera Marimon" userId="ec91813b-a46b-450e-90f5-79432b30d154" providerId="ADAL" clId="{265EDE7E-8960-482E-BE3B-AB9358251C6F}" dt="2023-06-13T06:33:33.361" v="799" actId="12"/>
        <pc:sldMkLst>
          <pc:docMk/>
          <pc:sldMk cId="3357514590" sldId="419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4041687601" sldId="419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4:48.914" v="847" actId="20577"/>
        <pc:sldMkLst>
          <pc:docMk/>
          <pc:sldMk cId="1016325114" sldId="420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1304626465" sldId="420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8:17.318" v="863" actId="13926"/>
        <pc:sldMkLst>
          <pc:docMk/>
          <pc:sldMk cId="96474683" sldId="421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9:26.043" v="868" actId="478"/>
        <pc:sldMkLst>
          <pc:docMk/>
          <pc:sldMk cId="2764355645" sldId="422"/>
        </pc:sldMkLst>
      </pc:sldChg>
      <pc:sldChg chg="addSp delSp modSp add mod">
        <pc:chgData name="Josep Maria Herrera Marimon" userId="ec91813b-a46b-450e-90f5-79432b30d154" providerId="ADAL" clId="{265EDE7E-8960-482E-BE3B-AB9358251C6F}" dt="2023-06-13T07:51:49.891" v="933" actId="14100"/>
        <pc:sldMkLst>
          <pc:docMk/>
          <pc:sldMk cId="1452393040" sldId="423"/>
        </pc:sldMkLst>
      </pc:sldChg>
      <pc:sldChg chg="addSp delSp modSp add mod">
        <pc:chgData name="Josep Maria Herrera Marimon" userId="ec91813b-a46b-450e-90f5-79432b30d154" providerId="ADAL" clId="{265EDE7E-8960-482E-BE3B-AB9358251C6F}" dt="2023-06-13T07:54:17.487" v="1025" actId="1076"/>
        <pc:sldMkLst>
          <pc:docMk/>
          <pc:sldMk cId="913374407" sldId="424"/>
        </pc:sldMkLst>
      </pc:sldChg>
      <pc:sldChg chg="delSp modSp add mod">
        <pc:chgData name="Josep Maria Herrera Marimon" userId="ec91813b-a46b-450e-90f5-79432b30d154" providerId="ADAL" clId="{265EDE7E-8960-482E-BE3B-AB9358251C6F}" dt="2023-06-13T07:59:00.080" v="1126" actId="20577"/>
        <pc:sldMkLst>
          <pc:docMk/>
          <pc:sldMk cId="3064632979" sldId="425"/>
        </pc:sldMkLst>
      </pc:sldChg>
      <pc:sldChg chg="addSp delSp modSp add mod">
        <pc:chgData name="Josep Maria Herrera Marimon" userId="ec91813b-a46b-450e-90f5-79432b30d154" providerId="ADAL" clId="{265EDE7E-8960-482E-BE3B-AB9358251C6F}" dt="2023-06-13T08:11:42.549" v="1174" actId="1076"/>
        <pc:sldMkLst>
          <pc:docMk/>
          <pc:sldMk cId="910669299" sldId="426"/>
        </pc:sldMkLst>
      </pc:sldChg>
      <pc:sldChg chg="modSp add mod">
        <pc:chgData name="Josep Maria Herrera Marimon" userId="ec91813b-a46b-450e-90f5-79432b30d154" providerId="ADAL" clId="{265EDE7E-8960-482E-BE3B-AB9358251C6F}" dt="2023-06-13T11:52:50.390" v="1214" actId="20577"/>
        <pc:sldMkLst>
          <pc:docMk/>
          <pc:sldMk cId="3278387277" sldId="427"/>
        </pc:sldMkLst>
      </pc:sldChg>
      <pc:sldChg chg="modSp add mod">
        <pc:chgData name="Josep Maria Herrera Marimon" userId="ec91813b-a46b-450e-90f5-79432b30d154" providerId="ADAL" clId="{265EDE7E-8960-482E-BE3B-AB9358251C6F}" dt="2023-06-13T11:53:19.273" v="1227" actId="20577"/>
        <pc:sldMkLst>
          <pc:docMk/>
          <pc:sldMk cId="3535431228" sldId="428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984428806" sldId="429"/>
        </pc:sldMkLst>
      </pc:sldChg>
      <pc:sldChg chg="modSp add del mod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1070033722" sldId="429"/>
        </pc:sldMkLst>
      </pc:sldChg>
      <pc:sldChg chg="modSp add mod">
        <pc:chgData name="Josep Maria Herrera Marimon" userId="ec91813b-a46b-450e-90f5-79432b30d154" providerId="ADAL" clId="{265EDE7E-8960-482E-BE3B-AB9358251C6F}" dt="2023-06-13T11:53:59.408" v="1239" actId="20577"/>
        <pc:sldMkLst>
          <pc:docMk/>
          <pc:sldMk cId="743164043" sldId="430"/>
        </pc:sldMkLst>
      </pc:sldChg>
      <pc:sldChg chg="modSp add mod">
        <pc:chgData name="Josep Maria Herrera Marimon" userId="ec91813b-a46b-450e-90f5-79432b30d154" providerId="ADAL" clId="{265EDE7E-8960-482E-BE3B-AB9358251C6F}" dt="2023-06-13T12:47:54.562" v="1273" actId="20577"/>
        <pc:sldMkLst>
          <pc:docMk/>
          <pc:sldMk cId="3252739445" sldId="431"/>
        </pc:sldMkLst>
      </pc:sldChg>
      <pc:sldChg chg="modSp add mod">
        <pc:chgData name="Josep Maria Herrera Marimon" userId="ec91813b-a46b-450e-90f5-79432b30d154" providerId="ADAL" clId="{265EDE7E-8960-482E-BE3B-AB9358251C6F}" dt="2023-06-13T12:48:01.976" v="1281" actId="20577"/>
        <pc:sldMkLst>
          <pc:docMk/>
          <pc:sldMk cId="47218141" sldId="432"/>
        </pc:sldMkLst>
      </pc:sldChg>
      <pc:sldChg chg="addSp delSp modSp add mod">
        <pc:chgData name="Josep Maria Herrera Marimon" userId="ec91813b-a46b-450e-90f5-79432b30d154" providerId="ADAL" clId="{265EDE7E-8960-482E-BE3B-AB9358251C6F}" dt="2023-06-14T05:32:10.611" v="3253" actId="20577"/>
        <pc:sldMkLst>
          <pc:docMk/>
          <pc:sldMk cId="2228756506" sldId="433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181081451" sldId="434"/>
        </pc:sldMkLst>
      </pc:sldChg>
      <pc:sldChg chg="addSp modSp add mod">
        <pc:chgData name="Josep Maria Herrera Marimon" userId="ec91813b-a46b-450e-90f5-79432b30d154" providerId="ADAL" clId="{265EDE7E-8960-482E-BE3B-AB9358251C6F}" dt="2023-06-14T13:35:13.981" v="4407" actId="14100"/>
        <pc:sldMkLst>
          <pc:docMk/>
          <pc:sldMk cId="3687114822" sldId="434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33882602" sldId="435"/>
        </pc:sldMkLst>
      </pc:sldChg>
      <pc:sldChg chg="add">
        <pc:chgData name="Josep Maria Herrera Marimon" userId="ec91813b-a46b-450e-90f5-79432b30d154" providerId="ADAL" clId="{265EDE7E-8960-482E-BE3B-AB9358251C6F}" dt="2023-06-14T05:29:00.514" v="3114"/>
        <pc:sldMkLst>
          <pc:docMk/>
          <pc:sldMk cId="1705927042" sldId="435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29.728" v="3896" actId="20577"/>
        <pc:sldMkLst>
          <pc:docMk/>
          <pc:sldMk cId="3837458877" sldId="436"/>
        </pc:sldMkLst>
      </pc:sldChg>
      <pc:sldChg chg="addSp modSp add mod">
        <pc:chgData name="Josep Maria Herrera Marimon" userId="ec91813b-a46b-450e-90f5-79432b30d154" providerId="ADAL" clId="{265EDE7E-8960-482E-BE3B-AB9358251C6F}" dt="2023-06-14T11:21:44.625" v="3900"/>
        <pc:sldMkLst>
          <pc:docMk/>
          <pc:sldMk cId="4161819071" sldId="437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47.092" v="3901"/>
        <pc:sldMkLst>
          <pc:docMk/>
          <pc:sldMk cId="3170302261" sldId="438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7:25:42.049" v="3602" actId="47"/>
        <pc:sldMkLst>
          <pc:docMk/>
          <pc:sldMk cId="3179122372" sldId="439"/>
        </pc:sldMkLst>
      </pc:sldChg>
      <pc:sldChg chg="addSp delSp modSp add mod">
        <pc:chgData name="Josep Maria Herrera Marimon" userId="ec91813b-a46b-450e-90f5-79432b30d154" providerId="ADAL" clId="{265EDE7E-8960-482E-BE3B-AB9358251C6F}" dt="2023-06-14T13:54:54.235" v="4515" actId="20577"/>
        <pc:sldMkLst>
          <pc:docMk/>
          <pc:sldMk cId="776674572" sldId="440"/>
        </pc:sldMkLst>
      </pc:sldChg>
      <pc:sldChg chg="addSp modSp add del mod">
        <pc:chgData name="Josep Maria Herrera Marimon" userId="ec91813b-a46b-450e-90f5-79432b30d154" providerId="ADAL" clId="{265EDE7E-8960-482E-BE3B-AB9358251C6F}" dt="2023-06-14T11:21:57.428" v="3904" actId="47"/>
        <pc:sldMkLst>
          <pc:docMk/>
          <pc:sldMk cId="2454382323" sldId="441"/>
        </pc:sldMkLst>
      </pc:sldChg>
      <pc:sldChg chg="add del">
        <pc:chgData name="Josep Maria Herrera Marimon" userId="ec91813b-a46b-450e-90f5-79432b30d154" providerId="ADAL" clId="{265EDE7E-8960-482E-BE3B-AB9358251C6F}" dt="2023-06-14T09:04:42.231" v="3747" actId="47"/>
        <pc:sldMkLst>
          <pc:docMk/>
          <pc:sldMk cId="1819297467" sldId="442"/>
        </pc:sldMkLst>
      </pc:sldChg>
      <pc:sldChg chg="add del">
        <pc:chgData name="Josep Maria Herrera Marimon" userId="ec91813b-a46b-450e-90f5-79432b30d154" providerId="ADAL" clId="{265EDE7E-8960-482E-BE3B-AB9358251C6F}" dt="2023-06-14T09:04:43.058" v="3748" actId="47"/>
        <pc:sldMkLst>
          <pc:docMk/>
          <pc:sldMk cId="1204747651" sldId="443"/>
        </pc:sldMkLst>
      </pc:sldChg>
      <pc:sldChg chg="add del">
        <pc:chgData name="Josep Maria Herrera Marimon" userId="ec91813b-a46b-450e-90f5-79432b30d154" providerId="ADAL" clId="{265EDE7E-8960-482E-BE3B-AB9358251C6F}" dt="2023-06-14T09:04:44.604" v="3749" actId="47"/>
        <pc:sldMkLst>
          <pc:docMk/>
          <pc:sldMk cId="222607015" sldId="444"/>
        </pc:sldMkLst>
      </pc:sldChg>
      <pc:sldChg chg="add del">
        <pc:chgData name="Josep Maria Herrera Marimon" userId="ec91813b-a46b-450e-90f5-79432b30d154" providerId="ADAL" clId="{265EDE7E-8960-482E-BE3B-AB9358251C6F}" dt="2023-06-14T09:04:45.082" v="3750" actId="47"/>
        <pc:sldMkLst>
          <pc:docMk/>
          <pc:sldMk cId="3455340620" sldId="445"/>
        </pc:sldMkLst>
      </pc:sldChg>
      <pc:sldChg chg="add del">
        <pc:chgData name="Josep Maria Herrera Marimon" userId="ec91813b-a46b-450e-90f5-79432b30d154" providerId="ADAL" clId="{265EDE7E-8960-482E-BE3B-AB9358251C6F}" dt="2023-06-14T09:04:46.034" v="3751" actId="47"/>
        <pc:sldMkLst>
          <pc:docMk/>
          <pc:sldMk cId="3234261945" sldId="446"/>
        </pc:sldMkLst>
      </pc:sldChg>
      <pc:sldChg chg="addSp delSp add mod">
        <pc:chgData name="Josep Maria Herrera Marimon" userId="ec91813b-a46b-450e-90f5-79432b30d154" providerId="ADAL" clId="{265EDE7E-8960-482E-BE3B-AB9358251C6F}" dt="2023-06-14T13:35:48.809" v="4410" actId="478"/>
        <pc:sldMkLst>
          <pc:docMk/>
          <pc:sldMk cId="1532007744" sldId="447"/>
        </pc:sldMkLst>
      </pc:sldChg>
      <pc:sldChg chg="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889936334" sldId="447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39.537" v="3898"/>
        <pc:sldMkLst>
          <pc:docMk/>
          <pc:sldMk cId="1592848847" sldId="448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42.283" v="3899"/>
        <pc:sldMkLst>
          <pc:docMk/>
          <pc:sldMk cId="2377860639" sldId="449"/>
        </pc:sldMkLst>
      </pc:sldChg>
      <pc:sldChg chg="delSp modSp add mod">
        <pc:chgData name="Josep Maria Herrera Marimon" userId="ec91813b-a46b-450e-90f5-79432b30d154" providerId="ADAL" clId="{265EDE7E-8960-482E-BE3B-AB9358251C6F}" dt="2023-06-14T05:37:27.271" v="3274" actId="5793"/>
        <pc:sldMkLst>
          <pc:docMk/>
          <pc:sldMk cId="1259852005" sldId="450"/>
        </pc:sldMkLst>
      </pc:sldChg>
      <pc:sldChg chg="delSp modSp add mod">
        <pc:chgData name="Josep Maria Herrera Marimon" userId="ec91813b-a46b-450e-90f5-79432b30d154" providerId="ADAL" clId="{265EDE7E-8960-482E-BE3B-AB9358251C6F}" dt="2023-06-14T05:48:38.732" v="3322" actId="5793"/>
        <pc:sldMkLst>
          <pc:docMk/>
          <pc:sldMk cId="2228856731" sldId="451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08.322" v="3866" actId="20577"/>
        <pc:sldMkLst>
          <pc:docMk/>
          <pc:sldMk cId="2458016184" sldId="452"/>
        </pc:sldMkLst>
      </pc:sldChg>
      <pc:sldChg chg="modSp add mod">
        <pc:chgData name="Josep Maria Herrera Marimon" userId="ec91813b-a46b-450e-90f5-79432b30d154" providerId="ADAL" clId="{265EDE7E-8960-482E-BE3B-AB9358251C6F}" dt="2023-06-14T11:21:35.704" v="3897"/>
        <pc:sldMkLst>
          <pc:docMk/>
          <pc:sldMk cId="514975812" sldId="453"/>
        </pc:sldMkLst>
      </pc:sldChg>
      <pc:sldChg chg="addSp delSp modSp add mod ord">
        <pc:chgData name="Josep Maria Herrera Marimon" userId="ec91813b-a46b-450e-90f5-79432b30d154" providerId="ADAL" clId="{265EDE7E-8960-482E-BE3B-AB9358251C6F}" dt="2023-06-14T11:20:36.512" v="3839" actId="1076"/>
        <pc:sldMkLst>
          <pc:docMk/>
          <pc:sldMk cId="1476887883" sldId="454"/>
        </pc:sldMkLst>
      </pc:sldChg>
      <pc:sldChg chg="delSp modSp add mod">
        <pc:chgData name="Josep Maria Herrera Marimon" userId="ec91813b-a46b-450e-90f5-79432b30d154" providerId="ADAL" clId="{265EDE7E-8960-482E-BE3B-AB9358251C6F}" dt="2023-06-14T11:20:54.360" v="3846" actId="1076"/>
        <pc:sldMkLst>
          <pc:docMk/>
          <pc:sldMk cId="606407850" sldId="455"/>
        </pc:sldMkLst>
      </pc:sldChg>
      <pc:sldChg chg="delSp modSp add mod">
        <pc:chgData name="Josep Maria Herrera Marimon" userId="ec91813b-a46b-450e-90f5-79432b30d154" providerId="ADAL" clId="{265EDE7E-8960-482E-BE3B-AB9358251C6F}" dt="2023-06-14T11:52:51.139" v="4313" actId="20577"/>
        <pc:sldMkLst>
          <pc:docMk/>
          <pc:sldMk cId="4041387428" sldId="456"/>
        </pc:sldMkLst>
      </pc:sldChg>
      <pc:sldChg chg="addSp delSp modSp add mod">
        <pc:chgData name="Josep Maria Herrera Marimon" userId="ec91813b-a46b-450e-90f5-79432b30d154" providerId="ADAL" clId="{265EDE7E-8960-482E-BE3B-AB9358251C6F}" dt="2023-06-14T11:40:33.959" v="4233" actId="1076"/>
        <pc:sldMkLst>
          <pc:docMk/>
          <pc:sldMk cId="2931003349" sldId="457"/>
        </pc:sldMkLst>
      </pc:sldChg>
      <pc:sldChg chg="delSp modSp add mod">
        <pc:chgData name="Josep Maria Herrera Marimon" userId="ec91813b-a46b-450e-90f5-79432b30d154" providerId="ADAL" clId="{265EDE7E-8960-482E-BE3B-AB9358251C6F}" dt="2023-06-14T11:40:58.754" v="4281" actId="20577"/>
        <pc:sldMkLst>
          <pc:docMk/>
          <pc:sldMk cId="668223248" sldId="458"/>
        </pc:sldMkLst>
      </pc:sldChg>
      <pc:sldChg chg="modSp add mod">
        <pc:chgData name="Josep Maria Herrera Marimon" userId="ec91813b-a46b-450e-90f5-79432b30d154" providerId="ADAL" clId="{265EDE7E-8960-482E-BE3B-AB9358251C6F}" dt="2023-06-14T12:17:18.713" v="4391" actId="20577"/>
        <pc:sldMkLst>
          <pc:docMk/>
          <pc:sldMk cId="2723117609" sldId="459"/>
        </pc:sldMkLst>
      </pc:sldChg>
      <pc:sldChg chg="delSp modSp add mod">
        <pc:chgData name="Josep Maria Herrera Marimon" userId="ec91813b-a46b-450e-90f5-79432b30d154" providerId="ADAL" clId="{265EDE7E-8960-482E-BE3B-AB9358251C6F}" dt="2023-06-14T12:20:06.311" v="4394" actId="478"/>
        <pc:sldMkLst>
          <pc:docMk/>
          <pc:sldMk cId="2090144454" sldId="460"/>
        </pc:sldMkLst>
      </pc:sldChg>
      <pc:sldChg chg="addSp delSp modSp add mod">
        <pc:chgData name="Josep Maria Herrera Marimon" userId="ec91813b-a46b-450e-90f5-79432b30d154" providerId="ADAL" clId="{265EDE7E-8960-482E-BE3B-AB9358251C6F}" dt="2023-06-14T13:38:15.540" v="4437" actId="1076"/>
        <pc:sldMkLst>
          <pc:docMk/>
          <pc:sldMk cId="3830757283" sldId="461"/>
        </pc:sldMkLst>
      </pc:sldChg>
      <pc:sldChg chg="modSp add mod">
        <pc:chgData name="Josep Maria Herrera Marimon" userId="ec91813b-a46b-450e-90f5-79432b30d154" providerId="ADAL" clId="{265EDE7E-8960-482E-BE3B-AB9358251C6F}" dt="2023-06-14T21:24:56.067" v="4518"/>
        <pc:sldMkLst>
          <pc:docMk/>
          <pc:sldMk cId="413582869" sldId="462"/>
        </pc:sldMkLst>
      </pc:sldChg>
      <pc:sldMasterChg chg="delSldLayout">
        <pc:chgData name="Josep Maria Herrera Marimon" userId="ec91813b-a46b-450e-90f5-79432b30d154" providerId="ADAL" clId="{265EDE7E-8960-482E-BE3B-AB9358251C6F}" dt="2023-06-09T11:50:47.695" v="6" actId="47"/>
        <pc:sldMasterMkLst>
          <pc:docMk/>
          <pc:sldMasterMk cId="3530070867" sldId="2147483660"/>
        </pc:sldMasterMkLst>
        <pc:sldLayoutChg chg="del">
          <pc:chgData name="Josep Maria Herrera Marimon" userId="ec91813b-a46b-450e-90f5-79432b30d154" providerId="ADAL" clId="{265EDE7E-8960-482E-BE3B-AB9358251C6F}" dt="2023-06-09T11:50:47.695" v="6" actId="47"/>
          <pc:sldLayoutMkLst>
            <pc:docMk/>
            <pc:sldMasterMk cId="3530070867" sldId="2147483660"/>
            <pc:sldLayoutMk cId="2834220525" sldId="2147483670"/>
          </pc:sldLayoutMkLst>
        </pc:sldLayoutChg>
      </pc:sldMasterChg>
    </pc:docChg>
  </pc:docChgLst>
  <pc:docChgLst>
    <pc:chgData name="Josep Maria Herrera Marimon" userId="ec91813b-a46b-450e-90f5-79432b30d154" providerId="ADAL" clId="{994FCD35-C83C-4F9A-BEE8-B54E801B94E6}"/>
    <pc:docChg chg="delSld modSld">
      <pc:chgData name="Josep Maria Herrera Marimon" userId="ec91813b-a46b-450e-90f5-79432b30d154" providerId="ADAL" clId="{994FCD35-C83C-4F9A-BEE8-B54E801B94E6}" dt="2025-03-04T21:13:18.151" v="40" actId="47"/>
      <pc:docMkLst>
        <pc:docMk/>
      </pc:docMkLst>
      <pc:sldChg chg="del">
        <pc:chgData name="Josep Maria Herrera Marimon" userId="ec91813b-a46b-450e-90f5-79432b30d154" providerId="ADAL" clId="{994FCD35-C83C-4F9A-BEE8-B54E801B94E6}" dt="2025-03-04T21:12:37.934" v="32" actId="47"/>
        <pc:sldMkLst>
          <pc:docMk/>
          <pc:sldMk cId="1661475989" sldId="276"/>
        </pc:sldMkLst>
      </pc:sldChg>
      <pc:sldChg chg="modSp mod">
        <pc:chgData name="Josep Maria Herrera Marimon" userId="ec91813b-a46b-450e-90f5-79432b30d154" providerId="ADAL" clId="{994FCD35-C83C-4F9A-BEE8-B54E801B94E6}" dt="2025-03-04T21:11:24.716" v="18" actId="20577"/>
        <pc:sldMkLst>
          <pc:docMk/>
          <pc:sldMk cId="3307480244" sldId="283"/>
        </pc:sldMkLst>
      </pc:sldChg>
      <pc:sldChg chg="del">
        <pc:chgData name="Josep Maria Herrera Marimon" userId="ec91813b-a46b-450e-90f5-79432b30d154" providerId="ADAL" clId="{994FCD35-C83C-4F9A-BEE8-B54E801B94E6}" dt="2025-03-04T21:12:43.974" v="37" actId="47"/>
        <pc:sldMkLst>
          <pc:docMk/>
          <pc:sldMk cId="1217379116" sldId="28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57266141" sldId="28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291680369" sldId="28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43718708" sldId="304"/>
        </pc:sldMkLst>
      </pc:sldChg>
      <pc:sldChg chg="del">
        <pc:chgData name="Josep Maria Herrera Marimon" userId="ec91813b-a46b-450e-90f5-79432b30d154" providerId="ADAL" clId="{994FCD35-C83C-4F9A-BEE8-B54E801B94E6}" dt="2025-03-04T21:10:55.192" v="0" actId="47"/>
        <pc:sldMkLst>
          <pc:docMk/>
          <pc:sldMk cId="3832800627" sldId="387"/>
        </pc:sldMkLst>
      </pc:sldChg>
      <pc:sldChg chg="del">
        <pc:chgData name="Josep Maria Herrera Marimon" userId="ec91813b-a46b-450e-90f5-79432b30d154" providerId="ADAL" clId="{994FCD35-C83C-4F9A-BEE8-B54E801B94E6}" dt="2025-03-04T21:11:33.829" v="19" actId="47"/>
        <pc:sldMkLst>
          <pc:docMk/>
          <pc:sldMk cId="2525408418" sldId="39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0409061" sldId="39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083683955" sldId="41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68794568" sldId="41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58461617" sldId="41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41423235" sldId="415"/>
        </pc:sldMkLst>
      </pc:sldChg>
      <pc:sldChg chg="del">
        <pc:chgData name="Josep Maria Herrera Marimon" userId="ec91813b-a46b-450e-90f5-79432b30d154" providerId="ADAL" clId="{994FCD35-C83C-4F9A-BEE8-B54E801B94E6}" dt="2025-03-04T21:11:57.871" v="22" actId="47"/>
        <pc:sldMkLst>
          <pc:docMk/>
          <pc:sldMk cId="1438217836" sldId="417"/>
        </pc:sldMkLst>
      </pc:sldChg>
      <pc:sldChg chg="del">
        <pc:chgData name="Josep Maria Herrera Marimon" userId="ec91813b-a46b-450e-90f5-79432b30d154" providerId="ADAL" clId="{994FCD35-C83C-4F9A-BEE8-B54E801B94E6}" dt="2025-03-04T21:11:59.130" v="23" actId="47"/>
        <pc:sldMkLst>
          <pc:docMk/>
          <pc:sldMk cId="227195369" sldId="418"/>
        </pc:sldMkLst>
      </pc:sldChg>
      <pc:sldChg chg="del">
        <pc:chgData name="Josep Maria Herrera Marimon" userId="ec91813b-a46b-450e-90f5-79432b30d154" providerId="ADAL" clId="{994FCD35-C83C-4F9A-BEE8-B54E801B94E6}" dt="2025-03-04T21:12:14.659" v="31" actId="47"/>
        <pc:sldMkLst>
          <pc:docMk/>
          <pc:sldMk cId="3357514590" sldId="419"/>
        </pc:sldMkLst>
      </pc:sldChg>
      <pc:sldChg chg="del">
        <pc:chgData name="Josep Maria Herrera Marimon" userId="ec91813b-a46b-450e-90f5-79432b30d154" providerId="ADAL" clId="{994FCD35-C83C-4F9A-BEE8-B54E801B94E6}" dt="2025-03-04T21:12:06.560" v="24" actId="47"/>
        <pc:sldMkLst>
          <pc:docMk/>
          <pc:sldMk cId="1016325114" sldId="420"/>
        </pc:sldMkLst>
      </pc:sldChg>
      <pc:sldChg chg="del">
        <pc:chgData name="Josep Maria Herrera Marimon" userId="ec91813b-a46b-450e-90f5-79432b30d154" providerId="ADAL" clId="{994FCD35-C83C-4F9A-BEE8-B54E801B94E6}" dt="2025-03-04T21:12:07.263" v="25" actId="47"/>
        <pc:sldMkLst>
          <pc:docMk/>
          <pc:sldMk cId="96474683" sldId="421"/>
        </pc:sldMkLst>
      </pc:sldChg>
      <pc:sldChg chg="del">
        <pc:chgData name="Josep Maria Herrera Marimon" userId="ec91813b-a46b-450e-90f5-79432b30d154" providerId="ADAL" clId="{994FCD35-C83C-4F9A-BEE8-B54E801B94E6}" dt="2025-03-04T21:12:08.188" v="26" actId="47"/>
        <pc:sldMkLst>
          <pc:docMk/>
          <pc:sldMk cId="2764355645" sldId="422"/>
        </pc:sldMkLst>
      </pc:sldChg>
      <pc:sldChg chg="del">
        <pc:chgData name="Josep Maria Herrera Marimon" userId="ec91813b-a46b-450e-90f5-79432b30d154" providerId="ADAL" clId="{994FCD35-C83C-4F9A-BEE8-B54E801B94E6}" dt="2025-03-04T21:12:09.046" v="27" actId="47"/>
        <pc:sldMkLst>
          <pc:docMk/>
          <pc:sldMk cId="1452393040" sldId="423"/>
        </pc:sldMkLst>
      </pc:sldChg>
      <pc:sldChg chg="del">
        <pc:chgData name="Josep Maria Herrera Marimon" userId="ec91813b-a46b-450e-90f5-79432b30d154" providerId="ADAL" clId="{994FCD35-C83C-4F9A-BEE8-B54E801B94E6}" dt="2025-03-04T21:12:09.793" v="28" actId="47"/>
        <pc:sldMkLst>
          <pc:docMk/>
          <pc:sldMk cId="913374407" sldId="424"/>
        </pc:sldMkLst>
      </pc:sldChg>
      <pc:sldChg chg="del">
        <pc:chgData name="Josep Maria Herrera Marimon" userId="ec91813b-a46b-450e-90f5-79432b30d154" providerId="ADAL" clId="{994FCD35-C83C-4F9A-BEE8-B54E801B94E6}" dt="2025-03-04T21:12:11.531" v="30" actId="47"/>
        <pc:sldMkLst>
          <pc:docMk/>
          <pc:sldMk cId="3064632979" sldId="425"/>
        </pc:sldMkLst>
      </pc:sldChg>
      <pc:sldChg chg="del">
        <pc:chgData name="Josep Maria Herrera Marimon" userId="ec91813b-a46b-450e-90f5-79432b30d154" providerId="ADAL" clId="{994FCD35-C83C-4F9A-BEE8-B54E801B94E6}" dt="2025-03-04T21:12:10.693" v="29" actId="47"/>
        <pc:sldMkLst>
          <pc:docMk/>
          <pc:sldMk cId="910669299" sldId="42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84428806" sldId="42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43164043" sldId="43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52739445" sldId="43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7218141" sldId="43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28756506" sldId="43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687114822" sldId="43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05927042" sldId="43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37458877" sldId="43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61819071" sldId="43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170302261" sldId="43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76674572" sldId="44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532007744" sldId="44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592848847" sldId="44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77860639" sldId="44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59852005" sldId="45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28856731" sldId="45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458016184" sldId="45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514975812" sldId="45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476887883" sldId="45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606407850" sldId="45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041387428" sldId="45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931003349" sldId="45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723117609" sldId="45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30757283" sldId="46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36135027" sldId="46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722655817" sldId="46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022026658" sldId="46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135918341" sldId="46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05810816" sldId="46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22348994" sldId="46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639562663" sldId="47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137595583" sldId="47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18295799" sldId="47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45292302" sldId="47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243112618" sldId="474"/>
        </pc:sldMkLst>
      </pc:sldChg>
      <pc:sldChg chg="del">
        <pc:chgData name="Josep Maria Herrera Marimon" userId="ec91813b-a46b-450e-90f5-79432b30d154" providerId="ADAL" clId="{994FCD35-C83C-4F9A-BEE8-B54E801B94E6}" dt="2025-03-04T21:11:45.656" v="20" actId="47"/>
        <pc:sldMkLst>
          <pc:docMk/>
          <pc:sldMk cId="3246440331" sldId="475"/>
        </pc:sldMkLst>
      </pc:sldChg>
      <pc:sldChg chg="del">
        <pc:chgData name="Josep Maria Herrera Marimon" userId="ec91813b-a46b-450e-90f5-79432b30d154" providerId="ADAL" clId="{994FCD35-C83C-4F9A-BEE8-B54E801B94E6}" dt="2025-03-04T21:11:47.308" v="21" actId="47"/>
        <pc:sldMkLst>
          <pc:docMk/>
          <pc:sldMk cId="2877657399" sldId="476"/>
        </pc:sldMkLst>
      </pc:sldChg>
      <pc:sldChg chg="del">
        <pc:chgData name="Josep Maria Herrera Marimon" userId="ec91813b-a46b-450e-90f5-79432b30d154" providerId="ADAL" clId="{994FCD35-C83C-4F9A-BEE8-B54E801B94E6}" dt="2025-03-04T21:12:53.323" v="39" actId="47"/>
        <pc:sldMkLst>
          <pc:docMk/>
          <pc:sldMk cId="1568960941" sldId="478"/>
        </pc:sldMkLst>
      </pc:sldChg>
      <pc:sldChg chg="del">
        <pc:chgData name="Josep Maria Herrera Marimon" userId="ec91813b-a46b-450e-90f5-79432b30d154" providerId="ADAL" clId="{994FCD35-C83C-4F9A-BEE8-B54E801B94E6}" dt="2025-03-04T21:12:39.779" v="34" actId="47"/>
        <pc:sldMkLst>
          <pc:docMk/>
          <pc:sldMk cId="4057799405" sldId="479"/>
        </pc:sldMkLst>
      </pc:sldChg>
      <pc:sldChg chg="del">
        <pc:chgData name="Josep Maria Herrera Marimon" userId="ec91813b-a46b-450e-90f5-79432b30d154" providerId="ADAL" clId="{994FCD35-C83C-4F9A-BEE8-B54E801B94E6}" dt="2025-03-04T21:12:40.709" v="35" actId="47"/>
        <pc:sldMkLst>
          <pc:docMk/>
          <pc:sldMk cId="1121554648" sldId="480"/>
        </pc:sldMkLst>
      </pc:sldChg>
      <pc:sldChg chg="del">
        <pc:chgData name="Josep Maria Herrera Marimon" userId="ec91813b-a46b-450e-90f5-79432b30d154" providerId="ADAL" clId="{994FCD35-C83C-4F9A-BEE8-B54E801B94E6}" dt="2025-03-04T21:12:42.524" v="36" actId="47"/>
        <pc:sldMkLst>
          <pc:docMk/>
          <pc:sldMk cId="3506135627" sldId="482"/>
        </pc:sldMkLst>
      </pc:sldChg>
      <pc:sldChg chg="del">
        <pc:chgData name="Josep Maria Herrera Marimon" userId="ec91813b-a46b-450e-90f5-79432b30d154" providerId="ADAL" clId="{994FCD35-C83C-4F9A-BEE8-B54E801B94E6}" dt="2025-03-04T21:12:52.014" v="38" actId="47"/>
        <pc:sldMkLst>
          <pc:docMk/>
          <pc:sldMk cId="901312318" sldId="48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69151468" sldId="485"/>
        </pc:sldMkLst>
      </pc:sldChg>
      <pc:sldChg chg="del">
        <pc:chgData name="Josep Maria Herrera Marimon" userId="ec91813b-a46b-450e-90f5-79432b30d154" providerId="ADAL" clId="{994FCD35-C83C-4F9A-BEE8-B54E801B94E6}" dt="2025-03-04T21:12:38.946" v="33" actId="47"/>
        <pc:sldMkLst>
          <pc:docMk/>
          <pc:sldMk cId="1671134841" sldId="48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87834562" sldId="48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47130029" sldId="48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03401370" sldId="49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480118162" sldId="49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077302453" sldId="49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168155275" sldId="49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9481651" sldId="49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310973324" sldId="49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75265781" sldId="49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10189927" sldId="49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897084731" sldId="49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72756216" sldId="49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49663895" sldId="500"/>
        </pc:sldMkLst>
      </pc:sldChg>
    </pc:docChg>
  </pc:docChgLst>
  <pc:docChgLst>
    <pc:chgData name="Josep Maria Herrera Marimon" userId="ec91813b-a46b-450e-90f5-79432b30d154" providerId="ADAL" clId="{AE4944AB-48C7-4701-BE45-74CF79279177}"/>
    <pc:docChg chg="undo custSel addSld delSld modSld">
      <pc:chgData name="Josep Maria Herrera Marimon" userId="ec91813b-a46b-450e-90f5-79432b30d154" providerId="ADAL" clId="{AE4944AB-48C7-4701-BE45-74CF79279177}" dt="2023-06-09T07:16:28.253" v="43" actId="47"/>
      <pc:docMkLst>
        <pc:docMk/>
      </pc:docMkLst>
      <pc:sldChg chg="modSp mod">
        <pc:chgData name="Josep Maria Herrera Marimon" userId="ec91813b-a46b-450e-90f5-79432b30d154" providerId="ADAL" clId="{AE4944AB-48C7-4701-BE45-74CF79279177}" dt="2023-06-09T07:15:02.826" v="11" actId="20577"/>
        <pc:sldMkLst>
          <pc:docMk/>
          <pc:sldMk cId="1942183190" sldId="256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3044182988" sldId="257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2053424092" sldId="262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492019113" sldId="274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1487464807" sldId="275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4207688934" sldId="281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796518760" sldId="287"/>
        </pc:sldMkLst>
      </pc:sldChg>
      <pc:sldChg chg="add del">
        <pc:chgData name="Josep Maria Herrera Marimon" userId="ec91813b-a46b-450e-90f5-79432b30d154" providerId="ADAL" clId="{AE4944AB-48C7-4701-BE45-74CF79279177}" dt="2023-06-09T07:16:12.574" v="40" actId="47"/>
        <pc:sldMkLst>
          <pc:docMk/>
          <pc:sldMk cId="1217379116" sldId="288"/>
        </pc:sldMkLst>
      </pc:sldChg>
      <pc:sldChg chg="add del">
        <pc:chgData name="Josep Maria Herrera Marimon" userId="ec91813b-a46b-450e-90f5-79432b30d154" providerId="ADAL" clId="{AE4944AB-48C7-4701-BE45-74CF79279177}" dt="2023-06-09T07:16:22.760" v="41" actId="47"/>
        <pc:sldMkLst>
          <pc:docMk/>
          <pc:sldMk cId="1494541756" sldId="289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3609321729" sldId="290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2760488417" sldId="291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1850839270" sldId="292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396725004" sldId="293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1655275264" sldId="294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2401027557" sldId="295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78872398" sldId="296"/>
        </pc:sldMkLst>
      </pc:sldChg>
      <pc:sldChg chg="del">
        <pc:chgData name="Josep Maria Herrera Marimon" userId="ec91813b-a46b-450e-90f5-79432b30d154" providerId="ADAL" clId="{AE4944AB-48C7-4701-BE45-74CF79279177}" dt="2023-06-09T07:15:39.157" v="15" actId="47"/>
        <pc:sldMkLst>
          <pc:docMk/>
          <pc:sldMk cId="3104846191" sldId="297"/>
        </pc:sldMkLst>
      </pc:sldChg>
      <pc:sldChg chg="del">
        <pc:chgData name="Josep Maria Herrera Marimon" userId="ec91813b-a46b-450e-90f5-79432b30d154" providerId="ADAL" clId="{AE4944AB-48C7-4701-BE45-74CF79279177}" dt="2023-06-09T07:16:02.769" v="26" actId="47"/>
        <pc:sldMkLst>
          <pc:docMk/>
          <pc:sldMk cId="286046674" sldId="298"/>
        </pc:sldMkLst>
      </pc:sldChg>
      <pc:sldChg chg="del">
        <pc:chgData name="Josep Maria Herrera Marimon" userId="ec91813b-a46b-450e-90f5-79432b30d154" providerId="ADAL" clId="{AE4944AB-48C7-4701-BE45-74CF79279177}" dt="2023-06-09T07:15:40.976" v="16" actId="47"/>
        <pc:sldMkLst>
          <pc:docMk/>
          <pc:sldMk cId="2214270807" sldId="299"/>
        </pc:sldMkLst>
      </pc:sldChg>
      <pc:sldChg chg="del">
        <pc:chgData name="Josep Maria Herrera Marimon" userId="ec91813b-a46b-450e-90f5-79432b30d154" providerId="ADAL" clId="{AE4944AB-48C7-4701-BE45-74CF79279177}" dt="2023-06-09T07:16:01.353" v="23" actId="47"/>
        <pc:sldMkLst>
          <pc:docMk/>
          <pc:sldMk cId="1464641979" sldId="300"/>
        </pc:sldMkLst>
      </pc:sldChg>
      <pc:sldChg chg="del">
        <pc:chgData name="Josep Maria Herrera Marimon" userId="ec91813b-a46b-450e-90f5-79432b30d154" providerId="ADAL" clId="{AE4944AB-48C7-4701-BE45-74CF79279177}" dt="2023-06-09T07:16:02.096" v="24" actId="47"/>
        <pc:sldMkLst>
          <pc:docMk/>
          <pc:sldMk cId="3476855435" sldId="301"/>
        </pc:sldMkLst>
      </pc:sldChg>
      <pc:sldChg chg="del">
        <pc:chgData name="Josep Maria Herrera Marimon" userId="ec91813b-a46b-450e-90f5-79432b30d154" providerId="ADAL" clId="{AE4944AB-48C7-4701-BE45-74CF79279177}" dt="2023-06-09T07:16:02.472" v="25" actId="47"/>
        <pc:sldMkLst>
          <pc:docMk/>
          <pc:sldMk cId="894525879" sldId="302"/>
        </pc:sldMkLst>
      </pc:sldChg>
      <pc:sldChg chg="del">
        <pc:chgData name="Josep Maria Herrera Marimon" userId="ec91813b-a46b-450e-90f5-79432b30d154" providerId="ADAL" clId="{AE4944AB-48C7-4701-BE45-74CF79279177}" dt="2023-06-09T07:16:03.379" v="28" actId="47"/>
        <pc:sldMkLst>
          <pc:docMk/>
          <pc:sldMk cId="637227487" sldId="303"/>
        </pc:sldMkLst>
      </pc:sldChg>
      <pc:sldChg chg="del">
        <pc:chgData name="Josep Maria Herrera Marimon" userId="ec91813b-a46b-450e-90f5-79432b30d154" providerId="ADAL" clId="{AE4944AB-48C7-4701-BE45-74CF79279177}" dt="2023-06-09T07:16:04.956" v="33" actId="47"/>
        <pc:sldMkLst>
          <pc:docMk/>
          <pc:sldMk cId="2001640094" sldId="304"/>
        </pc:sldMkLst>
      </pc:sldChg>
      <pc:sldChg chg="del">
        <pc:chgData name="Josep Maria Herrera Marimon" userId="ec91813b-a46b-450e-90f5-79432b30d154" providerId="ADAL" clId="{AE4944AB-48C7-4701-BE45-74CF79279177}" dt="2023-06-09T07:16:05.211" v="34" actId="47"/>
        <pc:sldMkLst>
          <pc:docMk/>
          <pc:sldMk cId="3311874055" sldId="305"/>
        </pc:sldMkLst>
      </pc:sldChg>
      <pc:sldChg chg="del">
        <pc:chgData name="Josep Maria Herrera Marimon" userId="ec91813b-a46b-450e-90f5-79432b30d154" providerId="ADAL" clId="{AE4944AB-48C7-4701-BE45-74CF79279177}" dt="2023-06-09T07:16:05.520" v="35" actId="47"/>
        <pc:sldMkLst>
          <pc:docMk/>
          <pc:sldMk cId="113792955" sldId="306"/>
        </pc:sldMkLst>
      </pc:sldChg>
      <pc:sldChg chg="del">
        <pc:chgData name="Josep Maria Herrera Marimon" userId="ec91813b-a46b-450e-90f5-79432b30d154" providerId="ADAL" clId="{AE4944AB-48C7-4701-BE45-74CF79279177}" dt="2023-06-09T07:16:06.162" v="36" actId="47"/>
        <pc:sldMkLst>
          <pc:docMk/>
          <pc:sldMk cId="4273026588" sldId="307"/>
        </pc:sldMkLst>
      </pc:sldChg>
      <pc:sldChg chg="add del">
        <pc:chgData name="Josep Maria Herrera Marimon" userId="ec91813b-a46b-450e-90f5-79432b30d154" providerId="ADAL" clId="{AE4944AB-48C7-4701-BE45-74CF79279177}" dt="2023-06-09T07:16:28.253" v="43" actId="47"/>
        <pc:sldMkLst>
          <pc:docMk/>
          <pc:sldMk cId="583477465" sldId="308"/>
        </pc:sldMkLst>
      </pc:sldChg>
      <pc:sldChg chg="del">
        <pc:chgData name="Josep Maria Herrera Marimon" userId="ec91813b-a46b-450e-90f5-79432b30d154" providerId="ADAL" clId="{AE4944AB-48C7-4701-BE45-74CF79279177}" dt="2023-06-09T07:16:03.032" v="27" actId="47"/>
        <pc:sldMkLst>
          <pc:docMk/>
          <pc:sldMk cId="3018376454" sldId="309"/>
        </pc:sldMkLst>
      </pc:sldChg>
      <pc:sldChg chg="del">
        <pc:chgData name="Josep Maria Herrera Marimon" userId="ec91813b-a46b-450e-90f5-79432b30d154" providerId="ADAL" clId="{AE4944AB-48C7-4701-BE45-74CF79279177}" dt="2023-06-09T07:16:04.493" v="31" actId="47"/>
        <pc:sldMkLst>
          <pc:docMk/>
          <pc:sldMk cId="805640535" sldId="311"/>
        </pc:sldMkLst>
      </pc:sldChg>
      <pc:sldChg chg="del">
        <pc:chgData name="Josep Maria Herrera Marimon" userId="ec91813b-a46b-450e-90f5-79432b30d154" providerId="ADAL" clId="{AE4944AB-48C7-4701-BE45-74CF79279177}" dt="2023-06-09T07:16:03.990" v="30" actId="47"/>
        <pc:sldMkLst>
          <pc:docMk/>
          <pc:sldMk cId="646219748" sldId="312"/>
        </pc:sldMkLst>
      </pc:sldChg>
      <pc:sldChg chg="del">
        <pc:chgData name="Josep Maria Herrera Marimon" userId="ec91813b-a46b-450e-90f5-79432b30d154" providerId="ADAL" clId="{AE4944AB-48C7-4701-BE45-74CF79279177}" dt="2023-06-09T07:16:04.725" v="32" actId="47"/>
        <pc:sldMkLst>
          <pc:docMk/>
          <pc:sldMk cId="753231097" sldId="313"/>
        </pc:sldMkLst>
      </pc:sldChg>
      <pc:sldChg chg="del">
        <pc:chgData name="Josep Maria Herrera Marimon" userId="ec91813b-a46b-450e-90f5-79432b30d154" providerId="ADAL" clId="{AE4944AB-48C7-4701-BE45-74CF79279177}" dt="2023-06-09T07:16:03.777" v="29" actId="47"/>
        <pc:sldMkLst>
          <pc:docMk/>
          <pc:sldMk cId="4203510878" sldId="314"/>
        </pc:sldMkLst>
      </pc:sldChg>
      <pc:sldChg chg="del">
        <pc:chgData name="Josep Maria Herrera Marimon" userId="ec91813b-a46b-450e-90f5-79432b30d154" providerId="ADAL" clId="{AE4944AB-48C7-4701-BE45-74CF79279177}" dt="2023-06-09T07:15:44.690" v="17" actId="47"/>
        <pc:sldMkLst>
          <pc:docMk/>
          <pc:sldMk cId="827427953" sldId="315"/>
        </pc:sldMkLst>
      </pc:sldChg>
      <pc:sldChg chg="del">
        <pc:chgData name="Josep Maria Herrera Marimon" userId="ec91813b-a46b-450e-90f5-79432b30d154" providerId="ADAL" clId="{AE4944AB-48C7-4701-BE45-74CF79279177}" dt="2023-06-09T07:15:51.332" v="19" actId="47"/>
        <pc:sldMkLst>
          <pc:docMk/>
          <pc:sldMk cId="3552784406" sldId="317"/>
        </pc:sldMkLst>
      </pc:sldChg>
      <pc:sldChg chg="del">
        <pc:chgData name="Josep Maria Herrera Marimon" userId="ec91813b-a46b-450e-90f5-79432b30d154" providerId="ADAL" clId="{AE4944AB-48C7-4701-BE45-74CF79279177}" dt="2023-06-09T07:15:54.584" v="20" actId="47"/>
        <pc:sldMkLst>
          <pc:docMk/>
          <pc:sldMk cId="3181760124" sldId="318"/>
        </pc:sldMkLst>
      </pc:sldChg>
      <pc:sldChg chg="del">
        <pc:chgData name="Josep Maria Herrera Marimon" userId="ec91813b-a46b-450e-90f5-79432b30d154" providerId="ADAL" clId="{AE4944AB-48C7-4701-BE45-74CF79279177}" dt="2023-06-09T07:15:55.417" v="21" actId="47"/>
        <pc:sldMkLst>
          <pc:docMk/>
          <pc:sldMk cId="451996062" sldId="319"/>
        </pc:sldMkLst>
      </pc:sldChg>
      <pc:sldChg chg="del">
        <pc:chgData name="Josep Maria Herrera Marimon" userId="ec91813b-a46b-450e-90f5-79432b30d154" providerId="ADAL" clId="{AE4944AB-48C7-4701-BE45-74CF79279177}" dt="2023-06-09T07:15:59.663" v="22" actId="47"/>
        <pc:sldMkLst>
          <pc:docMk/>
          <pc:sldMk cId="3843718708" sldId="320"/>
        </pc:sldMkLst>
      </pc:sldChg>
      <pc:sldChg chg="del">
        <pc:chgData name="Josep Maria Herrera Marimon" userId="ec91813b-a46b-450e-90f5-79432b30d154" providerId="ADAL" clId="{AE4944AB-48C7-4701-BE45-74CF79279177}" dt="2023-06-09T07:15:45.573" v="18" actId="47"/>
        <pc:sldMkLst>
          <pc:docMk/>
          <pc:sldMk cId="3600052845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CAD20-D606-40D8-B86C-D58AB1AC87E0}" type="datetimeFigureOut">
              <a:rPr lang="ca-ES" smtClean="0"/>
              <a:t>20/10/2025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A57BA-587C-4E56-84BC-75E31C71295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496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070A-A3C2-F948-CF22-4AEA8214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2B8BCE6B-5597-4B2E-DF24-FFFEB74DA8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83AD4414-06A0-5E4A-44A4-098CE4C139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3B76CC0D-E1B0-3F50-7BFF-747010320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3923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1044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12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21545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482A-A07E-F563-0912-2AA895EF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BFE7B06B-ECC1-7ECD-D3F5-9317EF9688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CED121A1-4A48-CEC6-0619-892A7566A9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EE57AF8D-1E35-B8CA-B81B-49141EBCA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13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06942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EB2C-A8DF-994D-5F99-2C2D9377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964F2369-BB60-2FC1-A459-ADA3640774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F7AE9A96-1471-40DA-147D-F9D333CA21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B2BDF21D-6591-CA45-3EB9-019B3B1F3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14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2765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10A9-737A-6BBE-26A9-23C34A72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A50DB4C7-B540-9E3D-0CD1-23D470FA06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3ECBF698-D1F3-E920-91B7-D2FC3FCA7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2F7E33CD-3757-7F47-B5B1-0B6B39C92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15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46409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C3D8-560D-47D4-5D22-25F9A09C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0702FCAC-6AEF-4B18-FAD9-5A01F1F2B6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CBC61367-CAB7-6DDF-0C4F-4A73EF78C9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0AE66171-F0BB-A211-7307-750B32DE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16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00391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09E4-FA18-201F-5712-A0E61B3D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887C92C8-6704-5C78-4374-70F591D482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7FF515A0-CE20-82AD-6325-D5E9162934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FBA29C6-2399-4464-F401-B751B2EDB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17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0803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AB9A-397C-A193-60E9-68AF7A56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2EAB4224-56A6-606B-4C45-95D3DCB92E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6C0F97A6-E7D8-B46F-FAFA-1C9376F0AE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A9F31AE3-3AD2-7783-1EE4-BA2AD991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18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27780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49E9-04C6-5928-3962-6854F707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7C5E7F25-68AB-5CE9-4D42-D273B1D11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2C2BD0AE-5F0E-4460-B300-C849386CE1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5A22A002-F964-8990-4C48-BA2BD35AC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19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23169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5B0C-6F3F-2141-FCCC-E97748AE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ECE62B98-6C01-8218-8159-5F664DEBFF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81E28CC7-A255-A7A0-EDCC-4786226D22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EA3DFD32-3181-AF18-CC08-3EB65E24A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81752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BB1F9-A944-0586-1325-86F756B1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D2B88294-F16D-7C99-8E51-0D482C073F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D3E970DB-D1C5-DE8A-CF86-58A4D21456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B97EA2BD-713E-F9CF-629F-F0EB4DB2F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21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47234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C3A23-B780-37AB-3CE7-0F5957CA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6702FFC5-BC0B-C62C-ED17-119D0ACDA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4C496336-72A1-234F-5A63-B79E2A2FB6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052027AA-5267-2B35-A3CA-568427ECC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59628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F77A-0D71-EBE9-EFA2-C6F31091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739DA2E0-2808-4EA6-FFE3-794907C098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4CB7583F-4543-755E-9EE3-4EA1AAFAD3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240AD129-B068-A0D5-9B4B-5CF53C967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78935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78E7-74FC-7F86-F5BC-241845C9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524BBC33-0D4C-BCE3-90B9-3766106E09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00EC9B27-0744-105A-62BE-34214F9C98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090FE648-9904-8DB1-1815-8A49D0ED4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39255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9104-CA1B-98D4-1884-A0ECA438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7E93CBAB-5484-DD89-D8AA-2C974A3EAB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D51D069F-651A-03C2-C221-9F05211530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76A13AAB-89DD-9E4F-8E87-5F305B669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74479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574F-6CC4-6A43-1CB7-4FAE09C4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B2691CAF-626F-A0F6-A22D-3F1328346A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9368C81A-628F-9F59-36DA-C46B139F45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7637A84-A28E-C2BF-B1E6-1B82CA519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09799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A351-5AD1-7B59-FD24-AD2D9BBF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F817307F-B6BB-8B57-B6BB-88A03EB994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C07EB666-08BF-E73E-E000-D4B588ADE3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5CDD7C69-5EC0-EF32-3629-E48D3F611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27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21539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694E3-6141-6677-2BF3-133F76A2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322834BE-1DAC-CE7A-DCF1-2B4DCB3AC0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A0907541-412D-D56E-6011-5220D6D610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8DDC670-243C-0D19-7636-F789457D5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18705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68DF-0591-65F7-7EAB-49933225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B441F9D3-268F-10AB-84AC-E460A2ED38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B1565BEF-CB8A-3F5F-9601-3D6A62DDDA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0163BB72-F05C-BA28-BE1D-7268182EB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29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25629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1CD6-69CC-71D1-124C-6870755B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0A273510-77BD-01E8-BBED-2129F78132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5F412CA6-EEF7-A543-4083-341BEFD502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6C8FF61F-CCF3-3B69-268F-AC7CE0FB1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31485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26B6-DEF3-B055-5CBA-DE305C02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4C23AE01-0320-A209-C946-AD09B24E5A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6FFBF198-8CD9-1693-BAA8-0551A49A6F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7B969AF6-5C32-A17F-1E84-8E7746692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31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074879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916519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19000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681598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31496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423188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98523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56692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39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996827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1B93-40E7-7A91-CF59-EDD3A54B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3FAF9C1E-2A38-1210-33F7-60B211D9F7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0CD59795-93B3-13F3-F196-F21704ECEC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F0D2E0ED-2A7A-0C62-2ED1-79E5F5EA8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40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766328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4F4C-6B37-6C88-A6DA-1CBC5160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8E04F833-486A-1C92-D606-50297BF718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8CA72855-50BD-3D0B-9435-FE1990AC45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FED22D1-35CF-08AB-40BC-2946BE6FB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41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2594482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E344C-81F9-ADD2-4434-80B2E0C2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55B6F38A-0D3D-0B72-130C-B8AE311384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5347A31A-787B-AEAD-F6C2-89E91DDAFB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A687CF38-0D5C-5ECB-941C-B72E7DF0F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67755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6FB0-9712-58EC-BE4A-73F3F1C8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FB372BEC-002F-D1FC-E164-46907A2422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AEFAEDEC-B5BF-95F2-A3FE-C3631F57DA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1233CB0-D8F1-25C8-0178-37E232BCB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651027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BC60-19E2-314E-596A-9382BE6E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8145FEBE-93EB-C6E8-86D1-421D3ECA74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7C81F806-2F77-3B9E-5BE0-C81FF28A08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C508B02E-4062-8FA8-CCDB-4019F6062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261325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2507-6A19-7B91-A961-02D2864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2E5905DA-86B2-1843-09FB-4111D30201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9D3205A9-A085-0402-E217-B8D245FA49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298531E-FF59-B2E8-751B-B4BB86CD4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125243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5181-DEDF-A042-EC98-A26C76F4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3E7A1E6F-DA87-57C5-FA6C-B72ADC835E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582F926F-CABE-0193-683E-87814356CC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09D642B6-96C9-D935-B9D0-468440F8C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068595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F73C-96EA-55E4-5F61-DF8B844A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CEF6510B-E47D-D446-D9B4-052FADB2D4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F8D83582-3F64-3990-EAD3-BC774D1113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C3FCEEA7-A7D5-1C58-B1EB-54565A1BE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280523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7E41-526D-A1F8-C322-70568F58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0ACF18AA-9E9E-971A-463B-81AEEFEF33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BAFED9F5-07F0-5468-4A79-956ED1343A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A3955A8F-8DDA-6A7B-5843-82247A312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985489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FBEF-3AC4-F531-1BC3-2670EB44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DD1F21D8-5192-CB7B-A21B-0A12A699BD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76F533AD-6633-297D-E742-247C5C0AF9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A4BB3C51-40B9-E281-1891-4FC93DA3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49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9615834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25B6F-0174-85B6-A171-03B2B82D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3DEF2ABF-57EE-1891-66CA-1E53951B62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0E2EF1AC-88BF-5A99-70F5-44B05719E0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0F51E5F-E903-432E-B0C5-B673A3671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754004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ED1C-0085-7E78-9D14-D1145AAC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ADBCF5DF-BF4E-B7C7-CE46-159D100C14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691BC068-B444-E187-B9EA-27257BDDB0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B5AE122-0949-FF83-B36D-4B61785E1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51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761600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5693-F4B9-3E81-FC18-FE515B5C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AB721072-E58C-9D4B-C567-DE8ABE88F6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04E0137F-6417-1ECC-F6D5-145B5DAEB5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8344D711-F306-9F5D-19D0-38E72395D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473665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39EE-A061-59BA-4619-6C7CD5E3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7AF91E93-A767-0679-B5DC-9364F089D9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BF8B27EC-45C3-6717-CB16-6C55F26259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2E991604-C0E9-672F-247B-C45864D81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537922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EE35C-FC52-933B-C810-DB94A683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0DC048DC-59C6-4D94-EEAD-E07C5B42A9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6E577EA5-FCFC-EB6F-D13D-0052F16195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6412F71-CD90-7EFB-5645-0E49FAD24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2246239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6D8ED-8EA3-D94A-784B-4B226059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B91BD7BF-DAE8-5AF8-D87B-E60BC6968D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A1D830B7-F0C4-DD4E-79A2-008A26B117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78A8968-C9F2-C2C9-8983-4E3552EF5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425379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7EAF-9CC9-62E5-B6ED-74855A6F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>
            <a:extLst>
              <a:ext uri="{FF2B5EF4-FFF2-40B4-BE49-F238E27FC236}">
                <a16:creationId xmlns:a16="http://schemas.microsoft.com/office/drawing/2014/main" id="{1D6AFAFE-8AD4-0E5E-CC4A-5A06F8CACE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>
            <a:extLst>
              <a:ext uri="{FF2B5EF4-FFF2-40B4-BE49-F238E27FC236}">
                <a16:creationId xmlns:a16="http://schemas.microsoft.com/office/drawing/2014/main" id="{F8F847C3-E146-CC0C-A6D8-2EE1942885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>
            <a:extLst>
              <a:ext uri="{FF2B5EF4-FFF2-40B4-BE49-F238E27FC236}">
                <a16:creationId xmlns:a16="http://schemas.microsoft.com/office/drawing/2014/main" id="{9EF97686-864F-032D-03F8-22B17775D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56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331848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9CD6-93B1-0145-B369-50800802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0C5B31D1-1250-9D5E-8A71-8849DB207A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2AE5B2C8-96CB-1757-B23E-C3C0E023D8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15F458A6-68AE-C5C2-529E-3B42D8BAE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666593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AC18B-E1D1-FEFE-8DF6-3293AB4E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82A340BC-A0C3-3C4B-85D5-B3A979E513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9CEA46A6-0EE0-C79B-45D8-71A599E157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FF7E7FD4-A10A-15E1-1351-DB557A3D4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58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659668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0A4E-3F0C-4517-B99B-6FC5B897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F0FC76E6-C137-C72B-50D8-ADAC1C3CCD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C229A732-6760-BBA4-4B25-53B8F66A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C7CF022B-4DEA-186C-1A51-88B36F5B0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59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318610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CE03-C3AB-9C71-016D-8CAC68DD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D6020BF2-9C3A-CA20-42DA-9D783F35A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CEC126A6-59B4-3EE0-2DE7-7A6514BDEA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F10780CB-C417-4C80-1B27-8F7B423AF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60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18058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4400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3838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rgbClr val="FFFFFF"/>
                </a:solidFill>
              </a:defRPr>
            </a:lvl1pPr>
            <a:lvl5pPr marL="182880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 dirty="0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Asignatura</a:t>
            </a:r>
            <a:r>
              <a:rPr lang="ca-ES" dirty="0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Fecha</a:t>
            </a:r>
            <a:r>
              <a:rPr lang="ca-ES" dirty="0">
                <a:solidFill>
                  <a:srgbClr val="838383"/>
                </a:solidFill>
              </a:rPr>
              <a:t> de </a:t>
            </a:r>
            <a:r>
              <a:rPr lang="ca-ES" dirty="0" err="1">
                <a:solidFill>
                  <a:srgbClr val="838383"/>
                </a:solidFill>
              </a:rPr>
              <a:t>elaboración</a:t>
            </a:r>
            <a:endParaRPr lang="es-ES" dirty="0">
              <a:solidFill>
                <a:srgbClr val="838383"/>
              </a:solidFill>
            </a:endParaRPr>
          </a:p>
          <a:p>
            <a:pPr lvl="4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518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749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9115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67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9176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182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30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37100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6ECB5-36B7-5DE5-C679-37AB5823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59BF2-C46B-20C4-A0DF-6EECE377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73CDF-9A0D-A114-D1B7-0A1B6476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3205C-ADB9-4084-B0F8-18DE8D9C5431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65221-9006-85F5-E98B-714D8CD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6D8E6-7026-9885-F07C-C788077B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61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49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62707"/>
            <a:ext cx="11018440" cy="781968"/>
          </a:xfrm>
          <a:prstGeom prst="rect">
            <a:avLst/>
          </a:prstGeom>
        </p:spPr>
        <p:txBody>
          <a:bodyPr anchor="ctr"/>
          <a:lstStyle>
            <a:lvl1pPr algn="l">
              <a:defRPr sz="3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0"/>
          </p:nvPr>
        </p:nvSpPr>
        <p:spPr>
          <a:xfrm>
            <a:off x="838200" y="1844678"/>
            <a:ext cx="11018440" cy="22323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 dirty="0"/>
              <a:t>Haga clic para modificar el estilo de texto 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2269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838383"/>
                </a:solidFill>
                <a:latin typeface="+mj-lt"/>
              </a:defRPr>
            </a:lvl1pPr>
          </a:lstStyle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jwt.io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com/article/21/6/linux-checksec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9639F8-8852-EA41-2314-83927C1B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/>
          <a:lstStyle/>
          <a:p>
            <a:r>
              <a:rPr lang="en-US" dirty="0"/>
              <a:t>CETI – M09 – Secure API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7B231B-6E7A-F66A-79AE-E2F0D3FAC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4" y="5254858"/>
            <a:ext cx="4632779" cy="1474787"/>
          </a:xfrm>
        </p:spPr>
        <p:txBody>
          <a:bodyPr/>
          <a:lstStyle/>
          <a:p>
            <a:r>
              <a:rPr lang="en-US" dirty="0" err="1"/>
              <a:t>Txema</a:t>
            </a:r>
            <a:r>
              <a:rPr lang="en-US" dirty="0"/>
              <a:t> Herrera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D82426-2DE9-509C-B432-79254BFFD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4218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AAAA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9FF563-557A-B666-3003-45A445FB14F9}"/>
              </a:ext>
            </a:extLst>
          </p:cNvPr>
          <p:cNvSpPr txBox="1"/>
          <p:nvPr/>
        </p:nvSpPr>
        <p:spPr>
          <a:xfrm>
            <a:off x="473846" y="985421"/>
            <a:ext cx="11244308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Autentificación</a:t>
            </a: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: básicamente es la manera en cómo validamos el acceso de un usuario. Una contraseña, acceso biométrico, …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Autorización</a:t>
            </a: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: una vez tengo el acceso al sistema podría ser que no pueda/deba acceder a toda la información. Por este motivo se ha de especificar a qué información estoy autorizado a acceder. Por ejemplo, sólo recursos humanos (RRHH) ha de poder acceder a las nóminas de los empleados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Contabilización</a:t>
            </a: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(</a:t>
            </a:r>
            <a:r>
              <a:rPr lang="es-ES" sz="1800" b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Accounting</a:t>
            </a: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): es el seguimiento de los recursos usados (trazas / logs) y podríamos incluso limitarlos. Por ejemplo, me podría interesar saber quién se conecta fuera de horas e incluso podría limitar dicho acceso. También podría validar si las consultas que realizan el departamento de finanzas son muy pesadas y podría ser que se necesiten realizar fuera de horas de oficina.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7095CA"/>
              </a:buClr>
              <a:buFont typeface="Symbol" panose="05050102010706020507" pitchFamily="18" charset="2"/>
              <a:buChar char=""/>
            </a:pPr>
            <a:r>
              <a:rPr lang="es-ES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Auditar</a:t>
            </a:r>
            <a:r>
              <a:rPr lang="es-E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: Una vez tenemos las trazas guardadas, estas se han de revisar y la auditoría es parte fundamental para garantizar la seguridad. Un ejemplo claro es revisar si se realizan las bajas de las cuentas de empleados antiguos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7095CA"/>
              </a:buClr>
            </a:pPr>
            <a:endParaRPr lang="es-ES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48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0FB9-42C1-E285-325A-F8EE25D1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51AF953C-F5BE-E845-3023-82B17B4B69EF}"/>
              </a:ext>
            </a:extLst>
          </p:cNvPr>
          <p:cNvSpPr>
            <a:spLocks noGrp="1"/>
          </p:cNvSpPr>
          <p:nvPr/>
        </p:nvSpPr>
        <p:spPr bwMode="auto">
          <a:xfrm>
            <a:off x="528034" y="2532355"/>
            <a:ext cx="10657829" cy="9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5000" dirty="0">
                <a:latin typeface="Calibri" panose="020F0502020204030204" pitchFamily="34" charset="0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349190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Token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9FF563-557A-B666-3003-45A445FB14F9}"/>
              </a:ext>
            </a:extLst>
          </p:cNvPr>
          <p:cNvSpPr txBox="1"/>
          <p:nvPr/>
        </p:nvSpPr>
        <p:spPr>
          <a:xfrm>
            <a:off x="709475" y="1523901"/>
            <a:ext cx="969436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Un </a:t>
            </a:r>
            <a:r>
              <a:rPr lang="es-ES" sz="2000" b="1" dirty="0"/>
              <a:t>token</a:t>
            </a:r>
            <a:r>
              <a:rPr lang="es-ES" sz="2000" dirty="0"/>
              <a:t> es una cadena de texto (normalmente codificada en base64) que </a:t>
            </a:r>
            <a:r>
              <a:rPr lang="es-ES" sz="2000" b="1" dirty="0"/>
              <a:t>representa una sesión, una autorización o un permiso temporal</a:t>
            </a:r>
            <a:r>
              <a:rPr lang="es-ES" sz="2000" dirty="0"/>
              <a:t> otorgado a un usuario o aplicación.</a:t>
            </a:r>
            <a:br>
              <a:rPr lang="es-ES" sz="2000" dirty="0"/>
            </a:br>
            <a:r>
              <a:rPr lang="es-ES" sz="2000" dirty="0"/>
              <a:t>Sirve para </a:t>
            </a:r>
            <a:r>
              <a:rPr lang="es-ES" sz="2000" b="1" dirty="0"/>
              <a:t>identificar y validar</a:t>
            </a:r>
            <a:r>
              <a:rPr lang="es-ES" sz="2000" dirty="0"/>
              <a:t> al usuario en lugar de enviar sus credenciales (usuario/contraseña) en cada petición.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Un </a:t>
            </a:r>
            <a:r>
              <a:rPr lang="es-ES" sz="2000" i="1" dirty="0"/>
              <a:t>token</a:t>
            </a:r>
            <a:r>
              <a:rPr lang="es-ES" sz="2000" dirty="0"/>
              <a:t> es como una </a:t>
            </a:r>
            <a:r>
              <a:rPr lang="es-ES" sz="2000" b="1" dirty="0"/>
              <a:t>entrada firmada</a:t>
            </a:r>
            <a:r>
              <a:rPr lang="es-ES" sz="2000" dirty="0"/>
              <a:t> que permite acceder a ciertos recursos durante un tiempo limitado.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Es </a:t>
            </a:r>
            <a:r>
              <a:rPr lang="es-ES" sz="2000" b="1" dirty="0"/>
              <a:t>emitido por un servidor de autenticación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Se </a:t>
            </a:r>
            <a:r>
              <a:rPr lang="es-ES" sz="2000" b="1" dirty="0"/>
              <a:t>envía en cada petición</a:t>
            </a:r>
            <a:r>
              <a:rPr lang="es-ES" sz="2000" dirty="0"/>
              <a:t> al </a:t>
            </a:r>
            <a:r>
              <a:rPr lang="es-ES" sz="2000" dirty="0" err="1"/>
              <a:t>backend</a:t>
            </a:r>
            <a:endParaRPr lang="es-ES" sz="2000" dirty="0"/>
          </a:p>
          <a:p>
            <a:endParaRPr lang="es-E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s-ES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4788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B220-9AD3-C6C8-4F0F-6352E71C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4C89B-D28B-FFB4-0280-75161AD7A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Token - Tipos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0F1F33-8F60-AAD7-4CA4-2D203AEB7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B2765A-F4F6-5409-8FCD-6A709496AF51}"/>
              </a:ext>
            </a:extLst>
          </p:cNvPr>
          <p:cNvSpPr txBox="1"/>
          <p:nvPr/>
        </p:nvSpPr>
        <p:spPr>
          <a:xfrm>
            <a:off x="580748" y="985421"/>
            <a:ext cx="108797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1. Access Token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Es el token que se usa para </a:t>
            </a:r>
            <a:r>
              <a:rPr lang="es-ES" b="1" dirty="0"/>
              <a:t>acceder a recursos protegidos</a:t>
            </a:r>
            <a:r>
              <a:rPr lang="es-ES" dirty="0"/>
              <a:t> (</a:t>
            </a:r>
            <a:r>
              <a:rPr lang="es-ES" dirty="0" err="1"/>
              <a:t>APIs</a:t>
            </a:r>
            <a:r>
              <a:rPr lang="es-ES" dirty="0"/>
              <a:t>, </a:t>
            </a:r>
            <a:r>
              <a:rPr lang="es-ES" dirty="0" err="1"/>
              <a:t>endpoints</a:t>
            </a:r>
            <a:r>
              <a:rPr lang="es-ES" dirty="0"/>
              <a:t>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Tiene </a:t>
            </a:r>
            <a:r>
              <a:rPr lang="es-ES" b="1" dirty="0"/>
              <a:t>una vida corta</a:t>
            </a:r>
            <a:r>
              <a:rPr lang="es-ES" dirty="0"/>
              <a:t> (por ejemplo, 15 minutos o 1 hora).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Cuando expira, el usuario necesita renovarlo usando un </a:t>
            </a:r>
            <a:r>
              <a:rPr lang="es-ES" i="1" dirty="0" err="1"/>
              <a:t>Refresh</a:t>
            </a:r>
            <a:r>
              <a:rPr lang="es-ES" i="1" dirty="0"/>
              <a:t> Token</a:t>
            </a:r>
            <a:r>
              <a:rPr lang="es-E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Se suele incluir en la cabecera de cada petición HTTP.</a:t>
            </a:r>
          </a:p>
          <a:p>
            <a:pPr>
              <a:buNone/>
            </a:pPr>
            <a:r>
              <a:rPr lang="es-ES" dirty="0"/>
              <a:t>Ejemplo:</a:t>
            </a:r>
          </a:p>
          <a:p>
            <a:pPr rtl="0">
              <a:buNone/>
            </a:pPr>
            <a:r>
              <a:rPr lang="es-ES" dirty="0">
                <a:latin typeface="Courier New" panose="02070309020205020404" pitchFamily="49" charset="0"/>
              </a:rPr>
              <a:t>	</a:t>
            </a:r>
            <a:r>
              <a:rPr lang="es-ES" dirty="0" err="1"/>
              <a:t>Authorization</a:t>
            </a:r>
            <a:r>
              <a:rPr lang="es-ES" dirty="0"/>
              <a:t>: </a:t>
            </a:r>
            <a:r>
              <a:rPr lang="es-ES" dirty="0" err="1"/>
              <a:t>Bearer</a:t>
            </a:r>
            <a:r>
              <a:rPr lang="es-ES" dirty="0"/>
              <a:t> eyJhbGciOiJIUzI1NiIsInR5cCI6IkpXVCJ9...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AB6D8DB-A052-650E-0DC1-CEF8438927D7}"/>
              </a:ext>
            </a:extLst>
          </p:cNvPr>
          <p:cNvSpPr txBox="1"/>
          <p:nvPr/>
        </p:nvSpPr>
        <p:spPr>
          <a:xfrm>
            <a:off x="580748" y="3168918"/>
            <a:ext cx="101380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2. </a:t>
            </a:r>
            <a:r>
              <a:rPr lang="es-ES" b="1" dirty="0" err="1"/>
              <a:t>Refresh</a:t>
            </a:r>
            <a:r>
              <a:rPr lang="es-ES" b="1" dirty="0"/>
              <a:t> Token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Sirve para </a:t>
            </a:r>
            <a:r>
              <a:rPr lang="es-ES" b="1" dirty="0"/>
              <a:t>obtener un nuevo Access Token</a:t>
            </a:r>
            <a:r>
              <a:rPr lang="es-ES" dirty="0"/>
              <a:t> cuando este ha expirado.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Tiene una </a:t>
            </a:r>
            <a:r>
              <a:rPr lang="es-ES" b="1" dirty="0"/>
              <a:t>vida más larga</a:t>
            </a:r>
            <a:r>
              <a:rPr lang="es-ES" dirty="0"/>
              <a:t> (días o semanas).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Debe </a:t>
            </a:r>
            <a:r>
              <a:rPr lang="es-ES" b="1" dirty="0"/>
              <a:t>guardarse con mucha seguridad</a:t>
            </a:r>
            <a:r>
              <a:rPr lang="es-ES" dirty="0"/>
              <a:t> (por ejemplo, en una cookie </a:t>
            </a:r>
            <a:r>
              <a:rPr lang="es-ES" dirty="0" err="1"/>
              <a:t>httpOnly</a:t>
            </a:r>
            <a:r>
              <a:rPr lang="es-E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No se usa directamente para acceder a recursos, solo para pedir nuevos tokens al servidor de autenticación.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54E940-D574-3A48-2EB8-91DE4851F645}"/>
              </a:ext>
            </a:extLst>
          </p:cNvPr>
          <p:cNvSpPr txBox="1"/>
          <p:nvPr/>
        </p:nvSpPr>
        <p:spPr>
          <a:xfrm>
            <a:off x="580748" y="4966358"/>
            <a:ext cx="100466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3. ID Token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Contiene </a:t>
            </a:r>
            <a:r>
              <a:rPr lang="es-ES" b="1" dirty="0"/>
              <a:t>información sobre el usuario autenticado</a:t>
            </a:r>
            <a:r>
              <a:rPr lang="es-ES" dirty="0"/>
              <a:t> (por ejemplo, nombre, correo, rol,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Se usa principalmente en </a:t>
            </a:r>
            <a:r>
              <a:rPr lang="es-ES" b="1" dirty="0" err="1"/>
              <a:t>OpenID</a:t>
            </a:r>
            <a:r>
              <a:rPr lang="es-ES" b="1" dirty="0"/>
              <a:t> </a:t>
            </a:r>
            <a:r>
              <a:rPr lang="es-ES" b="1" dirty="0" err="1"/>
              <a:t>Connect</a:t>
            </a:r>
            <a:r>
              <a:rPr lang="es-ES" dirty="0"/>
              <a:t> (una capa sobre OAuth 2.0).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Su objetivo es </a:t>
            </a:r>
            <a:r>
              <a:rPr lang="es-ES" b="1" dirty="0"/>
              <a:t>identificar al usuario</a:t>
            </a:r>
            <a:r>
              <a:rPr lang="es-ES" dirty="0"/>
              <a:t>, no dar acceso a recursos.</a:t>
            </a:r>
          </a:p>
        </p:txBody>
      </p:sp>
    </p:spTree>
    <p:extLst>
      <p:ext uri="{BB962C8B-B14F-4D97-AF65-F5344CB8AC3E}">
        <p14:creationId xmlns:p14="http://schemas.microsoft.com/office/powerpoint/2010/main" val="319228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7381-F444-8152-1DF9-C08B00A5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0A9D0-A9FD-7263-D1C5-C7FB5A28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Token En Web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9B904B-A2BA-205E-DFA8-72DF327C51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D165D4E-F1AF-35BD-6C04-C4F873D6F852}"/>
              </a:ext>
            </a:extLst>
          </p:cNvPr>
          <p:cNvSpPr txBox="1"/>
          <p:nvPr/>
        </p:nvSpPr>
        <p:spPr>
          <a:xfrm>
            <a:off x="675641" y="1720840"/>
            <a:ext cx="106730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dirty="0"/>
              <a:t>Guardar tokens en </a:t>
            </a:r>
            <a:r>
              <a:rPr lang="es-ES" sz="2400" dirty="0" err="1">
                <a:latin typeface="Courier New" panose="02070309020205020404" pitchFamily="49" charset="0"/>
              </a:rPr>
              <a:t>localStorage</a:t>
            </a:r>
            <a:r>
              <a:rPr lang="es-ES" sz="2400" dirty="0"/>
              <a:t> es </a:t>
            </a:r>
            <a:r>
              <a:rPr lang="es-ES" sz="2400" b="1" dirty="0"/>
              <a:t>fácil</a:t>
            </a:r>
            <a:r>
              <a:rPr lang="es-ES" sz="2400" dirty="0"/>
              <a:t>, pero </a:t>
            </a:r>
            <a:r>
              <a:rPr lang="es-ES" sz="2400" b="1" dirty="0"/>
              <a:t>inseguro</a:t>
            </a:r>
            <a:r>
              <a:rPr lang="es-ES" sz="2400" dirty="0"/>
              <a:t>, porque: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Cualquier script malicioso (por ejemplo, un ataque </a:t>
            </a:r>
            <a:r>
              <a:rPr lang="es-ES" sz="2400" b="1" dirty="0"/>
              <a:t>XSS</a:t>
            </a:r>
            <a:r>
              <a:rPr lang="es-ES" sz="2400" dirty="0"/>
              <a:t>) puede leerlo con 	</a:t>
            </a:r>
            <a:r>
              <a:rPr lang="es-ES" sz="2400" dirty="0" err="1">
                <a:latin typeface="Courier New" panose="02070309020205020404" pitchFamily="49" charset="0"/>
              </a:rPr>
              <a:t>localStorage.getItem</a:t>
            </a:r>
            <a:r>
              <a:rPr lang="es-ES" sz="2400" dirty="0">
                <a:latin typeface="Courier New" panose="02070309020205020404" pitchFamily="49" charset="0"/>
              </a:rPr>
              <a:t>('token')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 un atacante lo roba, puede </a:t>
            </a:r>
            <a:r>
              <a:rPr lang="es-ES" sz="2400" b="1" dirty="0"/>
              <a:t>suplantar al usuario</a:t>
            </a:r>
            <a:r>
              <a:rPr lang="es-ES" sz="2400" dirty="0"/>
              <a:t> hasta que expire el token.</a:t>
            </a:r>
          </a:p>
          <a:p>
            <a:pPr>
              <a:buNone/>
            </a:pPr>
            <a:endParaRPr lang="es-ES" sz="2400" dirty="0"/>
          </a:p>
          <a:p>
            <a:pPr>
              <a:buNone/>
            </a:pPr>
            <a:r>
              <a:rPr lang="es-ES" sz="2400" dirty="0"/>
              <a:t>Alternativas más seguras: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Guardar el token en una </a:t>
            </a:r>
            <a:r>
              <a:rPr lang="es-ES" sz="2400" b="1" dirty="0"/>
              <a:t>cookie </a:t>
            </a:r>
            <a:r>
              <a:rPr lang="es-ES" sz="2400" b="1" dirty="0" err="1"/>
              <a:t>httpOnly</a:t>
            </a:r>
            <a:r>
              <a:rPr lang="es-ES" sz="2400" b="1" dirty="0"/>
              <a:t> y </a:t>
            </a:r>
            <a:r>
              <a:rPr lang="es-ES" sz="2400" b="1" dirty="0" err="1"/>
              <a:t>Secure</a:t>
            </a:r>
            <a:r>
              <a:rPr lang="es-ES" sz="2400" dirty="0"/>
              <a:t>, que no puede ser accedida por JavaScript.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Usar </a:t>
            </a:r>
            <a:r>
              <a:rPr lang="es-ES" sz="2400" b="1" dirty="0" err="1"/>
              <a:t>SameSite</a:t>
            </a:r>
            <a:r>
              <a:rPr lang="es-ES" sz="2400" b="1" dirty="0"/>
              <a:t> cookies</a:t>
            </a:r>
            <a:r>
              <a:rPr lang="es-ES" sz="2400" dirty="0"/>
              <a:t> para prevenir ataques de </a:t>
            </a:r>
            <a:r>
              <a:rPr lang="es-ES" sz="2400" i="1" dirty="0"/>
              <a:t>Cross-Site </a:t>
            </a:r>
            <a:r>
              <a:rPr lang="es-ES" sz="2400" i="1" dirty="0" err="1"/>
              <a:t>Request</a:t>
            </a:r>
            <a:r>
              <a:rPr lang="es-ES" sz="2400" i="1" dirty="0"/>
              <a:t> </a:t>
            </a:r>
            <a:r>
              <a:rPr lang="es-ES" sz="2400" i="1" dirty="0" err="1"/>
              <a:t>Forgery</a:t>
            </a:r>
            <a:r>
              <a:rPr lang="es-ES" sz="2400" i="1" dirty="0"/>
              <a:t> (CSRF)</a:t>
            </a:r>
            <a:r>
              <a:rPr lang="es-E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106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425F-200B-3F87-9465-D51B5113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76AE6-B6F1-B767-7E27-E27454AB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/>
              <a:t>Token En Android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A6A91B-BC25-2C5F-82A1-64DA969911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BC2B2251-6B94-A20D-BBB1-C6A67A0C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459651"/>
              </p:ext>
            </p:extLst>
          </p:nvPr>
        </p:nvGraphicFramePr>
        <p:xfrm>
          <a:off x="388620" y="1552099"/>
          <a:ext cx="11414760" cy="4055110"/>
        </p:xfrm>
        <a:graphic>
          <a:graphicData uri="http://schemas.openxmlformats.org/drawingml/2006/table">
            <a:tbl>
              <a:tblPr/>
              <a:tblGrid>
                <a:gridCol w="3472613">
                  <a:extLst>
                    <a:ext uri="{9D8B030D-6E8A-4147-A177-3AD203B41FA5}">
                      <a16:colId xmlns:a16="http://schemas.microsoft.com/office/drawing/2014/main" val="713623261"/>
                    </a:ext>
                  </a:extLst>
                </a:gridCol>
                <a:gridCol w="4508304">
                  <a:extLst>
                    <a:ext uri="{9D8B030D-6E8A-4147-A177-3AD203B41FA5}">
                      <a16:colId xmlns:a16="http://schemas.microsoft.com/office/drawing/2014/main" val="2071703519"/>
                    </a:ext>
                  </a:extLst>
                </a:gridCol>
                <a:gridCol w="3433843">
                  <a:extLst>
                    <a:ext uri="{9D8B030D-6E8A-4147-A177-3AD203B41FA5}">
                      <a16:colId xmlns:a16="http://schemas.microsoft.com/office/drawing/2014/main" val="12830799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Método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Descripción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7443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Arial Unicode MS"/>
                        </a:rPr>
                        <a:t>SharedPreferences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Archivo de configuración accesible por la app.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Baja (legible si la app es comprometida o rooteada).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6688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800" b="0" i="0" u="none" strike="noStrike">
                          <a:solidFill>
                            <a:srgbClr val="FFFFFF"/>
                          </a:solidFill>
                          <a:effectLst/>
                          <a:latin typeface="Arial Unicode MS"/>
                        </a:rPr>
                        <a:t>EncryptedSharedPreferences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Igual que el anterior, pero </a:t>
                      </a:r>
                      <a:r>
                        <a:rPr lang="es-E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cifrado con AES</a:t>
                      </a: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usando las claves del sistema Android Keystore.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654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Base de datos local (Room, SQLite)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Guardar el token en una tabla.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Depende del cifrado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4828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Android Keystore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Guardar directamente la clave o token cifrada en el </a:t>
                      </a:r>
                      <a:r>
                        <a:rPr lang="es-E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almacén seguro del sistema</a:t>
                      </a: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Máxima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9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18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/>
        </p:nvSpPr>
        <p:spPr bwMode="auto">
          <a:xfrm>
            <a:off x="528034" y="2532355"/>
            <a:ext cx="10657829" cy="9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5000" dirty="0">
                <a:latin typeface="Calibri" panose="020F0502020204030204" pitchFamily="34" charset="0"/>
              </a:rPr>
              <a:t>SALT &amp; </a:t>
            </a:r>
            <a:r>
              <a:rPr lang="es-ES" altLang="es-ES" sz="5000" dirty="0" err="1">
                <a:latin typeface="Calibri" panose="020F0502020204030204" pitchFamily="34" charset="0"/>
              </a:rPr>
              <a:t>Pepper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6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>
                <a:solidFill>
                  <a:srgbClr val="0070C0"/>
                </a:solidFill>
              </a:rPr>
              <a:t>Salt &amp; </a:t>
            </a:r>
            <a:r>
              <a:rPr lang="es-ES" sz="3200" dirty="0" err="1">
                <a:solidFill>
                  <a:srgbClr val="0070C0"/>
                </a:solidFill>
              </a:rPr>
              <a:t>Pepper</a:t>
            </a:r>
            <a:endParaRPr lang="es-ES" sz="3200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A407A30-DBF4-D1CA-8B9E-CFC025852020}"/>
              </a:ext>
            </a:extLst>
          </p:cNvPr>
          <p:cNvSpPr txBox="1">
            <a:spLocks/>
          </p:cNvSpPr>
          <p:nvPr/>
        </p:nvSpPr>
        <p:spPr>
          <a:xfrm>
            <a:off x="632266" y="845598"/>
            <a:ext cx="9976550" cy="5166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r>
              <a:rPr lang="es-ES" dirty="0"/>
              <a:t>Salt: valor aleatorio que se añade a la contraseña para generar un HASH más robusto. Tanto el Salt como el HASH se necesitan almacenar y se recomienda que no estén almacenados juntos.</a:t>
            </a:r>
          </a:p>
          <a:p>
            <a:endParaRPr lang="es-ES" dirty="0"/>
          </a:p>
          <a:p>
            <a:r>
              <a:rPr lang="es-ES" dirty="0" err="1"/>
              <a:t>Pepper</a:t>
            </a:r>
            <a:r>
              <a:rPr lang="es-ES" dirty="0"/>
              <a:t>: valor fijo que se añade a la contraseña para generar un HASH más robusto. El </a:t>
            </a:r>
            <a:r>
              <a:rPr lang="es-ES" dirty="0" err="1"/>
              <a:t>Pepper</a:t>
            </a:r>
            <a:r>
              <a:rPr lang="es-ES" dirty="0"/>
              <a:t> se almacena en el propio código o en servidor web o servidor de aplicaciones.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81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/>
          <a:lstStyle/>
          <a:p>
            <a:r>
              <a:rPr lang="es-ES" sz="3200" dirty="0">
                <a:solidFill>
                  <a:srgbClr val="0070C0"/>
                </a:solidFill>
              </a:rPr>
              <a:t>Salt &amp; </a:t>
            </a:r>
            <a:r>
              <a:rPr lang="es-ES" sz="3200" dirty="0" err="1">
                <a:solidFill>
                  <a:srgbClr val="0070C0"/>
                </a:solidFill>
              </a:rPr>
              <a:t>Pepper</a:t>
            </a:r>
            <a:r>
              <a:rPr lang="es-ES" sz="3200" dirty="0">
                <a:solidFill>
                  <a:srgbClr val="0070C0"/>
                </a:solidFill>
              </a:rPr>
              <a:t> – desde línea de comando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BFACED-8987-A150-9426-9DB6702B2ADA}"/>
              </a:ext>
            </a:extLst>
          </p:cNvPr>
          <p:cNvSpPr txBox="1"/>
          <p:nvPr/>
        </p:nvSpPr>
        <p:spPr>
          <a:xfrm>
            <a:off x="491202" y="98542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openssl</a:t>
            </a:r>
            <a:r>
              <a:rPr lang="es-ES" dirty="0"/>
              <a:t> rand -</a:t>
            </a:r>
            <a:r>
              <a:rPr lang="es-ES" dirty="0" err="1"/>
              <a:t>hex</a:t>
            </a:r>
            <a:r>
              <a:rPr lang="es-ES" dirty="0"/>
              <a:t> 16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A693AD-43AA-72AC-3A72-A54138C98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922" y="1224447"/>
            <a:ext cx="3877216" cy="100026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2C0E35A-9FBA-D2F8-B37A-45BA7C22070E}"/>
              </a:ext>
            </a:extLst>
          </p:cNvPr>
          <p:cNvSpPr txBox="1"/>
          <p:nvPr/>
        </p:nvSpPr>
        <p:spPr>
          <a:xfrm>
            <a:off x="408494" y="2572680"/>
            <a:ext cx="11544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echo -n "passwordpeppere078b44c53fdb5e3e57fa165ce2e7e28" | </a:t>
            </a:r>
            <a:r>
              <a:rPr lang="es-ES" dirty="0" err="1"/>
              <a:t>openssl</a:t>
            </a:r>
            <a:r>
              <a:rPr lang="es-ES" dirty="0"/>
              <a:t> </a:t>
            </a:r>
            <a:r>
              <a:rPr lang="es-ES" dirty="0" err="1"/>
              <a:t>dgst</a:t>
            </a:r>
            <a:r>
              <a:rPr lang="es-ES" dirty="0"/>
              <a:t> -sha256 -</a:t>
            </a:r>
            <a:r>
              <a:rPr lang="es-ES" dirty="0" err="1"/>
              <a:t>binary</a:t>
            </a:r>
            <a:r>
              <a:rPr lang="es-ES" dirty="0"/>
              <a:t>| </a:t>
            </a:r>
            <a:r>
              <a:rPr lang="es-ES" dirty="0" err="1"/>
              <a:t>openssl</a:t>
            </a:r>
            <a:r>
              <a:rPr lang="es-ES" dirty="0"/>
              <a:t> </a:t>
            </a:r>
            <a:r>
              <a:rPr lang="es-ES" dirty="0" err="1"/>
              <a:t>enc</a:t>
            </a:r>
            <a:r>
              <a:rPr lang="es-ES" dirty="0"/>
              <a:t> -base64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712A43D-84E5-3F4F-CBDA-7903F0383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48" y="3689688"/>
            <a:ext cx="11946903" cy="94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0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C04-BC1D-FCBF-A35D-2288A338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8" y="115462"/>
            <a:ext cx="9459897" cy="869959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70C0"/>
                </a:solidFill>
              </a:rPr>
              <a:t>Salt &amp; </a:t>
            </a:r>
            <a:r>
              <a:rPr lang="es-ES" sz="3200" dirty="0" err="1">
                <a:solidFill>
                  <a:srgbClr val="0070C0"/>
                </a:solidFill>
              </a:rPr>
              <a:t>Pepper</a:t>
            </a:r>
            <a:r>
              <a:rPr lang="es-ES" sz="3200" dirty="0">
                <a:solidFill>
                  <a:srgbClr val="0070C0"/>
                </a:solidFill>
              </a:rPr>
              <a:t> – con Python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4A8A0B2-5A4C-533C-9618-5DE4211FF766}"/>
              </a:ext>
            </a:extLst>
          </p:cNvPr>
          <p:cNvSpPr txBox="1"/>
          <p:nvPr/>
        </p:nvSpPr>
        <p:spPr>
          <a:xfrm>
            <a:off x="360577" y="77917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sudo </a:t>
            </a:r>
            <a:r>
              <a:rPr lang="es-ES" dirty="0" err="1"/>
              <a:t>apt-get</a:t>
            </a:r>
            <a:r>
              <a:rPr lang="es-ES" dirty="0"/>
              <a:t> </a:t>
            </a:r>
            <a:r>
              <a:rPr lang="es-ES" dirty="0" err="1"/>
              <a:t>update</a:t>
            </a:r>
            <a:endParaRPr lang="es-ES" dirty="0"/>
          </a:p>
          <a:p>
            <a:r>
              <a:rPr lang="es-ES" dirty="0"/>
              <a:t>sudo </a:t>
            </a:r>
            <a:r>
              <a:rPr lang="es-ES" dirty="0" err="1"/>
              <a:t>apt-get</a:t>
            </a:r>
            <a:r>
              <a:rPr lang="es-ES" dirty="0"/>
              <a:t> </a:t>
            </a:r>
            <a:r>
              <a:rPr lang="es-ES" dirty="0" err="1"/>
              <a:t>install</a:t>
            </a:r>
            <a:r>
              <a:rPr lang="es-ES" dirty="0"/>
              <a:t> python3</a:t>
            </a:r>
          </a:p>
          <a:p>
            <a:r>
              <a:rPr lang="es-ES" dirty="0"/>
              <a:t>sudo </a:t>
            </a:r>
            <a:r>
              <a:rPr lang="es-ES" dirty="0" err="1"/>
              <a:t>apt-get</a:t>
            </a:r>
            <a:r>
              <a:rPr lang="es-ES" dirty="0"/>
              <a:t> </a:t>
            </a:r>
            <a:r>
              <a:rPr lang="es-ES" dirty="0" err="1"/>
              <a:t>install</a:t>
            </a:r>
            <a:r>
              <a:rPr lang="es-ES" dirty="0"/>
              <a:t> python3-pip</a:t>
            </a:r>
          </a:p>
          <a:p>
            <a:r>
              <a:rPr lang="es-ES" dirty="0"/>
              <a:t>pip3 </a:t>
            </a:r>
            <a:r>
              <a:rPr lang="es-ES" dirty="0" err="1"/>
              <a:t>install</a:t>
            </a:r>
            <a:r>
              <a:rPr lang="es-ES" dirty="0"/>
              <a:t> </a:t>
            </a:r>
            <a:r>
              <a:rPr lang="es-ES" dirty="0" err="1"/>
              <a:t>passlib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AB7A3D-A22A-AF78-9190-8AE460088169}"/>
              </a:ext>
            </a:extLst>
          </p:cNvPr>
          <p:cNvSpPr txBox="1"/>
          <p:nvPr/>
        </p:nvSpPr>
        <p:spPr>
          <a:xfrm>
            <a:off x="5083796" y="115778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python3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EA1DDD-D5BF-C68A-6829-A9EE1CD9491B}"/>
              </a:ext>
            </a:extLst>
          </p:cNvPr>
          <p:cNvSpPr txBox="1"/>
          <p:nvPr/>
        </p:nvSpPr>
        <p:spPr>
          <a:xfrm>
            <a:off x="658365" y="2483910"/>
            <a:ext cx="7371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passlib.hash</a:t>
            </a:r>
            <a:r>
              <a:rPr lang="es-ES" dirty="0"/>
              <a:t> </a:t>
            </a:r>
            <a:r>
              <a:rPr lang="es-ES" dirty="0" err="1"/>
              <a:t>import</a:t>
            </a:r>
            <a:r>
              <a:rPr lang="es-ES" dirty="0"/>
              <a:t> sha256_crypt</a:t>
            </a:r>
          </a:p>
          <a:p>
            <a:r>
              <a:rPr lang="es-ES" dirty="0" err="1"/>
              <a:t>password</a:t>
            </a:r>
            <a:r>
              <a:rPr lang="es-ES" dirty="0"/>
              <a:t> = "MiContraseñaSegura123"</a:t>
            </a:r>
          </a:p>
          <a:p>
            <a:r>
              <a:rPr lang="es-ES" dirty="0" err="1"/>
              <a:t>saltandpepper</a:t>
            </a:r>
            <a:r>
              <a:rPr lang="es-ES" dirty="0"/>
              <a:t> = "</a:t>
            </a:r>
            <a:r>
              <a:rPr lang="es-ES" dirty="0" err="1"/>
              <a:t>SalYPimienta</a:t>
            </a:r>
            <a:r>
              <a:rPr lang="es-ES" dirty="0"/>
              <a:t>"</a:t>
            </a:r>
          </a:p>
          <a:p>
            <a:r>
              <a:rPr lang="es-ES" dirty="0" err="1"/>
              <a:t>hashed_password</a:t>
            </a:r>
            <a:r>
              <a:rPr lang="es-ES" dirty="0"/>
              <a:t> = sha256_crypt.hash(</a:t>
            </a:r>
            <a:r>
              <a:rPr lang="es-ES" dirty="0" err="1"/>
              <a:t>password</a:t>
            </a:r>
            <a:r>
              <a:rPr lang="es-ES" dirty="0"/>
              <a:t>, </a:t>
            </a:r>
            <a:r>
              <a:rPr lang="es-ES" dirty="0" err="1"/>
              <a:t>salt</a:t>
            </a:r>
            <a:r>
              <a:rPr lang="es-ES" dirty="0"/>
              <a:t>=</a:t>
            </a:r>
            <a:r>
              <a:rPr lang="es-ES" dirty="0" err="1"/>
              <a:t>saltandpepper</a:t>
            </a:r>
            <a:r>
              <a:rPr lang="es-ES" dirty="0"/>
              <a:t>)</a:t>
            </a:r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hashed_password</a:t>
            </a:r>
            <a:r>
              <a:rPr lang="es-ES" dirty="0"/>
              <a:t>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360251-B8CF-7068-ABC8-4D66D4D9A227}"/>
              </a:ext>
            </a:extLst>
          </p:cNvPr>
          <p:cNvSpPr txBox="1"/>
          <p:nvPr/>
        </p:nvSpPr>
        <p:spPr>
          <a:xfrm>
            <a:off x="4662733" y="779175"/>
            <a:ext cx="8151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Abra Python en la terminal con el siguiente comando</a:t>
            </a:r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F1EB117-D71B-4945-B9EB-1D0707DC4F81}"/>
              </a:ext>
            </a:extLst>
          </p:cNvPr>
          <p:cNvSpPr txBox="1"/>
          <p:nvPr/>
        </p:nvSpPr>
        <p:spPr>
          <a:xfrm>
            <a:off x="4662733" y="1452375"/>
            <a:ext cx="8689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Importe la biblioteca "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passlib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" en Python con el siguiente comando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F3EDDDE-715B-7D80-439F-251F3EF958EF}"/>
              </a:ext>
            </a:extLst>
          </p:cNvPr>
          <p:cNvSpPr txBox="1"/>
          <p:nvPr/>
        </p:nvSpPr>
        <p:spPr>
          <a:xfrm>
            <a:off x="4662733" y="1756243"/>
            <a:ext cx="9688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Cree una cadena de texto para la contraseña y otra para el 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salt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y pimienta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0291F1-4885-9A33-E764-933CE71BDEB0}"/>
              </a:ext>
            </a:extLst>
          </p:cNvPr>
          <p:cNvSpPr txBox="1"/>
          <p:nvPr/>
        </p:nvSpPr>
        <p:spPr>
          <a:xfrm>
            <a:off x="4662733" y="208549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Imprima la contraseña 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hasheada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en la consola de Python</a:t>
            </a:r>
            <a:endParaRPr lang="es-ES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7297608-9341-C6AE-EA5D-8F2289F6D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091" y="3990325"/>
            <a:ext cx="8063889" cy="272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8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/>
        </p:nvSpPr>
        <p:spPr bwMode="auto">
          <a:xfrm>
            <a:off x="2317357" y="2300025"/>
            <a:ext cx="7886700" cy="11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CORS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0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A7F5-FFC7-9848-C5F2-70F019F3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6767EC-EB13-7B10-8D60-C93D377B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CORS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334084-6E82-AE18-A9A9-3777F0CE9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97" y="900778"/>
            <a:ext cx="110439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(Cross-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 mecanismo de seguridad que restringe las solicitudes HTTP entre diferentes orígenes.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(HTML/JavaScript):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http://localhost:5500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http://localhost:8000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alt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s-ES" altLang="es-ES" dirty="0">
                <a:latin typeface="Arial" panose="020B0604020202020204" pitchFamily="34" charset="0"/>
              </a:rPr>
              <a:t>🔴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 CORS: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navegador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bloquea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solicitud porque el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están en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diferentes puertos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🟢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CORS habilitado: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Permitimos que el navegador haga peticiones sin restricciones.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altLang="es-ES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Básicamente podemos evitar que las llamadas al API las realice cualquier servidor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A98853-C759-000B-F9C1-248A2FF92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51589"/>
            <a:ext cx="5670903" cy="214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8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12E1-8FB6-AD7E-7BF6-D60BE81E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52F1DDAA-2DC9-ACE8-AD53-C9796603C0F3}"/>
              </a:ext>
            </a:extLst>
          </p:cNvPr>
          <p:cNvSpPr>
            <a:spLocks noGrp="1"/>
          </p:cNvSpPr>
          <p:nvPr/>
        </p:nvSpPr>
        <p:spPr bwMode="auto">
          <a:xfrm>
            <a:off x="2317357" y="2300025"/>
            <a:ext cx="7886700" cy="11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API_KEY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168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B86E-5642-605E-5479-E28DE258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CCE087-BD65-F1DC-1A8E-33514C11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API_KEY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CA2913-24E1-ECB3-42C8-79FAEA4592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965932" y="1268760"/>
            <a:ext cx="10260136" cy="31057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000" dirty="0"/>
              <a:t>API_KEY = "</a:t>
            </a:r>
            <a:r>
              <a:rPr lang="es-ES" sz="2000" dirty="0" err="1"/>
              <a:t>mysecretkey</a:t>
            </a:r>
            <a:r>
              <a:rPr lang="es-ES" sz="2000" dirty="0"/>
              <a:t>"  # ❌ Nunca almacenes claves en código fuente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000" dirty="0"/>
              <a:t>Solución </a:t>
            </a:r>
          </a:p>
          <a:p>
            <a:pPr marL="1143000" lvl="1" indent="-457200"/>
            <a:r>
              <a:rPr lang="es-ES" sz="2000" dirty="0"/>
              <a:t>Linux: </a:t>
            </a:r>
            <a:r>
              <a:rPr lang="es-ES" sz="2000" dirty="0" err="1"/>
              <a:t>export</a:t>
            </a:r>
            <a:r>
              <a:rPr lang="es-ES" sz="2000" dirty="0"/>
              <a:t> API_KEY="</a:t>
            </a:r>
            <a:r>
              <a:rPr lang="es-ES" sz="2000" dirty="0" err="1"/>
              <a:t>supersecretapikey</a:t>
            </a:r>
            <a:r>
              <a:rPr lang="es-ES" sz="2000" dirty="0"/>
              <a:t>“</a:t>
            </a:r>
          </a:p>
          <a:p>
            <a:pPr marL="1143000" lvl="1" indent="-457200"/>
            <a:r>
              <a:rPr lang="es-ES" sz="2000" dirty="0" err="1"/>
              <a:t>Window</a:t>
            </a:r>
            <a:r>
              <a:rPr lang="es-ES" sz="2000" dirty="0"/>
              <a:t>: $</a:t>
            </a:r>
            <a:r>
              <a:rPr lang="es-ES" sz="2000" dirty="0" err="1"/>
              <a:t>env:API_KEY</a:t>
            </a:r>
            <a:r>
              <a:rPr lang="es-ES" sz="2000" dirty="0"/>
              <a:t>="</a:t>
            </a:r>
            <a:r>
              <a:rPr lang="es-ES" sz="2000" dirty="0" err="1"/>
              <a:t>supersecretapikey</a:t>
            </a:r>
            <a:r>
              <a:rPr lang="es-ES" sz="2000" dirty="0"/>
              <a:t>“</a:t>
            </a:r>
          </a:p>
          <a:p>
            <a:pPr lvl="1" indent="0">
              <a:buNone/>
            </a:pPr>
            <a:endParaRPr lang="es-ES" sz="2000" dirty="0"/>
          </a:p>
          <a:p>
            <a:pPr lvl="1" indent="0">
              <a:buNone/>
            </a:pPr>
            <a:r>
              <a:rPr lang="es-ES" sz="2000" dirty="0" err="1"/>
              <a:t>import</a:t>
            </a:r>
            <a:r>
              <a:rPr lang="es-ES" sz="2000" dirty="0"/>
              <a:t> os</a:t>
            </a:r>
          </a:p>
          <a:p>
            <a:pPr lvl="1" indent="0">
              <a:buNone/>
            </a:pPr>
            <a:endParaRPr lang="es-ES" sz="2000" dirty="0"/>
          </a:p>
          <a:p>
            <a:pPr lvl="1" indent="0">
              <a:buNone/>
            </a:pPr>
            <a:r>
              <a:rPr lang="es-ES" sz="2000" dirty="0" err="1"/>
              <a:t>api_key</a:t>
            </a:r>
            <a:r>
              <a:rPr lang="es-ES" sz="2000" dirty="0"/>
              <a:t> = </a:t>
            </a:r>
            <a:r>
              <a:rPr lang="es-ES" sz="2000" dirty="0" err="1"/>
              <a:t>os.getenv</a:t>
            </a:r>
            <a:r>
              <a:rPr lang="es-ES" sz="2000" dirty="0"/>
              <a:t>("API_KEY")</a:t>
            </a:r>
          </a:p>
          <a:p>
            <a:pPr lvl="1" indent="0">
              <a:buNone/>
            </a:pPr>
            <a:r>
              <a:rPr lang="es-ES" sz="2000" dirty="0" err="1"/>
              <a:t>if</a:t>
            </a:r>
            <a:r>
              <a:rPr lang="es-ES" sz="2000" dirty="0"/>
              <a:t> </a:t>
            </a:r>
            <a:r>
              <a:rPr lang="es-ES" sz="2000" dirty="0" err="1"/>
              <a:t>not</a:t>
            </a:r>
            <a:r>
              <a:rPr lang="es-ES" sz="2000" dirty="0"/>
              <a:t> </a:t>
            </a:r>
            <a:r>
              <a:rPr lang="es-ES" sz="2000" dirty="0" err="1"/>
              <a:t>api_key</a:t>
            </a:r>
            <a:r>
              <a:rPr lang="es-ES" sz="2000" dirty="0"/>
              <a:t>:</a:t>
            </a:r>
          </a:p>
          <a:p>
            <a:pPr lvl="1" indent="0">
              <a:buNone/>
            </a:pPr>
            <a:r>
              <a:rPr lang="es-ES" sz="2000" dirty="0"/>
              <a:t>    </a:t>
            </a:r>
            <a:r>
              <a:rPr lang="es-ES" sz="2000" dirty="0" err="1"/>
              <a:t>raise</a:t>
            </a:r>
            <a:r>
              <a:rPr lang="es-ES" sz="2000" dirty="0"/>
              <a:t> </a:t>
            </a:r>
            <a:r>
              <a:rPr lang="es-ES" sz="2000" dirty="0" err="1"/>
              <a:t>ValueError</a:t>
            </a:r>
            <a:r>
              <a:rPr lang="es-ES" sz="2000" dirty="0"/>
              <a:t>("API_KEY no encontrada en variables de entorno")</a:t>
            </a:r>
          </a:p>
          <a:p>
            <a:pPr lvl="1" indent="0">
              <a:buNone/>
            </a:pPr>
            <a:endParaRPr lang="es-ES" sz="2000" dirty="0"/>
          </a:p>
          <a:p>
            <a:pPr lvl="1" indent="0">
              <a:buNone/>
            </a:pPr>
            <a:r>
              <a:rPr lang="es-ES" sz="2000" dirty="0" err="1"/>
              <a:t>print</a:t>
            </a:r>
            <a:r>
              <a:rPr lang="es-ES" sz="2000" dirty="0"/>
              <a:t>(</a:t>
            </a:r>
            <a:r>
              <a:rPr lang="es-ES" sz="2000" dirty="0" err="1"/>
              <a:t>f"La</a:t>
            </a:r>
            <a:r>
              <a:rPr lang="es-ES" sz="2000" dirty="0"/>
              <a:t> clave API es: {</a:t>
            </a:r>
            <a:r>
              <a:rPr lang="es-ES" sz="2000" dirty="0" err="1"/>
              <a:t>api_key</a:t>
            </a:r>
            <a:r>
              <a:rPr lang="es-ES" sz="2000" dirty="0"/>
              <a:t>[:4]}****")  # Nunca la imprimas completa</a:t>
            </a:r>
          </a:p>
        </p:txBody>
      </p:sp>
    </p:spTree>
    <p:extLst>
      <p:ext uri="{BB962C8B-B14F-4D97-AF65-F5344CB8AC3E}">
        <p14:creationId xmlns:p14="http://schemas.microsoft.com/office/powerpoint/2010/main" val="229307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0F05-2661-74A1-180F-447E9A65F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12BB12D-CC6F-BC7E-3FAC-6821EF19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API_KEY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0299157-B772-B0B0-C695-B73EA1913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965932" y="1268760"/>
            <a:ext cx="10260136" cy="5243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sz="2000" dirty="0"/>
              <a:t>Cuando necesitas almacenar variables sin agregarlas manualmente en cada sesión, usa </a:t>
            </a:r>
            <a:r>
              <a:rPr lang="es-ES" sz="2000" dirty="0" err="1"/>
              <a:t>dotenv</a:t>
            </a:r>
            <a:endParaRPr lang="es-ES" sz="2000" dirty="0"/>
          </a:p>
          <a:p>
            <a:pPr marL="457200" lvl="1" indent="0">
              <a:buNone/>
            </a:pPr>
            <a:r>
              <a:rPr lang="es-ES" sz="1600" dirty="0" err="1"/>
              <a:t>pip</a:t>
            </a:r>
            <a:r>
              <a:rPr lang="es-ES" sz="1600" dirty="0"/>
              <a:t> </a:t>
            </a:r>
            <a:r>
              <a:rPr lang="es-ES" sz="1600" dirty="0" err="1"/>
              <a:t>install</a:t>
            </a:r>
            <a:r>
              <a:rPr lang="es-ES" sz="1600" dirty="0"/>
              <a:t> </a:t>
            </a:r>
            <a:r>
              <a:rPr lang="es-ES" sz="1600" dirty="0" err="1"/>
              <a:t>python-dotenv</a:t>
            </a:r>
            <a:endParaRPr lang="es-ES" sz="1600" dirty="0"/>
          </a:p>
          <a:p>
            <a:r>
              <a:rPr lang="es-ES" sz="2000" dirty="0"/>
              <a:t>Crea un archivo .</a:t>
            </a:r>
            <a:r>
              <a:rPr lang="es-ES" sz="2000" dirty="0" err="1"/>
              <a:t>env</a:t>
            </a:r>
            <a:endParaRPr lang="es-ES" sz="2000" dirty="0"/>
          </a:p>
          <a:p>
            <a:pPr marL="457200" lvl="1" indent="0">
              <a:buNone/>
            </a:pPr>
            <a:r>
              <a:rPr lang="es-ES" sz="1600" dirty="0"/>
              <a:t>API_KEY=</a:t>
            </a:r>
            <a:r>
              <a:rPr lang="es-ES" sz="1600" dirty="0" err="1"/>
              <a:t>supersecretapikey</a:t>
            </a:r>
            <a:endParaRPr lang="es-ES" sz="1600" dirty="0"/>
          </a:p>
          <a:p>
            <a:pPr marL="457200" lvl="1" indent="0">
              <a:buNone/>
            </a:pPr>
            <a:r>
              <a:rPr lang="es-ES" sz="1600" dirty="0"/>
              <a:t>DB_PASSWORD=</a:t>
            </a:r>
            <a:r>
              <a:rPr lang="es-ES" sz="1600" dirty="0" err="1"/>
              <a:t>ultrasecurepassword</a:t>
            </a:r>
            <a:endParaRPr lang="es-ES" sz="1600" dirty="0"/>
          </a:p>
          <a:p>
            <a:r>
              <a:rPr lang="es-ES" sz="2000" dirty="0"/>
              <a:t>Carga el .</a:t>
            </a:r>
            <a:r>
              <a:rPr lang="es-ES" sz="2000" dirty="0" err="1"/>
              <a:t>env</a:t>
            </a:r>
            <a:r>
              <a:rPr lang="es-ES" sz="2000" dirty="0"/>
              <a:t> en tu código</a:t>
            </a:r>
          </a:p>
          <a:p>
            <a:pPr marL="457200" lvl="1" indent="0">
              <a:buNone/>
            </a:pP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dotenv</a:t>
            </a:r>
            <a:r>
              <a:rPr lang="es-ES" sz="1600" dirty="0"/>
              <a:t> </a:t>
            </a:r>
            <a:r>
              <a:rPr lang="es-ES" sz="1600" dirty="0" err="1"/>
              <a:t>import</a:t>
            </a:r>
            <a:r>
              <a:rPr lang="es-ES" sz="1600" dirty="0"/>
              <a:t> </a:t>
            </a:r>
            <a:r>
              <a:rPr lang="es-ES" sz="1600" dirty="0" err="1"/>
              <a:t>load_dotenv</a:t>
            </a:r>
            <a:endParaRPr lang="es-ES" sz="1600" dirty="0"/>
          </a:p>
          <a:p>
            <a:pPr marL="457200" lvl="1" indent="0">
              <a:buNone/>
            </a:pPr>
            <a:r>
              <a:rPr lang="es-ES" sz="1600" dirty="0" err="1"/>
              <a:t>import</a:t>
            </a:r>
            <a:r>
              <a:rPr lang="es-ES" sz="1600" dirty="0"/>
              <a:t> os</a:t>
            </a:r>
          </a:p>
          <a:p>
            <a:pPr marL="457200" lvl="1" indent="0">
              <a:buNone/>
            </a:pPr>
            <a:r>
              <a:rPr lang="es-ES" sz="1600" dirty="0" err="1"/>
              <a:t>load_dotenv</a:t>
            </a:r>
            <a:r>
              <a:rPr lang="es-ES" sz="1600" dirty="0"/>
              <a:t>()  # Carga las variables del .</a:t>
            </a:r>
            <a:r>
              <a:rPr lang="es-ES" sz="1600" dirty="0" err="1"/>
              <a:t>env</a:t>
            </a:r>
            <a:endParaRPr lang="es-ES" sz="1600" dirty="0"/>
          </a:p>
          <a:p>
            <a:pPr marL="457200" lvl="1" indent="0">
              <a:buNone/>
            </a:pPr>
            <a:r>
              <a:rPr lang="es-ES" sz="1600" dirty="0" err="1"/>
              <a:t>api_key</a:t>
            </a:r>
            <a:r>
              <a:rPr lang="es-ES" sz="1600" dirty="0"/>
              <a:t> = </a:t>
            </a:r>
            <a:r>
              <a:rPr lang="es-ES" sz="1600" dirty="0" err="1"/>
              <a:t>os.getenv</a:t>
            </a:r>
            <a:r>
              <a:rPr lang="es-ES" sz="1600" dirty="0"/>
              <a:t>("API_KEY")</a:t>
            </a:r>
          </a:p>
          <a:p>
            <a:pPr marL="457200" lvl="1" indent="0">
              <a:buNone/>
            </a:pPr>
            <a:r>
              <a:rPr lang="es-ES" sz="1600" dirty="0" err="1"/>
              <a:t>db_password</a:t>
            </a:r>
            <a:r>
              <a:rPr lang="es-ES" sz="1600" dirty="0"/>
              <a:t> = </a:t>
            </a:r>
            <a:r>
              <a:rPr lang="es-ES" sz="1600" dirty="0" err="1"/>
              <a:t>os.getenv</a:t>
            </a:r>
            <a:r>
              <a:rPr lang="es-ES" sz="1600" dirty="0"/>
              <a:t>("DB_PASSWORD")</a:t>
            </a:r>
          </a:p>
          <a:p>
            <a:pPr marL="457200" lvl="1" indent="0">
              <a:buNone/>
            </a:pPr>
            <a:r>
              <a:rPr lang="es-ES" sz="1600" dirty="0" err="1"/>
              <a:t>print</a:t>
            </a:r>
            <a:r>
              <a:rPr lang="es-ES" sz="1600" dirty="0"/>
              <a:t>(</a:t>
            </a:r>
            <a:r>
              <a:rPr lang="es-ES" sz="1600" dirty="0" err="1"/>
              <a:t>f"Conectando</a:t>
            </a:r>
            <a:r>
              <a:rPr lang="es-ES" sz="1600" dirty="0"/>
              <a:t> con la API usando {</a:t>
            </a:r>
            <a:r>
              <a:rPr lang="es-ES" sz="1600" dirty="0" err="1"/>
              <a:t>api_key</a:t>
            </a:r>
            <a:r>
              <a:rPr lang="es-ES" sz="1600" dirty="0"/>
              <a:t>[:4]}****")</a:t>
            </a:r>
          </a:p>
          <a:p>
            <a:r>
              <a:rPr lang="es-ES" sz="2000" dirty="0"/>
              <a:t>Nunca subas tu archivo .</a:t>
            </a:r>
            <a:r>
              <a:rPr lang="es-ES" sz="2000" dirty="0" err="1"/>
              <a:t>env</a:t>
            </a:r>
            <a:r>
              <a:rPr lang="es-ES" sz="2000" dirty="0"/>
              <a:t> a GitHub. Agrega una línea a tu .</a:t>
            </a:r>
            <a:r>
              <a:rPr lang="es-ES" sz="2000" dirty="0" err="1"/>
              <a:t>gitignore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53252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F260-AE92-33EE-1621-8CA6AD5C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C16B19-3BC6-6C39-4CDC-66FD4C87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API_KEY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CD54B9-5826-FE5F-604F-1665FDF9E1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/>
              <a:t>Si necesitas almacenar credenciales de forma más segura en el sistema operativo, usa </a:t>
            </a:r>
            <a:r>
              <a:rPr lang="es-ES" sz="1600" dirty="0" err="1"/>
              <a:t>keyring</a:t>
            </a:r>
            <a:r>
              <a:rPr lang="es-ES" sz="1600" dirty="0"/>
              <a:t>.</a:t>
            </a:r>
          </a:p>
          <a:p>
            <a:r>
              <a:rPr lang="es-ES" sz="1600" dirty="0"/>
              <a:t>Instala </a:t>
            </a:r>
            <a:r>
              <a:rPr lang="es-ES" sz="1600" dirty="0" err="1"/>
              <a:t>keyring</a:t>
            </a:r>
            <a:endParaRPr lang="es-ES" sz="1600" dirty="0"/>
          </a:p>
          <a:p>
            <a:r>
              <a:rPr lang="es-ES" sz="1600" dirty="0"/>
              <a:t>	</a:t>
            </a:r>
            <a:r>
              <a:rPr lang="es-ES" sz="1600" dirty="0" err="1"/>
              <a:t>pip</a:t>
            </a:r>
            <a:r>
              <a:rPr lang="es-ES" sz="1600" dirty="0"/>
              <a:t> </a:t>
            </a:r>
            <a:r>
              <a:rPr lang="es-ES" sz="1600" dirty="0" err="1"/>
              <a:t>install</a:t>
            </a:r>
            <a:r>
              <a:rPr lang="es-ES" sz="1600" dirty="0"/>
              <a:t> </a:t>
            </a:r>
            <a:r>
              <a:rPr lang="es-ES" sz="1600" dirty="0" err="1"/>
              <a:t>keyring</a:t>
            </a:r>
            <a:endParaRPr lang="es-ES" sz="1600" dirty="0"/>
          </a:p>
          <a:p>
            <a:r>
              <a:rPr lang="es-ES" sz="1600" dirty="0"/>
              <a:t>Almacena una clave de API en el gestor de credenciales del sistema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import</a:t>
            </a:r>
            <a:r>
              <a:rPr lang="es-ES" sz="1600" dirty="0"/>
              <a:t> </a:t>
            </a:r>
            <a:r>
              <a:rPr lang="es-ES" sz="1600" dirty="0" err="1"/>
              <a:t>keyring</a:t>
            </a:r>
            <a:endParaRPr lang="es-ES" sz="16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service_name</a:t>
            </a:r>
            <a:r>
              <a:rPr lang="es-ES" sz="1600" dirty="0"/>
              <a:t> = "</a:t>
            </a:r>
            <a:r>
              <a:rPr lang="es-ES" sz="1600" dirty="0" err="1"/>
              <a:t>mi_app</a:t>
            </a:r>
            <a:r>
              <a:rPr lang="es-ES" sz="1600" dirty="0"/>
              <a:t>"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username</a:t>
            </a:r>
            <a:r>
              <a:rPr lang="es-ES" sz="1600" dirty="0"/>
              <a:t> = "usuario"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password</a:t>
            </a:r>
            <a:r>
              <a:rPr lang="es-ES" sz="1600" dirty="0"/>
              <a:t> = "</a:t>
            </a:r>
            <a:r>
              <a:rPr lang="es-ES" sz="1600" dirty="0" err="1"/>
              <a:t>clave_super_segura</a:t>
            </a:r>
            <a:r>
              <a:rPr lang="es-ES" sz="1600" dirty="0"/>
              <a:t>"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keyring.set_password</a:t>
            </a:r>
            <a:r>
              <a:rPr lang="es-ES" sz="1600" dirty="0"/>
              <a:t>(</a:t>
            </a:r>
            <a:r>
              <a:rPr lang="es-ES" sz="1600" dirty="0" err="1"/>
              <a:t>service_name</a:t>
            </a:r>
            <a:r>
              <a:rPr lang="es-ES" sz="1600" dirty="0"/>
              <a:t>, </a:t>
            </a:r>
            <a:r>
              <a:rPr lang="es-ES" sz="1600" dirty="0" err="1"/>
              <a:t>username</a:t>
            </a:r>
            <a:r>
              <a:rPr lang="es-ES" sz="1600" dirty="0"/>
              <a:t>, </a:t>
            </a:r>
            <a:r>
              <a:rPr lang="es-ES" sz="1600" dirty="0" err="1"/>
              <a:t>password</a:t>
            </a:r>
            <a:r>
              <a:rPr lang="es-ES" sz="1600" dirty="0"/>
              <a:t>)</a:t>
            </a:r>
          </a:p>
          <a:p>
            <a:r>
              <a:rPr lang="es-ES" sz="1600" dirty="0"/>
              <a:t>Recupera la clave de API de forma segura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credencial = </a:t>
            </a:r>
            <a:r>
              <a:rPr lang="es-ES" sz="1600" dirty="0" err="1"/>
              <a:t>keyring.get_password</a:t>
            </a:r>
            <a:r>
              <a:rPr lang="es-ES" sz="1600" dirty="0"/>
              <a:t>(</a:t>
            </a:r>
            <a:r>
              <a:rPr lang="es-ES" sz="1600" dirty="0" err="1"/>
              <a:t>service_name</a:t>
            </a:r>
            <a:r>
              <a:rPr lang="es-ES" sz="1600" dirty="0"/>
              <a:t>, </a:t>
            </a:r>
            <a:r>
              <a:rPr lang="es-ES" sz="1600" dirty="0" err="1"/>
              <a:t>username</a:t>
            </a:r>
            <a:r>
              <a:rPr lang="es-ES" sz="1600" dirty="0"/>
              <a:t>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s-ES" sz="1600" dirty="0"/>
              <a:t>	</a:t>
            </a:r>
            <a:r>
              <a:rPr lang="es-ES" sz="1600" dirty="0" err="1"/>
              <a:t>print</a:t>
            </a:r>
            <a:r>
              <a:rPr lang="es-ES" sz="1600" dirty="0"/>
              <a:t>(</a:t>
            </a:r>
            <a:r>
              <a:rPr lang="es-ES" sz="1600" dirty="0" err="1"/>
              <a:t>f"La</a:t>
            </a:r>
            <a:r>
              <a:rPr lang="es-ES" sz="1600" dirty="0"/>
              <a:t> clave es: {credencial[:4]}****")</a:t>
            </a:r>
          </a:p>
          <a:p>
            <a:r>
              <a:rPr lang="es-ES" sz="1600" dirty="0"/>
              <a:t>Esto almacena las credenciales en:</a:t>
            </a:r>
          </a:p>
          <a:p>
            <a:r>
              <a:rPr lang="es-ES" sz="1600" dirty="0"/>
              <a:t>    Windows: Administrador de credenciales</a:t>
            </a:r>
          </a:p>
          <a:p>
            <a:r>
              <a:rPr lang="es-ES" sz="1600" dirty="0"/>
              <a:t>    macOS: Llavero de macOS</a:t>
            </a:r>
          </a:p>
          <a:p>
            <a:r>
              <a:rPr lang="es-ES" sz="1600" dirty="0"/>
              <a:t>    Linux: </a:t>
            </a:r>
            <a:r>
              <a:rPr lang="es-ES" sz="1600" dirty="0" err="1"/>
              <a:t>Keyring</a:t>
            </a:r>
            <a:r>
              <a:rPr lang="es-ES" sz="1600" dirty="0"/>
              <a:t> de GNOME/KDE</a:t>
            </a:r>
          </a:p>
          <a:p>
            <a:endParaRPr lang="es-ES" sz="1600" dirty="0"/>
          </a:p>
          <a:p>
            <a:r>
              <a:rPr lang="es-ES" sz="1600" dirty="0"/>
              <a:t>🚨 Ventaja: Las credenciales no están en texto plano ni en variables de entorno, sino en un almacén seguro del sistema.</a:t>
            </a:r>
          </a:p>
        </p:txBody>
      </p:sp>
    </p:spTree>
    <p:extLst>
      <p:ext uri="{BB962C8B-B14F-4D97-AF65-F5344CB8AC3E}">
        <p14:creationId xmlns:p14="http://schemas.microsoft.com/office/powerpoint/2010/main" val="210837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296F0-FF6C-E704-A726-C0DEA467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8538CEF5-7680-C06D-B2A7-3BA94699609F}"/>
              </a:ext>
            </a:extLst>
          </p:cNvPr>
          <p:cNvSpPr>
            <a:spLocks noGrp="1"/>
          </p:cNvSpPr>
          <p:nvPr/>
        </p:nvSpPr>
        <p:spPr bwMode="auto">
          <a:xfrm>
            <a:off x="2317357" y="2300025"/>
            <a:ext cx="7886700" cy="11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JWT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14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E5FC-99A6-A6E3-A95A-B5E8F3FC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D61A333-4642-FD8E-9C43-235C1030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360BC6-B126-10C4-8F05-BB894950D5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/>
              <a:t>Autentificación basada en autentificación de </a:t>
            </a:r>
            <a:r>
              <a:rPr lang="es-ES" sz="1600"/>
              <a:t>sesiones.</a:t>
            </a:r>
            <a:endParaRPr lang="es-E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EAD1D2-F367-F495-17BD-489533E81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354" y="1746597"/>
            <a:ext cx="9728834" cy="447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19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986D-E3B3-09C8-079B-EA4DF06A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BC99198-1282-C355-40D0-2A43B13C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60C072-870E-2A27-7AE3-647B8F13AA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 err="1"/>
              <a:t>Microservices</a:t>
            </a:r>
            <a:r>
              <a:rPr lang="es-ES" sz="1600" dirty="0"/>
              <a:t>: Cada servicio tiene su propia autentificación de sesión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9A7984-AA3F-6DD6-073B-69F06091F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720" y="1726424"/>
            <a:ext cx="7967103" cy="471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64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DCD0-7FD0-5170-4952-600CCEC9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89615DE-3A2C-569D-4108-8D346C7A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628F7D-01C2-9E43-1DB5-FC972FBC4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/>
              <a:t>Autentificación basada en token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492706-387E-6C6F-253B-76C3B08A4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29" y="1454527"/>
            <a:ext cx="10260136" cy="408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61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C4DA1-AA53-77AE-C938-83488C331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A75C3DE-75A1-3AC7-32FB-5EA610E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7B0540-B333-F228-A10D-187BD7EAE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/>
              <a:t>Todos los microservicios usan el mismo JWT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8B4926-F98A-2602-D088-E88ECA075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40" y="1495307"/>
            <a:ext cx="6802726" cy="510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05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DFA7-3CC4-8387-1B3E-AF7FD2E5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B485E12-CD0A-5FA2-DC8A-45ACD8A9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CFF16E-D247-D47F-E517-D3EBDD696F29}"/>
              </a:ext>
            </a:extLst>
          </p:cNvPr>
          <p:cNvSpPr txBox="1"/>
          <p:nvPr/>
        </p:nvSpPr>
        <p:spPr>
          <a:xfrm>
            <a:off x="955040" y="1295738"/>
            <a:ext cx="9956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Un JWT consta de tres partes: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Header</a:t>
            </a:r>
            <a:r>
              <a:rPr lang="es-ES" dirty="0"/>
              <a:t> (Encabezado): Contiene el algoritmo de firma y el tipo de token.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Payload</a:t>
            </a:r>
            <a:r>
              <a:rPr lang="es-ES" dirty="0"/>
              <a:t> (Cuerpo): Contiene la información (</a:t>
            </a:r>
            <a:r>
              <a:rPr lang="es-ES" dirty="0" err="1"/>
              <a:t>claims</a:t>
            </a:r>
            <a:r>
              <a:rPr lang="es-ES" dirty="0"/>
              <a:t>) como el usuario y permisos.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Signature</a:t>
            </a:r>
            <a:r>
              <a:rPr lang="es-ES" dirty="0"/>
              <a:t> (Firma): Asegura que el token no ha sido manipulado.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r>
              <a:rPr lang="es-ES" dirty="0">
                <a:hlinkClick r:id="rId3"/>
              </a:rPr>
              <a:t>https://jwt.io/</a:t>
            </a:r>
            <a:endParaRPr lang="es-ES" dirty="0"/>
          </a:p>
          <a:p>
            <a:endParaRPr lang="es-ES" dirty="0"/>
          </a:p>
          <a:p>
            <a:r>
              <a:rPr lang="es-ES" dirty="0"/>
              <a:t>El resultado está separado en tres partes separados por punto.</a:t>
            </a:r>
          </a:p>
          <a:p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1C8E736-589D-A7C5-CA0A-0FE1279D3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942" y="1003031"/>
            <a:ext cx="2722480" cy="173039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4E27BCA-8132-0FD2-2A8C-A1FCAC4C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76" y="2910840"/>
            <a:ext cx="2197972" cy="182459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B4D80E5-A18D-B9F6-6169-9EB45A103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725" y="4806045"/>
            <a:ext cx="2730304" cy="173039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31FE98F-C285-0366-3CE6-B8585FF3B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40" y="4511040"/>
            <a:ext cx="5402616" cy="133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75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0609-2EEA-42BD-5E7B-B5749F442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C7F253C-CF8C-F95D-FF13-E07FD849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A38904-00AB-2D6E-9A57-403F57989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1600" dirty="0"/>
              <a:t>Para el ejemplo usaremos el </a:t>
            </a:r>
            <a:r>
              <a:rPr lang="es-ES" sz="1600" dirty="0" err="1"/>
              <a:t>backend</a:t>
            </a:r>
            <a:r>
              <a:rPr lang="es-ES" sz="1600" dirty="0"/>
              <a:t> que se encuentra en la carpeta jwt/main.py</a:t>
            </a:r>
          </a:p>
          <a:p>
            <a:r>
              <a:rPr lang="es-ES" sz="1600" dirty="0"/>
              <a:t>Necesitamos importar librerías. Crea un entorno antes.</a:t>
            </a:r>
          </a:p>
          <a:p>
            <a:r>
              <a:rPr lang="es-ES" sz="1600" dirty="0"/>
              <a:t>	</a:t>
            </a:r>
            <a:r>
              <a:rPr lang="en-US" sz="1600" dirty="0"/>
              <a:t> python -m pip install --upgrade pip </a:t>
            </a:r>
            <a:r>
              <a:rPr lang="en-US" sz="1600" dirty="0" err="1"/>
              <a:t>setuptools</a:t>
            </a:r>
            <a:r>
              <a:rPr lang="en-US" sz="1600" dirty="0"/>
              <a:t> wheel</a:t>
            </a:r>
            <a:endParaRPr lang="es-ES" sz="1600" dirty="0"/>
          </a:p>
          <a:p>
            <a:r>
              <a:rPr lang="es-ES" sz="1600" dirty="0"/>
              <a:t>	</a:t>
            </a:r>
            <a:r>
              <a:rPr lang="es-ES" sz="1600" dirty="0" err="1"/>
              <a:t>pip</a:t>
            </a:r>
            <a:r>
              <a:rPr lang="es-ES" sz="1600" dirty="0"/>
              <a:t> </a:t>
            </a:r>
            <a:r>
              <a:rPr lang="es-ES" sz="1600" dirty="0" err="1"/>
              <a:t>install</a:t>
            </a:r>
            <a:r>
              <a:rPr lang="es-ES" sz="1600" dirty="0"/>
              <a:t> </a:t>
            </a:r>
            <a:r>
              <a:rPr lang="es-ES" sz="1600" dirty="0" err="1"/>
              <a:t>fastapi</a:t>
            </a:r>
            <a:r>
              <a:rPr lang="es-ES" sz="1600" dirty="0"/>
              <a:t> </a:t>
            </a:r>
            <a:r>
              <a:rPr lang="es-ES" sz="1600" dirty="0" err="1"/>
              <a:t>uvicorn</a:t>
            </a:r>
            <a:r>
              <a:rPr lang="es-ES" sz="1600" dirty="0"/>
              <a:t> </a:t>
            </a:r>
            <a:r>
              <a:rPr lang="es-ES" sz="1600" dirty="0" err="1"/>
              <a:t>python</a:t>
            </a:r>
            <a:r>
              <a:rPr lang="es-ES" sz="1600" dirty="0"/>
              <a:t>-jose</a:t>
            </a:r>
          </a:p>
          <a:p>
            <a:r>
              <a:rPr lang="es-ES" sz="1600" dirty="0"/>
              <a:t>y lo ejecutamos con el comando</a:t>
            </a:r>
          </a:p>
          <a:p>
            <a:r>
              <a:rPr lang="es-ES" sz="1600" dirty="0"/>
              <a:t>	</a:t>
            </a:r>
            <a:r>
              <a:rPr lang="en-US" sz="1600" dirty="0" err="1"/>
              <a:t>uvicorn</a:t>
            </a:r>
            <a:r>
              <a:rPr lang="en-US" sz="1600" dirty="0"/>
              <a:t> </a:t>
            </a:r>
            <a:r>
              <a:rPr lang="en-US" sz="1600" dirty="0" err="1"/>
              <a:t>main:app</a:t>
            </a:r>
            <a:r>
              <a:rPr lang="en-US" sz="1600" dirty="0"/>
              <a:t> --host 127.0.0.1 --port 8000 --reload</a:t>
            </a:r>
          </a:p>
          <a:p>
            <a:r>
              <a:rPr lang="en-US" sz="1600" dirty="0"/>
              <a:t>de </a:t>
            </a:r>
            <a:r>
              <a:rPr lang="en-US" sz="1600" dirty="0" err="1"/>
              <a:t>esta</a:t>
            </a:r>
            <a:r>
              <a:rPr lang="en-US" sz="1600" dirty="0"/>
              <a:t> forma temenos la </a:t>
            </a:r>
            <a:r>
              <a:rPr lang="en-US" sz="1600" dirty="0" err="1"/>
              <a:t>simulación</a:t>
            </a:r>
            <a:r>
              <a:rPr lang="en-US" sz="1600" dirty="0"/>
              <a:t> del backend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servidor</a:t>
            </a:r>
            <a:r>
              <a:rPr lang="en-US" sz="1600" dirty="0"/>
              <a:t> local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Puerto 8000</a:t>
            </a:r>
          </a:p>
          <a:p>
            <a:r>
              <a:rPr lang="en-US" sz="1600" dirty="0"/>
              <a:t>El frontend </a:t>
            </a:r>
            <a:r>
              <a:rPr lang="en-US" sz="1600" dirty="0" err="1"/>
              <a:t>será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HTML /</a:t>
            </a:r>
            <a:r>
              <a:rPr lang="en-US" sz="1600" dirty="0" err="1"/>
              <a:t>jwt</a:t>
            </a:r>
            <a:r>
              <a:rPr lang="en-US" sz="1600" dirty="0"/>
              <a:t>/test.html que </a:t>
            </a:r>
            <a:r>
              <a:rPr lang="en-US" sz="1600" dirty="0" err="1"/>
              <a:t>básicamente</a:t>
            </a:r>
            <a:r>
              <a:rPr lang="en-US" sz="1600" dirty="0"/>
              <a:t> </a:t>
            </a:r>
            <a:r>
              <a:rPr lang="en-US" sz="1600" dirty="0" err="1"/>
              <a:t>tiene</a:t>
            </a:r>
            <a:r>
              <a:rPr lang="en-US" sz="1600" dirty="0"/>
              <a:t> dos </a:t>
            </a:r>
            <a:r>
              <a:rPr lang="en-US" sz="1600" dirty="0" err="1"/>
              <a:t>botones</a:t>
            </a:r>
            <a:endParaRPr lang="en-US" sz="1600" dirty="0"/>
          </a:p>
          <a:p>
            <a:r>
              <a:rPr lang="en-US" sz="1600" dirty="0" err="1"/>
              <a:t>Obtener</a:t>
            </a:r>
            <a:r>
              <a:rPr lang="en-US" sz="1600" dirty="0"/>
              <a:t> Token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Acceder a Ruta</a:t>
            </a:r>
            <a:endParaRPr lang="es-E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4D7653-EFDA-FB7C-0843-4F32D7BA0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93" y="3774432"/>
            <a:ext cx="6210541" cy="15138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C519C95-4DA7-1048-2C4E-96A0BFE4C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5217178"/>
            <a:ext cx="2783176" cy="168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64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4FF7-A091-A197-48FF-A4C48616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AFA4A4A-94A4-3E55-205F-3EDDC227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320D69-8716-2160-E97D-D4DA40726D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2000" dirty="0"/>
              <a:t>Si intentamos acceder al API sin usar antes el token me sale el siguiente error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A parte de habilitar el uso de </a:t>
            </a:r>
            <a:r>
              <a:rPr lang="es-ES" sz="2000" b="1" dirty="0"/>
              <a:t>CORS</a:t>
            </a:r>
            <a:r>
              <a:rPr lang="es-ES" sz="2000" dirty="0"/>
              <a:t> también se usa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b="1" dirty="0"/>
              <a:t>OAuth2PasswordBearer</a:t>
            </a:r>
            <a:r>
              <a:rPr lang="es-ES" sz="2000" dirty="0"/>
              <a:t> 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s-ES" sz="2000" dirty="0"/>
              <a:t>es un esquema de autenticación en </a:t>
            </a:r>
            <a:r>
              <a:rPr lang="es-ES" sz="2000" dirty="0" err="1"/>
              <a:t>FastAPI</a:t>
            </a:r>
            <a:r>
              <a:rPr lang="es-ES" sz="2000" dirty="0"/>
              <a:t> basado en </a:t>
            </a:r>
            <a:r>
              <a:rPr lang="es-ES" sz="2000" dirty="0">
                <a:highlight>
                  <a:srgbClr val="00FF00"/>
                </a:highlight>
              </a:rPr>
              <a:t>OAuth2</a:t>
            </a:r>
            <a:r>
              <a:rPr lang="es-ES" sz="2000" dirty="0"/>
              <a:t>.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s-ES" sz="2000" dirty="0"/>
              <a:t>Se usa para manejar la autenticación con tokens JWT.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s-ES" sz="2000" dirty="0"/>
              <a:t>Espera recibir un token </a:t>
            </a:r>
            <a:r>
              <a:rPr lang="es-ES" sz="2000" dirty="0" err="1">
                <a:highlight>
                  <a:srgbClr val="00FF00"/>
                </a:highlight>
              </a:rPr>
              <a:t>Bearer</a:t>
            </a:r>
            <a:r>
              <a:rPr lang="es-ES" sz="2000" dirty="0"/>
              <a:t> en la cabecera </a:t>
            </a:r>
            <a:r>
              <a:rPr lang="es-ES" sz="2000" dirty="0" err="1"/>
              <a:t>Authorization</a:t>
            </a:r>
            <a:r>
              <a:rPr lang="es-ES" sz="2000" dirty="0"/>
              <a:t> de las peticiones.</a:t>
            </a:r>
          </a:p>
          <a:p>
            <a:pPr marL="1428750" lvl="2" indent="-285750">
              <a:buFont typeface="Wingdings" panose="05000000000000000000" pitchFamily="2" charset="2"/>
              <a:buChar char="Ø"/>
            </a:pPr>
            <a:r>
              <a:rPr lang="es-ES" dirty="0" err="1"/>
              <a:t>Bearer</a:t>
            </a:r>
            <a:r>
              <a:rPr lang="es-ES" dirty="0"/>
              <a:t> significa “portador”, es decir, quien lo tiene lo usa como autorización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b="1" dirty="0" err="1"/>
              <a:t>jwt.encode</a:t>
            </a:r>
            <a:r>
              <a:rPr lang="es-ES" sz="2000" dirty="0"/>
              <a:t>: Crea un token JWT con datos del usuario y una fecha de expiración.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b="1" dirty="0" err="1"/>
              <a:t>jwt.decode</a:t>
            </a:r>
            <a:r>
              <a:rPr lang="es-ES" sz="2000" b="1" dirty="0"/>
              <a:t> </a:t>
            </a:r>
            <a:r>
              <a:rPr lang="es-ES" sz="2000" dirty="0"/>
              <a:t>Verifica si un token JWT es válido y extrae la información.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7C6125-E368-878B-3D92-E1D43C2D0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1178"/>
            <a:ext cx="6080654" cy="197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18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98C-DEE0-8577-AC43-BE696A7E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E987196-8848-6C6E-521B-98FAA43F8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 - Práctica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A5F012-C15C-1EC3-A57F-3DF28D121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40812" y="963960"/>
            <a:ext cx="10260136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2400" dirty="0"/>
              <a:t>Prueba el código proporcionado y mira de evitar poner la KEY como una constante dentro del código, mira que esté exportada en una variable de entorno y/o en un fichero externo al código.</a:t>
            </a:r>
          </a:p>
          <a:p>
            <a:r>
              <a:rPr lang="es-ES" sz="2400" dirty="0"/>
              <a:t>La habilitación del CORS no es segura, mira de </a:t>
            </a:r>
            <a:r>
              <a:rPr lang="es-ES" sz="2400" dirty="0" err="1"/>
              <a:t>securizarla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820281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2334-9583-8991-2897-AB8EE7FE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95C280F7-C759-BE33-6CE8-960D576200B7}"/>
              </a:ext>
            </a:extLst>
          </p:cNvPr>
          <p:cNvSpPr>
            <a:spLocks noGrp="1"/>
          </p:cNvSpPr>
          <p:nvPr/>
        </p:nvSpPr>
        <p:spPr bwMode="auto">
          <a:xfrm>
            <a:off x="2317357" y="2300025"/>
            <a:ext cx="7886700" cy="11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Zonas de la memoria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36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32D10-36FE-097C-1823-A10C801F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6EF86FE-61EE-04C4-52AE-AFF52DED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Zonas de la memoria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1F6110-9043-07CC-5201-0D259A422698}"/>
              </a:ext>
            </a:extLst>
          </p:cNvPr>
          <p:cNvSpPr txBox="1"/>
          <p:nvPr/>
        </p:nvSpPr>
        <p:spPr>
          <a:xfrm>
            <a:off x="975360" y="1225124"/>
            <a:ext cx="3820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 programa en ejecución se organiza en varias 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zonas de memoria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cada una con un propósito específico.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E69110E-C9F2-4B09-C9BD-102B310CF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520" y="931525"/>
            <a:ext cx="6687681" cy="581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83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809E-A51F-CEF3-5D19-747F28A0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B18E34-9C0A-D4D6-7C52-D3844001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Zonas de la memoria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B5C249-09BD-A433-BE18-567BE6F9B756}"/>
              </a:ext>
            </a:extLst>
          </p:cNvPr>
          <p:cNvSpPr txBox="1"/>
          <p:nvPr/>
        </p:nvSpPr>
        <p:spPr>
          <a:xfrm>
            <a:off x="975360" y="1225124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 programa en ejecución se organiza en varias 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zonas de memoria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cada una con un propósito específico. Buffer es </a:t>
            </a:r>
            <a:r>
              <a:rPr lang="es-E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terminología genérica.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BE149B2-3FF4-64A0-0033-7C42E2071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43073"/>
              </p:ext>
            </p:extLst>
          </p:nvPr>
        </p:nvGraphicFramePr>
        <p:xfrm>
          <a:off x="400083" y="2274749"/>
          <a:ext cx="11791917" cy="3467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1201">
                  <a:extLst>
                    <a:ext uri="{9D8B030D-6E8A-4147-A177-3AD203B41FA5}">
                      <a16:colId xmlns:a16="http://schemas.microsoft.com/office/drawing/2014/main" val="780472615"/>
                    </a:ext>
                  </a:extLst>
                </a:gridCol>
                <a:gridCol w="5687164">
                  <a:extLst>
                    <a:ext uri="{9D8B030D-6E8A-4147-A177-3AD203B41FA5}">
                      <a16:colId xmlns:a16="http://schemas.microsoft.com/office/drawing/2014/main" val="3361038623"/>
                    </a:ext>
                  </a:extLst>
                </a:gridCol>
                <a:gridCol w="4623552">
                  <a:extLst>
                    <a:ext uri="{9D8B030D-6E8A-4147-A177-3AD203B41FA5}">
                      <a16:colId xmlns:a16="http://schemas.microsoft.com/office/drawing/2014/main" val="232750603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Sección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Descripción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Ejemplo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13045289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Código (.text)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Código máquina del programa. Es de solo lectura.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Funciones y sentencias compiladas (main(), printf()).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331447349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Datos (.data)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Variables globales inicializadas antes de ejecutar el programa.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int x = 10; (global o static).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34822754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BSS (.bss)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Contiene variables globales no inicializadas. Se inicializan a 0 en tiempo de ejecución.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int y; (global o static).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6514765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Heap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Memoria dinámica asignada con malloc(), calloc(), new. Crece hacia arriba.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char *p = malloc(100);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04826842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>
                          <a:effectLst/>
                        </a:rPr>
                        <a:t>Stack</a:t>
                      </a:r>
                      <a:endParaRPr lang="es-ES" sz="20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Almacena variables locales, direcciones de retorno y registros. Crece hacia abajo.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u="none" strike="noStrike" dirty="0">
                          <a:effectLst/>
                        </a:rPr>
                        <a:t>Variables dentro de funciones, direcciones de retorno.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315092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877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31B5-4BA6-D953-1605-E9F69EC5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29C3D52-423A-2AC7-4B3A-64D23858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Zonas de la memoria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6A2B2F-86CB-B169-1138-87F63A81E552}"/>
              </a:ext>
            </a:extLst>
          </p:cNvPr>
          <p:cNvSpPr txBox="1"/>
          <p:nvPr/>
        </p:nvSpPr>
        <p:spPr>
          <a:xfrm>
            <a:off x="907926" y="1043285"/>
            <a:ext cx="8991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#include &lt;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stdio.h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&gt;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#include &lt;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stdlib.h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&gt;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// Zona .data</a:t>
            </a:r>
          </a:p>
          <a:p>
            <a:pPr>
              <a:buNone/>
            </a:pP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global_init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42;  // Variable global inicializada</a:t>
            </a:r>
          </a:p>
          <a:p>
            <a:pPr>
              <a:buNone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// Zona .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bss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global_uninit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;  // Variable global no inicializada</a:t>
            </a: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void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funcion_stack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() {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int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local_var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10;  // En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stack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char buffer[50];  // Buffer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stack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}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void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funcion_heap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() {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int *p = (int*) malloc(10 *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sizeof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(int));  // Memoria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heap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free(p);  // Debemos liberar manualmente</a:t>
            </a:r>
          </a:p>
          <a:p>
            <a:pPr>
              <a:buNone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}</a:t>
            </a: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 main() {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funcion_stack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();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funcion_heap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();</a:t>
            </a:r>
            <a:endParaRPr lang="es-E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   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return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0;</a:t>
            </a:r>
          </a:p>
          <a:p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3100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7CA1-A571-06D9-2101-2720F295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CB2F41DD-7BCA-93B7-6A83-B0AFDB485271}"/>
              </a:ext>
            </a:extLst>
          </p:cNvPr>
          <p:cNvSpPr>
            <a:spLocks noGrp="1"/>
          </p:cNvSpPr>
          <p:nvPr/>
        </p:nvSpPr>
        <p:spPr bwMode="auto">
          <a:xfrm>
            <a:off x="2317357" y="2300025"/>
            <a:ext cx="7886700" cy="11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Volcado de memoria y análisis de contraseña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863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54933" y="1043285"/>
            <a:ext cx="82645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Para probarlo usamos un Kali con dos consolas.</a:t>
            </a:r>
          </a:p>
          <a:p>
            <a:r>
              <a:rPr lang="es-ES" sz="2400" dirty="0"/>
              <a:t>En la primera consola creamos el siguiente código Python en un fichero</a:t>
            </a:r>
          </a:p>
          <a:p>
            <a:pPr lvl="1"/>
            <a:r>
              <a:rPr lang="es-ES" sz="2400" dirty="0" err="1"/>
              <a:t>password</a:t>
            </a:r>
            <a:r>
              <a:rPr lang="es-ES" sz="2400" dirty="0"/>
              <a:t> = ""</a:t>
            </a:r>
          </a:p>
          <a:p>
            <a:pPr lvl="1"/>
            <a:r>
              <a:rPr lang="es-ES" sz="2400" dirty="0" err="1"/>
              <a:t>def</a:t>
            </a:r>
            <a:r>
              <a:rPr lang="es-ES" sz="2400" dirty="0"/>
              <a:t> </a:t>
            </a:r>
            <a:r>
              <a:rPr lang="es-ES" sz="2400" dirty="0" err="1"/>
              <a:t>main</a:t>
            </a:r>
            <a:r>
              <a:rPr lang="es-ES" sz="2400" dirty="0"/>
              <a:t>():</a:t>
            </a:r>
          </a:p>
          <a:p>
            <a:pPr lvl="1"/>
            <a:r>
              <a:rPr lang="es-ES" sz="2400" dirty="0"/>
              <a:t>    global </a:t>
            </a:r>
            <a:r>
              <a:rPr lang="es-ES" sz="2400" dirty="0" err="1"/>
              <a:t>password</a:t>
            </a:r>
            <a:endParaRPr lang="es-ES" sz="2400" dirty="0"/>
          </a:p>
          <a:p>
            <a:pPr lvl="1"/>
            <a:r>
              <a:rPr lang="es-ES" sz="2400" dirty="0"/>
              <a:t>    </a:t>
            </a:r>
            <a:r>
              <a:rPr lang="es-ES" sz="2400" dirty="0" err="1"/>
              <a:t>password</a:t>
            </a:r>
            <a:r>
              <a:rPr lang="es-ES" sz="2400" dirty="0"/>
              <a:t> = input("Introduce la contraseña: ")</a:t>
            </a:r>
          </a:p>
          <a:p>
            <a:pPr lvl="1"/>
            <a:r>
              <a:rPr lang="es-ES" sz="2400" dirty="0"/>
              <a:t>    </a:t>
            </a:r>
            <a:r>
              <a:rPr lang="es-ES" sz="2400" dirty="0" err="1"/>
              <a:t>print</a:t>
            </a:r>
            <a:r>
              <a:rPr lang="es-ES" sz="2400" dirty="0"/>
              <a:t>("Contraseña almacenada. Presiona </a:t>
            </a:r>
            <a:r>
              <a:rPr lang="es-ES" sz="2400" dirty="0" err="1"/>
              <a:t>Enter</a:t>
            </a:r>
            <a:r>
              <a:rPr lang="es-ES" sz="2400" dirty="0"/>
              <a:t> para salir...")</a:t>
            </a:r>
          </a:p>
          <a:p>
            <a:pPr lvl="1"/>
            <a:r>
              <a:rPr lang="es-ES" sz="2400" dirty="0"/>
              <a:t>    input()</a:t>
            </a:r>
          </a:p>
          <a:p>
            <a:pPr lvl="1"/>
            <a:r>
              <a:rPr lang="es-ES" sz="2400" dirty="0" err="1"/>
              <a:t>if</a:t>
            </a:r>
            <a:r>
              <a:rPr lang="es-ES" sz="2400" dirty="0"/>
              <a:t> __</a:t>
            </a:r>
            <a:r>
              <a:rPr lang="es-ES" sz="2400" dirty="0" err="1"/>
              <a:t>name</a:t>
            </a:r>
            <a:r>
              <a:rPr lang="es-ES" sz="2400" dirty="0"/>
              <a:t>__ == "__</a:t>
            </a:r>
            <a:r>
              <a:rPr lang="es-ES" sz="2400" dirty="0" err="1"/>
              <a:t>main</a:t>
            </a:r>
            <a:r>
              <a:rPr lang="es-ES" sz="2400" dirty="0"/>
              <a:t>__":</a:t>
            </a:r>
          </a:p>
          <a:p>
            <a:pPr lvl="1"/>
            <a:r>
              <a:rPr lang="es-ES" sz="2400" dirty="0"/>
              <a:t>    </a:t>
            </a:r>
            <a:r>
              <a:rPr lang="es-ES" sz="2400" dirty="0" err="1"/>
              <a:t>main</a:t>
            </a:r>
            <a:r>
              <a:rPr lang="es-ES" sz="2400" dirty="0"/>
              <a:t>()</a:t>
            </a:r>
          </a:p>
          <a:p>
            <a:r>
              <a:rPr lang="es-ES" sz="2400" dirty="0"/>
              <a:t> Y lo ejecutamos con el comando “python3 cod_no_seguro.py”</a:t>
            </a:r>
          </a:p>
          <a:p>
            <a:r>
              <a:rPr lang="es-ES" sz="2400" dirty="0"/>
              <a:t>Introducimos la contraseña y </a:t>
            </a:r>
            <a:r>
              <a:rPr lang="es-ES" sz="2400" dirty="0">
                <a:highlight>
                  <a:srgbClr val="FFFF00"/>
                </a:highlight>
              </a:rPr>
              <a:t>no apretamos el </a:t>
            </a:r>
            <a:r>
              <a:rPr lang="es-ES" sz="2400" dirty="0" err="1">
                <a:highlight>
                  <a:srgbClr val="FFFF00"/>
                </a:highlight>
              </a:rPr>
              <a:t>Enter</a:t>
            </a:r>
            <a:r>
              <a:rPr lang="es-ES" sz="2400" dirty="0">
                <a:highlight>
                  <a:srgbClr val="FFFF00"/>
                </a:highlight>
              </a:rPr>
              <a:t> </a:t>
            </a:r>
            <a:r>
              <a:rPr lang="es-ES" sz="2400" dirty="0"/>
              <a:t>final para mantener la sesión abierta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2ABCBA-F785-D1AE-76B6-8671A6511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867" y="1910417"/>
            <a:ext cx="5513617" cy="133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26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54933" y="1043285"/>
            <a:ext cx="114540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En la otra sesión tenemos que instalar el </a:t>
            </a:r>
            <a:r>
              <a:rPr lang="es-ES" sz="2800" dirty="0" err="1"/>
              <a:t>gdb</a:t>
            </a:r>
            <a:r>
              <a:rPr lang="es-ES" sz="2800" dirty="0"/>
              <a:t> y el </a:t>
            </a:r>
            <a:r>
              <a:rPr lang="es-ES" sz="2800" dirty="0" err="1"/>
              <a:t>dump</a:t>
            </a:r>
            <a:r>
              <a:rPr lang="es-ES" sz="2800" dirty="0"/>
              <a:t> para analizar la memoria.</a:t>
            </a:r>
          </a:p>
          <a:p>
            <a:pPr lvl="1"/>
            <a:r>
              <a:rPr lang="es-ES" sz="2800" dirty="0" err="1"/>
              <a:t>apt</a:t>
            </a:r>
            <a:r>
              <a:rPr lang="es-ES" sz="2800" dirty="0"/>
              <a:t> </a:t>
            </a:r>
            <a:r>
              <a:rPr lang="es-ES" sz="2800" dirty="0" err="1"/>
              <a:t>update</a:t>
            </a:r>
            <a:endParaRPr lang="es-ES" sz="2800" dirty="0"/>
          </a:p>
          <a:p>
            <a:pPr lvl="1"/>
            <a:r>
              <a:rPr lang="es-ES" sz="2800" dirty="0"/>
              <a:t>sudo </a:t>
            </a:r>
            <a:r>
              <a:rPr lang="es-ES" sz="2800" dirty="0" err="1"/>
              <a:t>apt</a:t>
            </a:r>
            <a:r>
              <a:rPr lang="es-ES" sz="2800" dirty="0"/>
              <a:t> </a:t>
            </a:r>
            <a:r>
              <a:rPr lang="es-ES" sz="2800" dirty="0" err="1"/>
              <a:t>install</a:t>
            </a:r>
            <a:r>
              <a:rPr lang="es-ES" sz="2800" dirty="0"/>
              <a:t> </a:t>
            </a:r>
            <a:r>
              <a:rPr lang="es-ES" sz="2800" dirty="0" err="1"/>
              <a:t>gdb</a:t>
            </a:r>
            <a:endParaRPr lang="es-ES" sz="2800" dirty="0"/>
          </a:p>
          <a:p>
            <a:pPr lvl="1"/>
            <a:r>
              <a:rPr lang="es-ES" sz="2800" dirty="0"/>
              <a:t>sudo </a:t>
            </a:r>
            <a:r>
              <a:rPr lang="es-ES" sz="2800" dirty="0" err="1"/>
              <a:t>apt</a:t>
            </a:r>
            <a:r>
              <a:rPr lang="es-ES" sz="2800" dirty="0"/>
              <a:t> </a:t>
            </a:r>
            <a:r>
              <a:rPr lang="es-ES" sz="2800" dirty="0" err="1"/>
              <a:t>install</a:t>
            </a:r>
            <a:r>
              <a:rPr lang="es-ES" sz="2800" dirty="0"/>
              <a:t> </a:t>
            </a:r>
            <a:r>
              <a:rPr lang="es-ES" sz="2800" dirty="0" err="1"/>
              <a:t>dump</a:t>
            </a:r>
            <a:endParaRPr lang="es-ES" sz="2800" dirty="0"/>
          </a:p>
          <a:p>
            <a:r>
              <a:rPr lang="es-ES" sz="2800" dirty="0"/>
              <a:t>A continuación, tenemos que averiguar el proceso que el Python está usando</a:t>
            </a:r>
          </a:p>
          <a:p>
            <a:r>
              <a:rPr lang="es-ES" sz="2800" dirty="0"/>
              <a:t>	</a:t>
            </a:r>
            <a:r>
              <a:rPr lang="es-ES" sz="2800" dirty="0" err="1"/>
              <a:t>ps</a:t>
            </a:r>
            <a:r>
              <a:rPr lang="es-ES" sz="2800" dirty="0"/>
              <a:t> -</a:t>
            </a:r>
            <a:r>
              <a:rPr lang="es-ES" sz="2800" dirty="0" err="1"/>
              <a:t>ef|grep</a:t>
            </a:r>
            <a:r>
              <a:rPr lang="es-ES" sz="2800" dirty="0"/>
              <a:t> </a:t>
            </a:r>
            <a:r>
              <a:rPr lang="es-ES" sz="2800" dirty="0" err="1"/>
              <a:t>cod_no</a:t>
            </a:r>
            <a:endParaRPr lang="es-ES" sz="2800" dirty="0"/>
          </a:p>
          <a:p>
            <a:r>
              <a:rPr lang="es-ES" sz="2800" dirty="0"/>
              <a:t>El proceso que usa Python es el 32033 (este proceso irá cambiando)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3E1C65-EB48-FFDA-CBD8-28E3D1FC0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28" y="4850360"/>
            <a:ext cx="7849866" cy="102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55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54933" y="1043285"/>
            <a:ext cx="114540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Ahora averiguamos la zona de la RAM en donde está la contraseña introducida. Tenemos dos formas.</a:t>
            </a:r>
          </a:p>
          <a:p>
            <a:r>
              <a:rPr lang="es-ES" sz="2800" dirty="0"/>
              <a:t>Analizando el fichero </a:t>
            </a:r>
            <a:r>
              <a:rPr lang="es-ES" sz="2800" dirty="0" err="1"/>
              <a:t>maps</a:t>
            </a:r>
            <a:r>
              <a:rPr lang="es-ES" sz="2800" dirty="0"/>
              <a:t> del proceso</a:t>
            </a:r>
          </a:p>
          <a:p>
            <a:r>
              <a:rPr lang="es-ES" sz="2800" dirty="0"/>
              <a:t>	 sudo </a:t>
            </a:r>
            <a:r>
              <a:rPr lang="es-ES" sz="2800" dirty="0" err="1"/>
              <a:t>cat</a:t>
            </a:r>
            <a:r>
              <a:rPr lang="es-ES" sz="2800" dirty="0"/>
              <a:t> /</a:t>
            </a:r>
            <a:r>
              <a:rPr lang="es-ES" sz="2800" dirty="0" err="1"/>
              <a:t>proc</a:t>
            </a:r>
            <a:r>
              <a:rPr lang="es-ES" sz="2800" dirty="0"/>
              <a:t>/32033/</a:t>
            </a:r>
            <a:r>
              <a:rPr lang="es-ES" sz="2800" dirty="0" err="1"/>
              <a:t>maps|grep</a:t>
            </a:r>
            <a:r>
              <a:rPr lang="es-ES" sz="2800" dirty="0"/>
              <a:t> </a:t>
            </a:r>
            <a:r>
              <a:rPr lang="es-ES" sz="2800" dirty="0" err="1"/>
              <a:t>heap</a:t>
            </a:r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r>
              <a:rPr lang="es-ES" sz="2800" dirty="0"/>
              <a:t>Vemos que la franja de la RAM en donde trabaja el Python es</a:t>
            </a:r>
          </a:p>
          <a:p>
            <a:r>
              <a:rPr lang="es-ES" sz="2800" dirty="0"/>
              <a:t>	5633785cf000     563378693000</a:t>
            </a:r>
          </a:p>
          <a:p>
            <a:r>
              <a:rPr lang="es-ES" sz="2800" dirty="0"/>
              <a:t>Ojo, les falta usar el “0x” del inicio</a:t>
            </a:r>
          </a:p>
          <a:p>
            <a:endParaRPr lang="es-E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B3ADD4-B5ED-0456-D81B-35F5260E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20" y="3243887"/>
            <a:ext cx="9107640" cy="97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18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22275" y="934400"/>
            <a:ext cx="127276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Usando </a:t>
            </a:r>
            <a:r>
              <a:rPr lang="es-ES" sz="2800" dirty="0" err="1"/>
              <a:t>gdb</a:t>
            </a:r>
            <a:endParaRPr lang="es-ES" sz="2800" dirty="0"/>
          </a:p>
          <a:p>
            <a:r>
              <a:rPr lang="es-ES" sz="2800" dirty="0"/>
              <a:t>	 sudo </a:t>
            </a:r>
            <a:r>
              <a:rPr lang="es-ES" sz="2800" dirty="0" err="1"/>
              <a:t>gdb</a:t>
            </a:r>
            <a:r>
              <a:rPr lang="es-ES" sz="2800" dirty="0"/>
              <a:t> -p 32033</a:t>
            </a:r>
          </a:p>
          <a:p>
            <a:r>
              <a:rPr lang="es-ES" sz="2800" dirty="0"/>
              <a:t>Se abre consola de </a:t>
            </a:r>
            <a:r>
              <a:rPr lang="es-ES" sz="2800" dirty="0" err="1"/>
              <a:t>gdb</a:t>
            </a:r>
            <a:r>
              <a:rPr lang="es-ES" sz="2800" dirty="0"/>
              <a:t> y podemos extraer información del mapeo</a:t>
            </a:r>
          </a:p>
          <a:p>
            <a:r>
              <a:rPr lang="es-ES" sz="2800" dirty="0"/>
              <a:t>	 </a:t>
            </a:r>
            <a:r>
              <a:rPr lang="es-ES" sz="2800" dirty="0" err="1"/>
              <a:t>info</a:t>
            </a:r>
            <a:r>
              <a:rPr lang="es-ES" sz="2800" dirty="0"/>
              <a:t> </a:t>
            </a:r>
            <a:r>
              <a:rPr lang="es-ES" sz="2800" dirty="0" err="1"/>
              <a:t>proc</a:t>
            </a:r>
            <a:r>
              <a:rPr lang="es-ES" sz="2800" dirty="0"/>
              <a:t> </a:t>
            </a:r>
            <a:r>
              <a:rPr lang="es-ES" sz="2800" dirty="0" err="1"/>
              <a:t>mappings</a:t>
            </a:r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r>
              <a:rPr lang="es-ES" sz="2800" dirty="0"/>
              <a:t>Vemos que coincide la franja de memoria RAM</a:t>
            </a:r>
          </a:p>
          <a:p>
            <a:r>
              <a:rPr lang="es-ES" sz="2800" dirty="0"/>
              <a:t>	0x5633785cf000     0x563378693000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313564-EBA5-DA97-3A3F-8746DD715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763" y="2399230"/>
            <a:ext cx="8087218" cy="2873091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7553D95-5286-01AC-1FA9-1D8A30FA9780}"/>
              </a:ext>
            </a:extLst>
          </p:cNvPr>
          <p:cNvSpPr/>
          <p:nvPr/>
        </p:nvSpPr>
        <p:spPr>
          <a:xfrm>
            <a:off x="4480560" y="4836160"/>
            <a:ext cx="7081520" cy="325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810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22276" y="934400"/>
            <a:ext cx="115737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Seguimos usando el </a:t>
            </a:r>
            <a:r>
              <a:rPr lang="es-ES" sz="2400" dirty="0" err="1"/>
              <a:t>prompt</a:t>
            </a:r>
            <a:r>
              <a:rPr lang="es-ES" sz="2400" dirty="0"/>
              <a:t> del </a:t>
            </a:r>
            <a:r>
              <a:rPr lang="es-ES" sz="2400" dirty="0" err="1"/>
              <a:t>gdb</a:t>
            </a:r>
            <a:r>
              <a:rPr lang="es-ES" sz="2400" dirty="0"/>
              <a:t> y ahora extraemos la información de memoria y la ponemos en un fichero.</a:t>
            </a:r>
          </a:p>
          <a:p>
            <a:r>
              <a:rPr lang="es-ES" sz="2400" dirty="0"/>
              <a:t>	</a:t>
            </a:r>
            <a:r>
              <a:rPr lang="en-US" sz="2400" dirty="0"/>
              <a:t>dump memory /</a:t>
            </a:r>
            <a:r>
              <a:rPr lang="en-US" sz="2400" dirty="0" err="1"/>
              <a:t>tmp</a:t>
            </a:r>
            <a:r>
              <a:rPr lang="en-US" sz="2400" dirty="0"/>
              <a:t>/</a:t>
            </a:r>
            <a:r>
              <a:rPr lang="en-US" sz="2400" dirty="0" err="1"/>
              <a:t>output.bin</a:t>
            </a:r>
            <a:r>
              <a:rPr lang="en-US" sz="2400" dirty="0"/>
              <a:t> 0x5633785cf000 0x563378693000</a:t>
            </a:r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El fichero generado no es de fácil lectura. Usamos el </a:t>
            </a:r>
            <a:r>
              <a:rPr lang="es-ES" sz="2400" dirty="0" err="1"/>
              <a:t>strings</a:t>
            </a:r>
            <a:r>
              <a:rPr lang="es-ES" sz="2400" dirty="0"/>
              <a:t> para poder leerlo mejor</a:t>
            </a:r>
          </a:p>
          <a:p>
            <a:r>
              <a:rPr lang="es-ES" sz="2400" dirty="0"/>
              <a:t>	</a:t>
            </a:r>
            <a:r>
              <a:rPr lang="es-ES" sz="2400" dirty="0" err="1"/>
              <a:t>strings</a:t>
            </a:r>
            <a:r>
              <a:rPr lang="es-ES" sz="2400" dirty="0"/>
              <a:t> /</a:t>
            </a:r>
            <a:r>
              <a:rPr lang="es-ES" sz="2400" dirty="0" err="1"/>
              <a:t>tmp</a:t>
            </a:r>
            <a:r>
              <a:rPr lang="es-ES" sz="2400" dirty="0"/>
              <a:t>/</a:t>
            </a:r>
            <a:r>
              <a:rPr lang="es-ES" sz="2400" dirty="0" err="1"/>
              <a:t>output.bin</a:t>
            </a:r>
            <a:r>
              <a:rPr lang="es-ES" sz="2400" dirty="0"/>
              <a:t> &gt; /</a:t>
            </a:r>
            <a:r>
              <a:rPr lang="es-ES" sz="2400" dirty="0" err="1"/>
              <a:t>tmp</a:t>
            </a:r>
            <a:r>
              <a:rPr lang="es-ES" sz="2400" dirty="0"/>
              <a:t>/output.txt</a:t>
            </a:r>
          </a:p>
          <a:p>
            <a:r>
              <a:rPr lang="es-ES" sz="2400" dirty="0"/>
              <a:t>Analizamos el fichero </a:t>
            </a:r>
            <a:r>
              <a:rPr lang="es-ES" sz="2400" dirty="0" err="1"/>
              <a:t>txt</a:t>
            </a:r>
            <a:r>
              <a:rPr lang="es-ES" sz="2400" dirty="0"/>
              <a:t> y vemos que la contraseña aparece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F93DA7-3567-0725-3778-B328DFA05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314" y="2259244"/>
            <a:ext cx="6168068" cy="20125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D1C301-A414-1D97-4549-3AD67B50D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205" y="4793391"/>
            <a:ext cx="3084034" cy="194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48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422276" y="934400"/>
            <a:ext cx="115737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/>
              <a:t>pip</a:t>
            </a:r>
            <a:r>
              <a:rPr lang="es-ES" sz="2400" dirty="0"/>
              <a:t> </a:t>
            </a:r>
            <a:r>
              <a:rPr lang="es-ES" sz="2400" dirty="0" err="1"/>
              <a:t>install</a:t>
            </a:r>
            <a:r>
              <a:rPr lang="es-ES" sz="2400" dirty="0"/>
              <a:t> </a:t>
            </a:r>
            <a:r>
              <a:rPr lang="es-ES" sz="2400" dirty="0" err="1"/>
              <a:t>cryptography</a:t>
            </a:r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Una vez instalada la librería de </a:t>
            </a:r>
            <a:r>
              <a:rPr lang="es-ES" sz="2400" dirty="0" err="1"/>
              <a:t>critografía</a:t>
            </a:r>
            <a:r>
              <a:rPr lang="es-ES" sz="2400" dirty="0"/>
              <a:t> podemos usar el código seguro que se muestra en la siguiente página para generar un hash </a:t>
            </a:r>
          </a:p>
          <a:p>
            <a:r>
              <a:rPr lang="es-ES" sz="2400" dirty="0"/>
              <a:t>Si sólo se esconde la contraseña usando el “</a:t>
            </a:r>
            <a:r>
              <a:rPr lang="es-ES" sz="2400" dirty="0" err="1"/>
              <a:t>getpass.getpass</a:t>
            </a:r>
            <a:r>
              <a:rPr lang="es-ES" sz="2400" dirty="0"/>
              <a:t>” no es suficiente ya que se detecta la contraseña.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DF2737-A7B3-43DD-CC99-CFB648A2A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847" y="1043285"/>
            <a:ext cx="8121211" cy="17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62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Volcado de memoria y análisis de contraseña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DE449B-06DE-0426-578E-81EB73D4DD44}"/>
              </a:ext>
            </a:extLst>
          </p:cNvPr>
          <p:cNvSpPr txBox="1"/>
          <p:nvPr/>
        </p:nvSpPr>
        <p:spPr>
          <a:xfrm>
            <a:off x="859971" y="1288266"/>
            <a:ext cx="110512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/>
              <a:t>from</a:t>
            </a:r>
            <a:r>
              <a:rPr lang="es-ES" sz="1400" dirty="0"/>
              <a:t> </a:t>
            </a:r>
            <a:r>
              <a:rPr lang="es-ES" sz="1400" dirty="0" err="1"/>
              <a:t>cryptography.fernet</a:t>
            </a:r>
            <a:r>
              <a:rPr lang="es-ES" sz="1400" dirty="0"/>
              <a:t> </a:t>
            </a:r>
            <a:r>
              <a:rPr lang="es-ES" sz="1400" dirty="0" err="1"/>
              <a:t>import</a:t>
            </a:r>
            <a:r>
              <a:rPr lang="es-ES" sz="1400" dirty="0"/>
              <a:t> Fernet</a:t>
            </a:r>
          </a:p>
          <a:p>
            <a:r>
              <a:rPr lang="es-ES" sz="1400" dirty="0" err="1"/>
              <a:t>import</a:t>
            </a:r>
            <a:r>
              <a:rPr lang="es-ES" sz="1400" dirty="0"/>
              <a:t> </a:t>
            </a:r>
            <a:r>
              <a:rPr lang="es-ES" sz="1400" dirty="0" err="1"/>
              <a:t>getpass</a:t>
            </a:r>
            <a:endParaRPr lang="es-ES" sz="1400" dirty="0"/>
          </a:p>
          <a:p>
            <a:r>
              <a:rPr lang="es-ES" sz="1400" dirty="0"/>
              <a:t># Esto generará una clave segura para cifrar/descifrar la contraseña</a:t>
            </a:r>
          </a:p>
          <a:p>
            <a:r>
              <a:rPr lang="es-ES" sz="1400" dirty="0" err="1"/>
              <a:t>key</a:t>
            </a:r>
            <a:r>
              <a:rPr lang="es-ES" sz="1400" dirty="0"/>
              <a:t> = </a:t>
            </a:r>
            <a:r>
              <a:rPr lang="es-ES" sz="1400" dirty="0" err="1"/>
              <a:t>Fernet.generate_key</a:t>
            </a:r>
            <a:r>
              <a:rPr lang="es-ES" sz="1400" dirty="0"/>
              <a:t>()</a:t>
            </a:r>
          </a:p>
          <a:p>
            <a:r>
              <a:rPr lang="es-ES" sz="1400" dirty="0" err="1"/>
              <a:t>cipher_suite</a:t>
            </a:r>
            <a:r>
              <a:rPr lang="es-ES" sz="1400" dirty="0"/>
              <a:t> = Fernet(</a:t>
            </a:r>
            <a:r>
              <a:rPr lang="es-ES" sz="1400" dirty="0" err="1"/>
              <a:t>key</a:t>
            </a:r>
            <a:r>
              <a:rPr lang="es-ES" sz="1400" dirty="0"/>
              <a:t>)</a:t>
            </a:r>
          </a:p>
          <a:p>
            <a:r>
              <a:rPr lang="es-ES" sz="1400" dirty="0" err="1"/>
              <a:t>def</a:t>
            </a:r>
            <a:r>
              <a:rPr lang="es-ES" sz="1400" dirty="0"/>
              <a:t> </a:t>
            </a:r>
            <a:r>
              <a:rPr lang="es-ES" sz="1400" dirty="0" err="1"/>
              <a:t>main</a:t>
            </a:r>
            <a:r>
              <a:rPr lang="es-ES" sz="1400" dirty="0"/>
              <a:t>():</a:t>
            </a:r>
          </a:p>
          <a:p>
            <a:r>
              <a:rPr lang="es-ES" sz="1400" dirty="0"/>
              <a:t>    # Usamos </a:t>
            </a:r>
            <a:r>
              <a:rPr lang="es-ES" sz="1400" dirty="0" err="1"/>
              <a:t>getpass</a:t>
            </a:r>
            <a:r>
              <a:rPr lang="es-ES" sz="1400" dirty="0"/>
              <a:t> para que la contraseña no se muestre al escribirla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password</a:t>
            </a:r>
            <a:r>
              <a:rPr lang="es-ES" sz="1400" dirty="0"/>
              <a:t> = </a:t>
            </a:r>
            <a:r>
              <a:rPr lang="es-ES" sz="1400" dirty="0" err="1"/>
              <a:t>getpass.</a:t>
            </a:r>
            <a:r>
              <a:rPr lang="es-ES" sz="1400" dirty="0" err="1">
                <a:highlight>
                  <a:srgbClr val="00FF00"/>
                </a:highlight>
              </a:rPr>
              <a:t>getpass</a:t>
            </a:r>
            <a:r>
              <a:rPr lang="es-ES" sz="1400" dirty="0"/>
              <a:t>("Introduce la contraseña: ")</a:t>
            </a:r>
          </a:p>
          <a:p>
            <a:r>
              <a:rPr lang="es-ES" sz="1400" dirty="0"/>
              <a:t>    # Ciframos la contraseña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encrypted_password</a:t>
            </a:r>
            <a:r>
              <a:rPr lang="es-ES" sz="1400" dirty="0"/>
              <a:t> = </a:t>
            </a:r>
            <a:r>
              <a:rPr lang="es-ES" sz="1400" dirty="0" err="1"/>
              <a:t>cipher_suite.</a:t>
            </a:r>
            <a:r>
              <a:rPr lang="es-ES" sz="1400" dirty="0" err="1">
                <a:highlight>
                  <a:srgbClr val="00FF00"/>
                </a:highlight>
              </a:rPr>
              <a:t>encrypt</a:t>
            </a:r>
            <a:r>
              <a:rPr lang="es-ES" sz="1400" dirty="0"/>
              <a:t>(</a:t>
            </a:r>
            <a:r>
              <a:rPr lang="es-ES" sz="1400" dirty="0" err="1"/>
              <a:t>password.encode</a:t>
            </a:r>
            <a:r>
              <a:rPr lang="es-ES" sz="1400" dirty="0"/>
              <a:t>('utf-8'))</a:t>
            </a:r>
          </a:p>
          <a:p>
            <a:r>
              <a:rPr lang="es-ES" sz="1400" dirty="0"/>
              <a:t>    # Limpiamos la memoria del texto claro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password</a:t>
            </a:r>
            <a:r>
              <a:rPr lang="es-ES" sz="1400" dirty="0"/>
              <a:t> = </a:t>
            </a:r>
            <a:r>
              <a:rPr lang="es-ES" sz="1400" dirty="0" err="1"/>
              <a:t>None</a:t>
            </a:r>
            <a:endParaRPr lang="es-ES" sz="1400" dirty="0"/>
          </a:p>
          <a:p>
            <a:r>
              <a:rPr lang="es-ES" sz="1400" dirty="0"/>
              <a:t>    # Para fines de demostración, mostramos la contraseña cifrada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print</a:t>
            </a:r>
            <a:r>
              <a:rPr lang="es-ES" sz="1400" dirty="0"/>
              <a:t>(</a:t>
            </a:r>
            <a:r>
              <a:rPr lang="es-ES" sz="1400" dirty="0" err="1"/>
              <a:t>f"Contraseña</a:t>
            </a:r>
            <a:r>
              <a:rPr lang="es-ES" sz="1400" dirty="0"/>
              <a:t> cifrada: {</a:t>
            </a:r>
            <a:r>
              <a:rPr lang="es-ES" sz="1400" dirty="0" err="1"/>
              <a:t>encrypted_password</a:t>
            </a:r>
            <a:r>
              <a:rPr lang="es-ES" sz="1400" dirty="0"/>
              <a:t>}")</a:t>
            </a:r>
          </a:p>
          <a:p>
            <a:r>
              <a:rPr lang="es-ES" sz="1400" dirty="0"/>
              <a:t>    # </a:t>
            </a:r>
            <a:r>
              <a:rPr lang="es-ES" sz="1400" dirty="0" err="1"/>
              <a:t>Deciframos</a:t>
            </a:r>
            <a:r>
              <a:rPr lang="es-ES" sz="1400" dirty="0"/>
              <a:t> la contraseña (por ejemplo, si necesitas usarla más tarde)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decrypted_password</a:t>
            </a:r>
            <a:r>
              <a:rPr lang="es-ES" sz="1400" dirty="0"/>
              <a:t> = </a:t>
            </a:r>
            <a:r>
              <a:rPr lang="es-ES" sz="1400" dirty="0" err="1"/>
              <a:t>cipher_suite.decrypt</a:t>
            </a:r>
            <a:r>
              <a:rPr lang="es-ES" sz="1400" dirty="0"/>
              <a:t>(</a:t>
            </a:r>
            <a:r>
              <a:rPr lang="es-ES" sz="1400" dirty="0" err="1"/>
              <a:t>encrypted_password</a:t>
            </a:r>
            <a:r>
              <a:rPr lang="es-ES" sz="1400" dirty="0"/>
              <a:t>).</a:t>
            </a:r>
            <a:r>
              <a:rPr lang="es-ES" sz="1400" dirty="0" err="1"/>
              <a:t>decode</a:t>
            </a:r>
            <a:r>
              <a:rPr lang="es-ES" sz="1400" dirty="0"/>
              <a:t>('utf-8')</a:t>
            </a:r>
          </a:p>
          <a:p>
            <a:r>
              <a:rPr lang="es-ES" sz="1400" dirty="0"/>
              <a:t>    # Muestra la contraseña descifrada (por motivos de demostración, no hacer esto en aplicaciones reales)</a:t>
            </a:r>
          </a:p>
          <a:p>
            <a:r>
              <a:rPr lang="es-ES" sz="1400" dirty="0"/>
              <a:t>    #print(f"Contraseña descifrada: {</a:t>
            </a:r>
            <a:r>
              <a:rPr lang="es-ES" sz="1400" dirty="0" err="1"/>
              <a:t>decrypted_password</a:t>
            </a:r>
            <a:r>
              <a:rPr lang="es-ES" sz="1400" dirty="0"/>
              <a:t>}")</a:t>
            </a:r>
          </a:p>
          <a:p>
            <a:r>
              <a:rPr lang="es-ES" sz="1400" dirty="0"/>
              <a:t>    # Limpia la memoria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decrypted_password</a:t>
            </a:r>
            <a:r>
              <a:rPr lang="es-ES" sz="1400" dirty="0"/>
              <a:t> = </a:t>
            </a:r>
            <a:r>
              <a:rPr lang="es-ES" sz="1400" dirty="0" err="1"/>
              <a:t>None</a:t>
            </a:r>
            <a:endParaRPr lang="es-ES" sz="1400" dirty="0"/>
          </a:p>
          <a:p>
            <a:r>
              <a:rPr lang="es-ES" sz="1400" dirty="0"/>
              <a:t>    </a:t>
            </a:r>
            <a:r>
              <a:rPr lang="es-ES" sz="1400" dirty="0" err="1"/>
              <a:t>encrypted_password</a:t>
            </a:r>
            <a:r>
              <a:rPr lang="es-ES" sz="1400" dirty="0"/>
              <a:t> = </a:t>
            </a:r>
            <a:r>
              <a:rPr lang="es-ES" sz="1400" dirty="0" err="1"/>
              <a:t>None</a:t>
            </a:r>
            <a:endParaRPr lang="es-ES" sz="1400" dirty="0"/>
          </a:p>
          <a:p>
            <a:r>
              <a:rPr lang="es-ES" sz="1400" dirty="0"/>
              <a:t>    input("Presiona </a:t>
            </a:r>
            <a:r>
              <a:rPr lang="es-ES" sz="1400" dirty="0" err="1"/>
              <a:t>Enter</a:t>
            </a:r>
            <a:r>
              <a:rPr lang="es-ES" sz="1400" dirty="0"/>
              <a:t> para salir...")</a:t>
            </a:r>
          </a:p>
          <a:p>
            <a:r>
              <a:rPr lang="es-ES" sz="1400" dirty="0" err="1"/>
              <a:t>if</a:t>
            </a:r>
            <a:r>
              <a:rPr lang="es-ES" sz="1400" dirty="0"/>
              <a:t> __</a:t>
            </a:r>
            <a:r>
              <a:rPr lang="es-ES" sz="1400" dirty="0" err="1"/>
              <a:t>name</a:t>
            </a:r>
            <a:r>
              <a:rPr lang="es-ES" sz="1400" dirty="0"/>
              <a:t>__ == "__</a:t>
            </a:r>
            <a:r>
              <a:rPr lang="es-ES" sz="1400" dirty="0" err="1"/>
              <a:t>main</a:t>
            </a:r>
            <a:r>
              <a:rPr lang="es-ES" sz="1400" dirty="0"/>
              <a:t>__":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main</a:t>
            </a:r>
            <a:r>
              <a:rPr lang="es-ES" sz="1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7595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71464" y="26064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Práctica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7AD28-1450-E2F1-C742-D6874E5508D1}"/>
              </a:ext>
            </a:extLst>
          </p:cNvPr>
          <p:cNvSpPr txBox="1"/>
          <p:nvPr/>
        </p:nvSpPr>
        <p:spPr>
          <a:xfrm>
            <a:off x="674812" y="1652857"/>
            <a:ext cx="102457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Prueba el código simple y analiza la memoria para localizar la contraseña</a:t>
            </a:r>
          </a:p>
          <a:p>
            <a:r>
              <a:rPr lang="es-ES" sz="2400" dirty="0"/>
              <a:t>Modifica el código y añade el </a:t>
            </a:r>
            <a:r>
              <a:rPr lang="es-ES" sz="2400" dirty="0" err="1"/>
              <a:t>getpass</a:t>
            </a:r>
            <a:r>
              <a:rPr lang="es-ES" sz="2400" dirty="0"/>
              <a:t> para ver que no se ve por pantalla la contraseña pero que sí se guarda en memoria.</a:t>
            </a:r>
          </a:p>
          <a:p>
            <a:r>
              <a:rPr lang="es-ES" sz="2400" dirty="0"/>
              <a:t>Usa el código de encriptación para comprobar que la contraseña no se almacena en la RAM</a:t>
            </a:r>
          </a:p>
        </p:txBody>
      </p:sp>
    </p:spTree>
    <p:extLst>
      <p:ext uri="{BB962C8B-B14F-4D97-AF65-F5344CB8AC3E}">
        <p14:creationId xmlns:p14="http://schemas.microsoft.com/office/powerpoint/2010/main" val="118295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6B01-8969-5252-C1DD-F331D57F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919F1288-26C8-29AC-E32F-FEEDCB4BECD7}"/>
              </a:ext>
            </a:extLst>
          </p:cNvPr>
          <p:cNvSpPr>
            <a:spLocks noGrp="1"/>
          </p:cNvSpPr>
          <p:nvPr/>
        </p:nvSpPr>
        <p:spPr bwMode="auto">
          <a:xfrm>
            <a:off x="1471708" y="2193115"/>
            <a:ext cx="9918342" cy="108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5000" dirty="0">
                <a:latin typeface="Calibri" panose="020F0502020204030204" pitchFamily="34" charset="0"/>
              </a:rPr>
              <a:t>checksec</a:t>
            </a:r>
          </a:p>
        </p:txBody>
      </p:sp>
    </p:spTree>
    <p:extLst>
      <p:ext uri="{BB962C8B-B14F-4D97-AF65-F5344CB8AC3E}">
        <p14:creationId xmlns:p14="http://schemas.microsoft.com/office/powerpoint/2010/main" val="203229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6F25-3E2A-77E5-63F6-0F60EE3B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783B592-92C0-405D-48DF-C90C2DB3E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4134175-FC30-DF01-B937-264924251FD5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515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Sección basada en documentación del </a:t>
            </a:r>
            <a:r>
              <a:rPr lang="es-E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siguiente</a:t>
            </a:r>
            <a:r>
              <a:rPr lang="es-E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enlace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 opciones de la compilación de código son importantes para la seguridad.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Checksec es una Shell que identifica propiedades de seguridad de un binario cuando se construyó.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Instalación cd checksec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checksec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fichero Shell se localiza en 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/checksec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Analicemos el comando 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de-DE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checksec --file=/usr/bin/ls</a:t>
            </a:r>
            <a:endParaRPr lang="es-ES" sz="20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20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2000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C3F587-7700-A27C-C102-DFD979894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5" y="5160623"/>
            <a:ext cx="12059270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90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2FCD-61B2-ECDE-04BD-D88B5D2B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A7B8E6B-4034-8A21-8BF6-6C215585D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E7447822-C9EA-08A4-C426-75F764405518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Analizamos ahora un código propio escrito en C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Creamos el fichero “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hola.c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con el siguiente código</a:t>
            </a:r>
          </a:p>
          <a:p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World\n");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s-ES" sz="14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/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hello</a:t>
            </a:r>
          </a:p>
          <a:p>
            <a:pPr indent="-285750"/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Analizo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fichero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file</a:t>
            </a:r>
          </a:p>
          <a:p>
            <a:pPr indent="-285750"/>
            <a:endParaRPr lang="en-U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/>
            <a:endParaRPr lang="en-U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/>
            <a:endParaRPr lang="en-U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/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Analizo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binario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checksec</a:t>
            </a:r>
            <a:endParaRPr lang="en-U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E9DE70-0C96-F657-8F22-F68A24B1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88" y="2181122"/>
            <a:ext cx="3975304" cy="13589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E1CD13-57C0-54D1-64EA-C45925A61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" y="3817600"/>
            <a:ext cx="12122773" cy="7874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1380B26-B565-FEAD-F7FC-1E9236E9C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00" y="5379062"/>
            <a:ext cx="11659199" cy="89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33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0F32-6BAE-D5A4-E5E5-CAF503EB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0D10D13-265D-545E-4BEB-2741B079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27749D0-CEF2-F3A8-F46E-39ECE0BB7A67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283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consulta de checksec la podemos pasar a formato JSON y usar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(JSON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información. Instalamos primero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lugo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realizamos la consulta del la cantidad de “symbols” que posee el fichero binario.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checksec --file=./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--output=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grep symbols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F1D1B9-06E2-1370-085D-5272A0273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344" y="2520869"/>
            <a:ext cx="6465695" cy="416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10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24AC-57D9-4563-0CFB-34B8517C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975C16-4D2C-80AB-03BB-317DF7BD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07E77A80-9CB6-9437-BB8D-C2C51B20E2EB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403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symbols son etiquetas asociadas a las direcciones de memoria de las funciones, variables y otros elementos del código fuente durante el proceso de compilación.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Dichos symbols pueden generar problemas de seguridad como: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Fugas de información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Exponer funciones críticas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Ingeniería inversa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Exposición de datos sensibles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Facilitan la ingeniería inversa, ya que muestran nombres de funciones y variables en herramientas como </a:t>
            </a:r>
            <a:r>
              <a:rPr lang="es-ES" sz="18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GDB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IDA Pro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evitar estos problemas se tiene que realizar un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stripping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(eliminación)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BB5637-40D1-3FAA-F2B4-EAC8E573A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972" y="4227067"/>
            <a:ext cx="7210369" cy="24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11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BDA9-8434-EFA9-6B30-CAEFD2CA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3348D55-CE33-5285-8652-8D9755B0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 err="1">
                <a:solidFill>
                  <a:srgbClr val="004E9A"/>
                </a:solidFill>
              </a:rPr>
              <a:t>checksec</a:t>
            </a:r>
            <a:r>
              <a:rPr lang="es-ES" sz="3200" dirty="0">
                <a:solidFill>
                  <a:srgbClr val="004E9A"/>
                </a:solidFill>
              </a:rPr>
              <a:t>-desbordamiento de pila y búfer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7AA73E76-94B2-3CC9-D0CA-B282CC288235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561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 primero es diferenciar entre </a:t>
            </a:r>
            <a:r>
              <a:rPr lang="es-ES" sz="20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pila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ES" sz="20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búfer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Las dos son zonas de memoria pero con propósitos diferentes.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s-ES" sz="20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pila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usa para guardar la información temporal durante la ejecución de un programa. Por ejemplo: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locales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Direcciones de retorno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20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el área de memoria temporal usada para almacenar datos en 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 usa en: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Lectura / Escritura de ficheros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Comunicaciones en red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Bases de datos</a:t>
            </a:r>
          </a:p>
          <a:p>
            <a:pPr algn="l"/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ataques a estas zonas de memoria son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desbordamiento de pila (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cuando se agota el espacio de memoria asignado para la pila de ejecución de un programa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desbordamiento de búfer (buffer </a:t>
            </a:r>
            <a:r>
              <a:rPr lang="es-ES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cuando se escribe más datos de los que un búfer puede contener, lo que resulta en la escritura de datos en áreas de memoria adyacentes</a:t>
            </a:r>
          </a:p>
        </p:txBody>
      </p:sp>
    </p:spTree>
    <p:extLst>
      <p:ext uri="{BB962C8B-B14F-4D97-AF65-F5344CB8AC3E}">
        <p14:creationId xmlns:p14="http://schemas.microsoft.com/office/powerpoint/2010/main" val="3151704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2238-E3B6-5269-39E0-1A55E4E8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F3418C-41FC-8762-638E-5D13E84D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87BCE62-3AB5-AAEC-450B-ADFE03F7EF0D}"/>
              </a:ext>
            </a:extLst>
          </p:cNvPr>
          <p:cNvSpPr txBox="1">
            <a:spLocks/>
          </p:cNvSpPr>
          <p:nvPr/>
        </p:nvSpPr>
        <p:spPr bwMode="auto">
          <a:xfrm>
            <a:off x="1020228" y="1000870"/>
            <a:ext cx="4130892" cy="574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hacked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{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no llama nadie");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{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[64];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("Ataque buffer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Marcador de texto 4">
            <a:extLst>
              <a:ext uri="{FF2B5EF4-FFF2-40B4-BE49-F238E27FC236}">
                <a16:creationId xmlns:a16="http://schemas.microsoft.com/office/drawing/2014/main" id="{879BB918-AC16-6A71-9096-F6A450B8B73D}"/>
              </a:ext>
            </a:extLst>
          </p:cNvPr>
          <p:cNvSpPr txBox="1">
            <a:spLocks/>
          </p:cNvSpPr>
          <p:nvPr/>
        </p:nvSpPr>
        <p:spPr bwMode="auto">
          <a:xfrm>
            <a:off x="5053748" y="889978"/>
            <a:ext cx="6118024" cy="574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 compilarlo ya te avisa que no es seguro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canary.c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800" b="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s-ES" sz="1800" b="0" i="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s-ES" sz="1800" b="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versión 14 ya no te deja compilarla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3024F6-1320-00CD-CADE-58F9715D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581" y="2466936"/>
            <a:ext cx="7901086" cy="176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91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CA6B-A027-8086-A06A-DC948650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1D05EFF-242C-793B-D6CB-8BE41AB6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79711560-8691-C686-70E6-6CF1EAFE24DD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lo ejecutamos e introducimos unos valores grandes da un error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973CDC-1BF5-04FB-A52A-073C1ABF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29" y="1535550"/>
            <a:ext cx="5080261" cy="448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674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FA36-1CAE-5EE2-67E5-710AE1CB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396F249-2FF5-92FC-6770-D5D10AC9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 err="1">
                <a:solidFill>
                  <a:srgbClr val="004E9A"/>
                </a:solidFill>
              </a:rPr>
              <a:t>checksec-canary</a:t>
            </a:r>
            <a:endParaRPr lang="es-ES" sz="3200" dirty="0">
              <a:solidFill>
                <a:srgbClr val="004E9A"/>
              </a:solidFill>
            </a:endParaRP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C8BF3BD-3BD1-7938-FE37-FB90239021BD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183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también conocido como 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o 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es una técnica de seguridad utilizada en sistemas informáticos para protegerse contra ciertos tipos de ataques de desbordamiento de búfer, como el desbordamiento de pila 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 el desbordamiento de búfer (buffer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protección es compilarlos con la siguiente opción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canary.c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canary -</a:t>
            </a:r>
            <a:r>
              <a:rPr lang="en-US" sz="1800" dirty="0" err="1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fstack</a:t>
            </a:r>
            <a:r>
              <a:rPr lang="en-US" sz="18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-protector-all</a:t>
            </a:r>
          </a:p>
          <a:p>
            <a:pPr algn="l"/>
            <a:endParaRPr lang="en-US" sz="1800" dirty="0">
              <a:solidFill>
                <a:srgbClr val="212529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9ED275-B9BF-60FF-2016-8F6228446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81" y="3429000"/>
            <a:ext cx="10627638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9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6D5A-DDAF-8E02-C81F-837E0C06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A8CC49B-4A53-0CBC-517A-F8252C50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5667E97-30BE-CFEE-1FFC-4638D6754B53}"/>
              </a:ext>
            </a:extLst>
          </p:cNvPr>
          <p:cNvSpPr txBox="1">
            <a:spLocks/>
          </p:cNvSpPr>
          <p:nvPr/>
        </p:nvSpPr>
        <p:spPr bwMode="auto">
          <a:xfrm>
            <a:off x="329348" y="1000870"/>
            <a:ext cx="9704688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ahora le ponemos valores muy largos el error es diferente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También lo comprobamos con el checksec: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checksec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--file=./canary --output=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grep can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50BEF8-DD1F-D187-EB8D-D6965A8A3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114" y="1081994"/>
            <a:ext cx="5406498" cy="23470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12A08C-7C17-9FA7-FFF1-C626FC5DD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114" y="3940154"/>
            <a:ext cx="5567022" cy="9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897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DE72-6D23-B41A-39BF-8D2A9F98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CF419D7-3AE8-B782-2AB8-4E4B9AB1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 err="1">
                <a:solidFill>
                  <a:srgbClr val="004E9A"/>
                </a:solidFill>
              </a:rPr>
              <a:t>checksec</a:t>
            </a:r>
            <a:r>
              <a:rPr lang="es-ES" sz="3200" dirty="0">
                <a:solidFill>
                  <a:srgbClr val="004E9A"/>
                </a:solidFill>
              </a:rPr>
              <a:t>-PIE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51A963D9-B295-D2BE-928D-BE874A148504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10663772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Cuando un ejecutable se compila como PIE, su código y datos están diseñados para ser cargados en cualquier dirección de memoria en el momento de ser </a:t>
            </a:r>
            <a:r>
              <a:rPr lang="es-ES" sz="18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ejecutado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Esto es útil en términos de seguridad, ya que dificulta que los atacantes prevean dónde se cargarán las diferentes partes del programa en la memoria.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“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posee dicha protección, mi código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ejemplo, ya la tiene ya que por defecto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 pone dicha protección.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checksec --file=./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--output=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grep pie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debería poner –no-pie para que no la tenga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-no-pie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B46EC1-961C-57AF-79B1-7B15B3338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879" y="2642838"/>
            <a:ext cx="6611422" cy="17767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5609B7D-2989-EB98-9829-F3FC1DBEA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879" y="4976139"/>
            <a:ext cx="3934374" cy="543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C28E856-8213-6937-E035-A111A08D0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879" y="5651758"/>
            <a:ext cx="687801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67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504A-51F2-6E11-663F-266D7E7C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DA6C98A-2792-1FD9-FC8F-7F8D4F26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DA2EB551-40F8-E67D-675D-EE68B9E47BF4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 significa "no ejecutable". 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menudo está habilitado a nivel de CPU, por lo que un sistema operativo con NX habilitado puede marcar ciertas áreas de la memoria como no ejecutables. 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menudo, las vulnerabilidades de desbordamiento del búfer colocan el código en la pila y luego intentan ejecutarlo. Sin embargo, hacer que esta área de escritura no sea ejecutable puede evitar este tipo de ataques. 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propiedad está habilitada de forma predeterminada durante la compilación normal usando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checksec --file=./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--output=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grep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833B46-1AFD-0D1A-45CE-9C6D9D256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246" y="4331807"/>
            <a:ext cx="9341811" cy="129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93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9414-3C46-ABD1-DC90-7DCBD475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1E09AF-B542-FD41-2EC4-E69E0984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03CCEBAB-97DB-76F0-97B7-7D59711C1756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4933532" cy="480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término "RELRO" se refiere a 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Relocation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Read-Only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y es una técnica de seguridad utilizada en sistemas operativos Unix y Linux para proteger ejecutables y bibliotecas compartidas contra ataques de desbordamiento de búfer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RELRO se enfoca en proteger la </a:t>
            </a:r>
            <a:r>
              <a:rPr lang="es-ES" sz="1800" dirty="0">
                <a:solidFill>
                  <a:srgbClr val="212529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tabla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relocación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esta tabla es modificada de manera maliciosa, un atacante podría intentar desviar la ejecución del programa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RELRO (RELRO Parcial): En este caso, la tabla de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relocación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(.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se marca como de solo lectura después de que el programa es cargado en memoria, pero antes de que se ejecuten los constructores 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RELRO (RELRO Completo): Aquí, la tabla de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relocación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(.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se marca como de solo lectura antes de que se ejecuten los constructores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7FC000-E0CF-4EE7-4CDB-1E8D94C03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409" y="1848411"/>
            <a:ext cx="6109203" cy="44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94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AEF5-0CE2-7B75-8F55-FEF8C7CD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DCBB350-059B-5F65-60A0-62E1F93F1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8EAA29C-B1AC-6577-03BD-F9A00262DDDA}"/>
              </a:ext>
            </a:extLst>
          </p:cNvPr>
          <p:cNvSpPr txBox="1">
            <a:spLocks/>
          </p:cNvSpPr>
          <p:nvPr/>
        </p:nvSpPr>
        <p:spPr bwMode="auto">
          <a:xfrm>
            <a:off x="522387" y="889978"/>
            <a:ext cx="11185303" cy="480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Fortify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es una extensión de seguridad de C estándar 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en entornos que admiten el compilador GCC (GNU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Clang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(compilador de LLVM). Su objetivo es ayudar a prevenir vulnerabilidades de desbordamientos de búfer y desbordamientos de enteros</a:t>
            </a:r>
          </a:p>
          <a:p>
            <a:pPr algn="l"/>
            <a:r>
              <a:rPr lang="es-ES" sz="18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Funciones fortificadas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Estas son versiones "mejoradas" de ciertas funciones de la biblioteca estándar de C, como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strncpy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memcpy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memmove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snprintf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entre otras.</a:t>
            </a:r>
          </a:p>
          <a:p>
            <a:pPr algn="l"/>
            <a:r>
              <a:rPr lang="es-ES" sz="18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Detección de desbordamientos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Fortify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utiliza técnicas como el monitoreo de tamaño para detectar desbordamientos de búfer y generar advertencias durante la compilación si se detectan situaciones de riesgo.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-D_FORTIFY_SOURCE=2 -O2 </a:t>
            </a:r>
            <a:r>
              <a:rPr lang="en-U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hello.c</a:t>
            </a:r>
            <a:r>
              <a:rPr lang="en-U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hello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509236-2FD5-4F09-AEB9-2DCA73CE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8" y="3731159"/>
            <a:ext cx="11760804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292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A792-68C0-2159-0B3A-FD557864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D0CD764-55F7-D41A-0448-BFA5E3A1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1B94B489-25C1-952E-4D07-1E4FC3ACFEBE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4964012" cy="53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Ejemplo se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securizar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lo que se ha captado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Cuando usas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permites cualquier entrada que pueda provocar un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evitarlo se usa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caso que se logre introducir caracteres especiales en el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la hora de imprimir con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 ha de eliminar los saltos de línea.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CBEF6D-AF89-BD11-5C58-F9521CF87299}"/>
              </a:ext>
            </a:extLst>
          </p:cNvPr>
          <p:cNvSpPr txBox="1">
            <a:spLocks/>
          </p:cNvSpPr>
          <p:nvPr/>
        </p:nvSpPr>
        <p:spPr bwMode="auto">
          <a:xfrm>
            <a:off x="5927508" y="1016220"/>
            <a:ext cx="6264492" cy="53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hacked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{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no llama nadie"); }</a:t>
            </a:r>
          </a:p>
          <a:p>
            <a:pPr algn="l"/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{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[64];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// Reemplazar </a:t>
            </a:r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s-ES" sz="18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endParaRPr lang="es-ES" sz="1800" dirty="0">
              <a:solidFill>
                <a:srgbClr val="212529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// Eliminar el salto de línea del final de </a:t>
            </a:r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endParaRPr lang="es-ES" sz="1800" dirty="0">
              <a:solidFill>
                <a:srgbClr val="212529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strcspn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"\n")] = '\0';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n%s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,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bufer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nAtaque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buffer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    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}</a:t>
            </a:r>
          </a:p>
        </p:txBody>
      </p:sp>
    </p:spTree>
    <p:extLst>
      <p:ext uri="{BB962C8B-B14F-4D97-AF65-F5344CB8AC3E}">
        <p14:creationId xmlns:p14="http://schemas.microsoft.com/office/powerpoint/2010/main" val="10965628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D8DA5-55A9-0241-4393-20643A20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349D564-5B1E-FFC7-F351-551F8559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checksec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A8002DAB-3099-DA98-54A8-D3F9DC506824}"/>
              </a:ext>
            </a:extLst>
          </p:cNvPr>
          <p:cNvSpPr txBox="1">
            <a:spLocks/>
          </p:cNvSpPr>
          <p:nvPr/>
        </p:nvSpPr>
        <p:spPr bwMode="auto">
          <a:xfrm>
            <a:off x="522388" y="889978"/>
            <a:ext cx="9704688" cy="12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puede realizar un análisis de todo lo que se esta ejecutando con</a:t>
            </a:r>
          </a:p>
          <a:p>
            <a:pPr algn="l"/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checksec --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s-ES" sz="1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8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endParaRPr lang="es-ES" sz="18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4D8CF0-73E6-3B78-A2E8-4A292E707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25" y="1770894"/>
            <a:ext cx="9722350" cy="471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910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1BE90-05AB-15D2-EBF7-22820B1B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06605957-F948-C8B4-0C7F-BB9814CC71BB}"/>
              </a:ext>
            </a:extLst>
          </p:cNvPr>
          <p:cNvSpPr>
            <a:spLocks noGrp="1"/>
          </p:cNvSpPr>
          <p:nvPr/>
        </p:nvSpPr>
        <p:spPr bwMode="auto">
          <a:xfrm>
            <a:off x="1471708" y="2193115"/>
            <a:ext cx="9918342" cy="108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5400" dirty="0"/>
              <a:t>CWE-134: </a:t>
            </a:r>
            <a:r>
              <a:rPr lang="es-ES" sz="5400" dirty="0" err="1"/>
              <a:t>Uncontrolled</a:t>
            </a:r>
            <a:r>
              <a:rPr lang="es-ES" sz="5400" dirty="0"/>
              <a:t> </a:t>
            </a:r>
            <a:r>
              <a:rPr lang="es-ES" sz="5400" dirty="0" err="1"/>
              <a:t>Format</a:t>
            </a:r>
            <a:r>
              <a:rPr lang="es-ES" sz="5400" dirty="0"/>
              <a:t> </a:t>
            </a:r>
            <a:r>
              <a:rPr lang="es-ES" sz="5400" dirty="0" err="1"/>
              <a:t>String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359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3BFC-E14D-F664-004E-80D6C6A8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5017604-1B47-5F2A-8E6B-53B2633A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CWE-134: </a:t>
            </a:r>
            <a:r>
              <a:rPr lang="es-ES" sz="3200" dirty="0" err="1">
                <a:solidFill>
                  <a:srgbClr val="004E9A"/>
                </a:solidFill>
              </a:rPr>
              <a:t>Uncontrolled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Format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String</a:t>
            </a:r>
            <a:endParaRPr lang="es-ES" sz="3200" dirty="0">
              <a:solidFill>
                <a:srgbClr val="004E9A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77A9E6-D7FA-0304-A2F8-492B70E3DF5B}"/>
              </a:ext>
            </a:extLst>
          </p:cNvPr>
          <p:cNvSpPr txBox="1"/>
          <p:nvPr/>
        </p:nvSpPr>
        <p:spPr>
          <a:xfrm>
            <a:off x="345440" y="1156176"/>
            <a:ext cx="10718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CWE-134 (</a:t>
            </a:r>
            <a:r>
              <a:rPr lang="es-ES" dirty="0" err="1"/>
              <a:t>Uncontrolled</a:t>
            </a:r>
            <a:r>
              <a:rPr lang="es-ES" dirty="0"/>
              <a:t> </a:t>
            </a:r>
            <a:r>
              <a:rPr lang="es-ES" dirty="0" err="1"/>
              <a:t>Format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) ocurre cuando un programa permite que un usuario controle la cadena de formato en funciones como </a:t>
            </a:r>
            <a:r>
              <a:rPr lang="es-ES" dirty="0" err="1"/>
              <a:t>format</a:t>
            </a:r>
            <a:r>
              <a:rPr lang="es-ES" dirty="0"/>
              <a:t>(), f-</a:t>
            </a:r>
            <a:r>
              <a:rPr lang="es-ES" dirty="0" err="1"/>
              <a:t>strings</a:t>
            </a:r>
            <a:r>
              <a:rPr lang="es-ES" dirty="0"/>
              <a:t> o </a:t>
            </a:r>
            <a:r>
              <a:rPr lang="es-ES" dirty="0" err="1"/>
              <a:t>printf-style</a:t>
            </a:r>
            <a:r>
              <a:rPr lang="es-ES" dirty="0"/>
              <a:t> </a:t>
            </a:r>
            <a:r>
              <a:rPr lang="es-ES" dirty="0" err="1"/>
              <a:t>formatting</a:t>
            </a:r>
            <a:r>
              <a:rPr lang="es-ES" dirty="0"/>
              <a:t> (%), lo que puede generar fugas de información o ejecución arbitraria de código</a:t>
            </a:r>
          </a:p>
          <a:p>
            <a:endParaRPr lang="es-ES" dirty="0"/>
          </a:p>
          <a:p>
            <a:r>
              <a:rPr lang="es-ES" dirty="0"/>
              <a:t>El código ejemplo situado en </a:t>
            </a:r>
            <a:r>
              <a:rPr lang="es-ES" dirty="0" err="1"/>
              <a:t>SecureCode</a:t>
            </a:r>
            <a:r>
              <a:rPr lang="es-ES" dirty="0"/>
              <a:t>\CWE-664\CWE-134 usa el </a:t>
            </a:r>
            <a:r>
              <a:rPr lang="es-ES" dirty="0" err="1"/>
              <a:t>format</a:t>
            </a:r>
            <a:r>
              <a:rPr lang="es-ES" dirty="0"/>
              <a:t> de forma insegura</a:t>
            </a:r>
          </a:p>
          <a:p>
            <a:r>
              <a:rPr lang="es-ES" dirty="0"/>
              <a:t>si ejecutamos el código no seguro con un texto normal nos aparece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cambio si ponemos</a:t>
            </a:r>
          </a:p>
          <a:p>
            <a:r>
              <a:rPr lang="es-ES" dirty="0"/>
              <a:t>	</a:t>
            </a:r>
            <a:r>
              <a:rPr lang="es-ES" dirty="0" err="1"/>
              <a:t>python</a:t>
            </a:r>
            <a:r>
              <a:rPr lang="es-ES" dirty="0"/>
              <a:t> noncompliant01.py "{0.__init__.__globals__[ENCRYPTION_KEY]}“</a:t>
            </a:r>
          </a:p>
          <a:p>
            <a:r>
              <a:rPr lang="es-ES" dirty="0"/>
              <a:t>Nos aparece el valor de la variable global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9D9E74-358D-45F3-883F-652499E9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399" y="2823966"/>
            <a:ext cx="7100749" cy="12100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496F8BA-DC6C-F347-0BEB-BF908CF3C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99" y="5004801"/>
            <a:ext cx="7034066" cy="1292657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8BB0599-BC33-A59E-7533-EA94D2E29787}"/>
              </a:ext>
            </a:extLst>
          </p:cNvPr>
          <p:cNvSpPr/>
          <p:nvPr/>
        </p:nvSpPr>
        <p:spPr>
          <a:xfrm>
            <a:off x="10220960" y="5882640"/>
            <a:ext cx="843280" cy="5486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3834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1111-D942-AE5D-DF22-A8345C93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60A5788-B30F-A86A-C169-7A0C2424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CWE-134: </a:t>
            </a:r>
            <a:r>
              <a:rPr lang="es-ES" sz="3200" dirty="0" err="1">
                <a:solidFill>
                  <a:srgbClr val="004E9A"/>
                </a:solidFill>
              </a:rPr>
              <a:t>Uncontrolled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Format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String</a:t>
            </a:r>
            <a:endParaRPr lang="es-ES" sz="3200" dirty="0">
              <a:solidFill>
                <a:srgbClr val="004E9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DFDC80-7BEE-14BA-98AE-CA35B66964D3}"/>
              </a:ext>
            </a:extLst>
          </p:cNvPr>
          <p:cNvSpPr txBox="1"/>
          <p:nvPr/>
        </p:nvSpPr>
        <p:spPr>
          <a:xfrm>
            <a:off x="599440" y="100087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Dicha variable la podemos encontrar en el código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el código inseguro tenemos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D430C8-DA3B-FEEC-462A-B575B1D3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183" y="1081127"/>
            <a:ext cx="6077798" cy="21434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52F8101-C52C-9BE3-A4FE-5B958173B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596" y="3669010"/>
            <a:ext cx="5068007" cy="5811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5C65099-7974-56B8-1433-FFE25AA44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226" y="4628601"/>
            <a:ext cx="4496427" cy="1190791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3B187B6-A2C4-8A44-9AC2-CF28D4BCC5E4}"/>
              </a:ext>
            </a:extLst>
          </p:cNvPr>
          <p:cNvSpPr/>
          <p:nvPr/>
        </p:nvSpPr>
        <p:spPr>
          <a:xfrm>
            <a:off x="4765040" y="5557520"/>
            <a:ext cx="3108960" cy="2996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29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217E-8004-00F9-BCF2-7F957E38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A41F2E2-B30D-4C6D-BFF3-33A82078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CWE-134: </a:t>
            </a:r>
            <a:r>
              <a:rPr lang="es-ES" sz="3200" dirty="0" err="1">
                <a:solidFill>
                  <a:srgbClr val="004E9A"/>
                </a:solidFill>
              </a:rPr>
              <a:t>Uncontrolled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Format</a:t>
            </a:r>
            <a:r>
              <a:rPr lang="es-ES" sz="3200" dirty="0">
                <a:solidFill>
                  <a:srgbClr val="004E9A"/>
                </a:solidFill>
              </a:rPr>
              <a:t> </a:t>
            </a:r>
            <a:r>
              <a:rPr lang="es-ES" sz="3200" dirty="0" err="1">
                <a:solidFill>
                  <a:srgbClr val="004E9A"/>
                </a:solidFill>
              </a:rPr>
              <a:t>String</a:t>
            </a:r>
            <a:endParaRPr lang="es-ES" sz="3200" dirty="0">
              <a:solidFill>
                <a:srgbClr val="004E9A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45C9D9-FD86-F312-3E13-2F152E97045C}"/>
              </a:ext>
            </a:extLst>
          </p:cNvPr>
          <p:cNvSpPr txBox="1"/>
          <p:nvPr/>
        </p:nvSpPr>
        <p:spPr>
          <a:xfrm>
            <a:off x="568960" y="1151374"/>
            <a:ext cx="8696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el código seguro usamos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lugar del </a:t>
            </a:r>
            <a:r>
              <a:rPr lang="es-ES" dirty="0" err="1"/>
              <a:t>format</a:t>
            </a:r>
            <a:r>
              <a:rPr lang="es-ES" dirty="0"/>
              <a:t> usamos el </a:t>
            </a:r>
            <a:r>
              <a:rPr lang="es-ES" dirty="0" err="1"/>
              <a:t>sobstitute</a:t>
            </a:r>
            <a:r>
              <a:rPr lang="es-ES" dirty="0"/>
              <a:t> para que no se pueda inyectar código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FB511B-5610-DA06-0A3A-0FF74C343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60" y="1300480"/>
            <a:ext cx="6706536" cy="5811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79C300-4E31-514A-1D39-2135F30AA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960" y="3191411"/>
            <a:ext cx="6506483" cy="1409897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D656CB5-6EC9-D702-6D23-9EFE6C44B1B8}"/>
              </a:ext>
            </a:extLst>
          </p:cNvPr>
          <p:cNvSpPr/>
          <p:nvPr/>
        </p:nvSpPr>
        <p:spPr>
          <a:xfrm>
            <a:off x="4531360" y="3870960"/>
            <a:ext cx="1849120" cy="3352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6833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D503-A7F1-0438-EFC0-87027528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204ED0E-220E-BBE9-C9C8-CD360E93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09" y="218233"/>
            <a:ext cx="10483748" cy="782637"/>
          </a:xfrm>
        </p:spPr>
        <p:txBody>
          <a:bodyPr/>
          <a:lstStyle/>
          <a:p>
            <a:pPr>
              <a:defRPr/>
            </a:pPr>
            <a:r>
              <a:rPr lang="es-ES" sz="3200" dirty="0">
                <a:solidFill>
                  <a:srgbClr val="004E9A"/>
                </a:solidFill>
              </a:rPr>
              <a:t>CWE - Práctica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11C6CB-C39D-F340-E615-0381AEC92B71}"/>
              </a:ext>
            </a:extLst>
          </p:cNvPr>
          <p:cNvSpPr txBox="1"/>
          <p:nvPr/>
        </p:nvSpPr>
        <p:spPr>
          <a:xfrm>
            <a:off x="484309" y="1131054"/>
            <a:ext cx="3711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 trata de realizar un análisis similar al realizado con el CWE-134</a:t>
            </a:r>
          </a:p>
        </p:txBody>
      </p:sp>
    </p:spTree>
    <p:extLst>
      <p:ext uri="{BB962C8B-B14F-4D97-AF65-F5344CB8AC3E}">
        <p14:creationId xmlns:p14="http://schemas.microsoft.com/office/powerpoint/2010/main" val="3224458786"/>
      </p:ext>
    </p:extLst>
  </p:cSld>
  <p:clrMapOvr>
    <a:masterClrMapping/>
  </p:clrMapOvr>
</p:sld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22597</TotalTime>
  <Words>4262</Words>
  <Application>Microsoft Office PowerPoint</Application>
  <PresentationFormat>Panorámica</PresentationFormat>
  <Paragraphs>553</Paragraphs>
  <Slides>60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73" baseType="lpstr">
      <vt:lpstr>Aptos</vt:lpstr>
      <vt:lpstr>Aptos Narrow</vt:lpstr>
      <vt:lpstr>Arial</vt:lpstr>
      <vt:lpstr>Arial Black</vt:lpstr>
      <vt:lpstr>Arial Unicode MS</vt:lpstr>
      <vt:lpstr>Calibri</vt:lpstr>
      <vt:lpstr>Calibri Light</vt:lpstr>
      <vt:lpstr>Courier New</vt:lpstr>
      <vt:lpstr>Söhne</vt:lpstr>
      <vt:lpstr>Symbol</vt:lpstr>
      <vt:lpstr>Times New Roman</vt:lpstr>
      <vt:lpstr>Wingdings</vt:lpstr>
      <vt:lpstr>M20_P_FP_CAT</vt:lpstr>
      <vt:lpstr>CETI – M09 – Secure API</vt:lpstr>
      <vt:lpstr>AAAA</vt:lpstr>
      <vt:lpstr>Presentación de PowerPoint</vt:lpstr>
      <vt:lpstr>Token</vt:lpstr>
      <vt:lpstr>Token - Tipos</vt:lpstr>
      <vt:lpstr>Token En Web </vt:lpstr>
      <vt:lpstr>Token En Android </vt:lpstr>
      <vt:lpstr>Presentación de PowerPoint</vt:lpstr>
      <vt:lpstr>Salt &amp; Pepper</vt:lpstr>
      <vt:lpstr>Salt &amp; Pepper – desde línea de comando</vt:lpstr>
      <vt:lpstr>Salt &amp; Pepper – con Python</vt:lpstr>
      <vt:lpstr>Presentación de PowerPoint</vt:lpstr>
      <vt:lpstr>CORS</vt:lpstr>
      <vt:lpstr>Presentación de PowerPoint</vt:lpstr>
      <vt:lpstr>API_KEY</vt:lpstr>
      <vt:lpstr>API_KEY</vt:lpstr>
      <vt:lpstr>API_KEY</vt:lpstr>
      <vt:lpstr>Presentación de PowerPoint</vt:lpstr>
      <vt:lpstr>JWT</vt:lpstr>
      <vt:lpstr>JWT</vt:lpstr>
      <vt:lpstr>JWT</vt:lpstr>
      <vt:lpstr>JWT</vt:lpstr>
      <vt:lpstr>JWT</vt:lpstr>
      <vt:lpstr>JWT</vt:lpstr>
      <vt:lpstr>JWT</vt:lpstr>
      <vt:lpstr>JWT - Práctica</vt:lpstr>
      <vt:lpstr>Presentación de PowerPoint</vt:lpstr>
      <vt:lpstr>Zonas de la memoria</vt:lpstr>
      <vt:lpstr>Zonas de la memoria</vt:lpstr>
      <vt:lpstr>Zonas de la memoria</vt:lpstr>
      <vt:lpstr>Presentación de PowerPoint</vt:lpstr>
      <vt:lpstr>Volcado de memoria y análisis de contraseña</vt:lpstr>
      <vt:lpstr>Volcado de memoria y análisis de contraseña</vt:lpstr>
      <vt:lpstr>Volcado de memoria y análisis de contraseña</vt:lpstr>
      <vt:lpstr>Volcado de memoria y análisis de contraseña</vt:lpstr>
      <vt:lpstr>Volcado de memoria y análisis de contraseña</vt:lpstr>
      <vt:lpstr>Volcado de memoria y análisis de contraseña</vt:lpstr>
      <vt:lpstr>Volcado de memoria y análisis de contraseña</vt:lpstr>
      <vt:lpstr>Práctica</vt:lpstr>
      <vt:lpstr>Presentación de PowerPoint</vt:lpstr>
      <vt:lpstr>checksec</vt:lpstr>
      <vt:lpstr>checksec</vt:lpstr>
      <vt:lpstr>checksec</vt:lpstr>
      <vt:lpstr>checksec</vt:lpstr>
      <vt:lpstr>checksec-desbordamiento de pila y búfer</vt:lpstr>
      <vt:lpstr>checksec</vt:lpstr>
      <vt:lpstr>checksec</vt:lpstr>
      <vt:lpstr>checksec-canary</vt:lpstr>
      <vt:lpstr>checksec</vt:lpstr>
      <vt:lpstr>checksec-PIE</vt:lpstr>
      <vt:lpstr>checksec</vt:lpstr>
      <vt:lpstr>checksec</vt:lpstr>
      <vt:lpstr>checksec</vt:lpstr>
      <vt:lpstr>checksec</vt:lpstr>
      <vt:lpstr>checksec</vt:lpstr>
      <vt:lpstr>Presentación de PowerPoint</vt:lpstr>
      <vt:lpstr>CWE-134: Uncontrolled Format String</vt:lpstr>
      <vt:lpstr>CWE-134: Uncontrolled Format String</vt:lpstr>
      <vt:lpstr>CWE-134: Uncontrolled Format String</vt:lpstr>
      <vt:lpstr>CWE - Práctica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ASIX - M09 - Implantació Web</dc:title>
  <dc:creator>Josep Maria Herrera Marimon</dc:creator>
  <cp:lastModifiedBy>Josep Maria Herrera Marimon</cp:lastModifiedBy>
  <cp:revision>2</cp:revision>
  <dcterms:created xsi:type="dcterms:W3CDTF">2022-07-28T16:44:08Z</dcterms:created>
  <dcterms:modified xsi:type="dcterms:W3CDTF">2025-10-22T05:37:50Z</dcterms:modified>
</cp:coreProperties>
</file>