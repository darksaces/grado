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83" r:id="rId3"/>
    <p:sldId id="315" r:id="rId4"/>
    <p:sldId id="312" r:id="rId5"/>
    <p:sldId id="313" r:id="rId6"/>
    <p:sldId id="314" r:id="rId7"/>
    <p:sldId id="30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A9905E-5DAC-4288-914D-6140209EAE04}" v="17" dt="2025-04-03T07:28:33.0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17" autoAdjust="0"/>
    <p:restoredTop sz="94660"/>
  </p:normalViewPr>
  <p:slideViewPr>
    <p:cSldViewPr snapToGrid="0">
      <p:cViewPr varScale="1">
        <p:scale>
          <a:sx n="63" d="100"/>
          <a:sy n="63" d="100"/>
        </p:scale>
        <p:origin x="8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 Maria Herrera Marimon" userId="ec91813b-a46b-450e-90f5-79432b30d154" providerId="ADAL" clId="{7EED7AF2-00AE-42B1-96DD-0B15C439963F}"/>
    <pc:docChg chg="undo custSel addSld delSld modSld">
      <pc:chgData name="Josep Maria Herrera Marimon" userId="ec91813b-a46b-450e-90f5-79432b30d154" providerId="ADAL" clId="{7EED7AF2-00AE-42B1-96DD-0B15C439963F}" dt="2024-10-11T16:13:21.092" v="2825" actId="47"/>
      <pc:docMkLst>
        <pc:docMk/>
      </pc:docMkLst>
      <pc:sldChg chg="delSp modSp mod">
        <pc:chgData name="Josep Maria Herrera Marimon" userId="ec91813b-a46b-450e-90f5-79432b30d154" providerId="ADAL" clId="{7EED7AF2-00AE-42B1-96DD-0B15C439963F}" dt="2024-09-26T15:38:02.788" v="928" actId="6549"/>
        <pc:sldMkLst>
          <pc:docMk/>
          <pc:sldMk cId="1661475989" sldId="276"/>
        </pc:sldMkLst>
      </pc:sldChg>
      <pc:sldChg chg="addSp delSp modSp mod">
        <pc:chgData name="Josep Maria Herrera Marimon" userId="ec91813b-a46b-450e-90f5-79432b30d154" providerId="ADAL" clId="{7EED7AF2-00AE-42B1-96DD-0B15C439963F}" dt="2024-09-26T15:45:01.429" v="953"/>
        <pc:sldMkLst>
          <pc:docMk/>
          <pc:sldMk cId="1217379116" sldId="285"/>
        </pc:sldMkLst>
      </pc:sldChg>
      <pc:sldChg chg="modSp mod">
        <pc:chgData name="Josep Maria Herrera Marimon" userId="ec91813b-a46b-450e-90f5-79432b30d154" providerId="ADAL" clId="{7EED7AF2-00AE-42B1-96DD-0B15C439963F}" dt="2024-10-04T17:16:45.165" v="2713" actId="1076"/>
        <pc:sldMkLst>
          <pc:docMk/>
          <pc:sldMk cId="3857266141" sldId="286"/>
        </pc:sldMkLst>
      </pc:sldChg>
      <pc:sldChg chg="addSp delSp modSp mod">
        <pc:chgData name="Josep Maria Herrera Marimon" userId="ec91813b-a46b-450e-90f5-79432b30d154" providerId="ADAL" clId="{7EED7AF2-00AE-42B1-96DD-0B15C439963F}" dt="2024-09-24T08:05:34.172" v="30" actId="478"/>
        <pc:sldMkLst>
          <pc:docMk/>
          <pc:sldMk cId="4196699948" sldId="287"/>
        </pc:sldMkLst>
      </pc:sldChg>
      <pc:sldChg chg="modSp mod">
        <pc:chgData name="Josep Maria Herrera Marimon" userId="ec91813b-a46b-450e-90f5-79432b30d154" providerId="ADAL" clId="{7EED7AF2-00AE-42B1-96DD-0B15C439963F}" dt="2024-09-20T07:42:31.463" v="1" actId="20577"/>
        <pc:sldMkLst>
          <pc:docMk/>
          <pc:sldMk cId="654608868" sldId="376"/>
        </pc:sldMkLst>
      </pc:sldChg>
      <pc:sldChg chg="modSp mod">
        <pc:chgData name="Josep Maria Herrera Marimon" userId="ec91813b-a46b-450e-90f5-79432b30d154" providerId="ADAL" clId="{7EED7AF2-00AE-42B1-96DD-0B15C439963F}" dt="2024-09-27T15:38:05.429" v="2697" actId="20577"/>
        <pc:sldMkLst>
          <pc:docMk/>
          <pc:sldMk cId="2525408418" sldId="390"/>
        </pc:sldMkLst>
      </pc:sldChg>
      <pc:sldChg chg="addSp delSp mod">
        <pc:chgData name="Josep Maria Herrera Marimon" userId="ec91813b-a46b-450e-90f5-79432b30d154" providerId="ADAL" clId="{7EED7AF2-00AE-42B1-96DD-0B15C439963F}" dt="2024-09-24T19:34:39.760" v="234" actId="478"/>
        <pc:sldMkLst>
          <pc:docMk/>
          <pc:sldMk cId="388397622" sldId="393"/>
        </pc:sldMkLst>
      </pc:sldChg>
      <pc:sldChg chg="modSp mod">
        <pc:chgData name="Josep Maria Herrera Marimon" userId="ec91813b-a46b-450e-90f5-79432b30d154" providerId="ADAL" clId="{7EED7AF2-00AE-42B1-96DD-0B15C439963F}" dt="2024-09-25T17:57:00.874" v="684" actId="14100"/>
        <pc:sldMkLst>
          <pc:docMk/>
          <pc:sldMk cId="70409061" sldId="395"/>
        </pc:sldMkLst>
      </pc:sldChg>
      <pc:sldChg chg="modSp mod">
        <pc:chgData name="Josep Maria Herrera Marimon" userId="ec91813b-a46b-450e-90f5-79432b30d154" providerId="ADAL" clId="{7EED7AF2-00AE-42B1-96DD-0B15C439963F}" dt="2024-09-25T09:12:23.696" v="405" actId="14100"/>
        <pc:sldMkLst>
          <pc:docMk/>
          <pc:sldMk cId="227195369" sldId="418"/>
        </pc:sldMkLst>
      </pc:sldChg>
      <pc:sldChg chg="modSp mod">
        <pc:chgData name="Josep Maria Herrera Marimon" userId="ec91813b-a46b-450e-90f5-79432b30d154" providerId="ADAL" clId="{7EED7AF2-00AE-42B1-96DD-0B15C439963F}" dt="2024-09-25T17:57:25.676" v="712" actId="20577"/>
        <pc:sldMkLst>
          <pc:docMk/>
          <pc:sldMk cId="743164043" sldId="430"/>
        </pc:sldMkLst>
      </pc:sldChg>
      <pc:sldChg chg="modSp mod">
        <pc:chgData name="Josep Maria Herrera Marimon" userId="ec91813b-a46b-450e-90f5-79432b30d154" providerId="ADAL" clId="{7EED7AF2-00AE-42B1-96DD-0B15C439963F}" dt="2024-10-04T13:16:38.555" v="2707" actId="13926"/>
        <pc:sldMkLst>
          <pc:docMk/>
          <pc:sldMk cId="1592848847" sldId="448"/>
        </pc:sldMkLst>
      </pc:sldChg>
      <pc:sldChg chg="modSp mod">
        <pc:chgData name="Josep Maria Herrera Marimon" userId="ec91813b-a46b-450e-90f5-79432b30d154" providerId="ADAL" clId="{7EED7AF2-00AE-42B1-96DD-0B15C439963F}" dt="2024-10-11T09:19:12.511" v="2787" actId="20577"/>
        <pc:sldMkLst>
          <pc:docMk/>
          <pc:sldMk cId="2458016184" sldId="452"/>
        </pc:sldMkLst>
      </pc:sldChg>
      <pc:sldChg chg="modSp mod">
        <pc:chgData name="Josep Maria Herrera Marimon" userId="ec91813b-a46b-450e-90f5-79432b30d154" providerId="ADAL" clId="{7EED7AF2-00AE-42B1-96DD-0B15C439963F}" dt="2024-10-04T13:16:33.863" v="2706" actId="13926"/>
        <pc:sldMkLst>
          <pc:docMk/>
          <pc:sldMk cId="514975812" sldId="453"/>
        </pc:sldMkLst>
      </pc:sldChg>
      <pc:sldChg chg="modSp mod">
        <pc:chgData name="Josep Maria Herrera Marimon" userId="ec91813b-a46b-450e-90f5-79432b30d154" providerId="ADAL" clId="{7EED7AF2-00AE-42B1-96DD-0B15C439963F}" dt="2024-10-04T13:11:30.658" v="2702" actId="1076"/>
        <pc:sldMkLst>
          <pc:docMk/>
          <pc:sldMk cId="1476887883" sldId="454"/>
        </pc:sldMkLst>
      </pc:sldChg>
      <pc:sldChg chg="modSp mod">
        <pc:chgData name="Josep Maria Herrera Marimon" userId="ec91813b-a46b-450e-90f5-79432b30d154" providerId="ADAL" clId="{7EED7AF2-00AE-42B1-96DD-0B15C439963F}" dt="2024-10-04T13:12:51.422" v="2705" actId="1076"/>
        <pc:sldMkLst>
          <pc:docMk/>
          <pc:sldMk cId="606407850" sldId="455"/>
        </pc:sldMkLst>
      </pc:sldChg>
      <pc:sldChg chg="modSp mod">
        <pc:chgData name="Josep Maria Herrera Marimon" userId="ec91813b-a46b-450e-90f5-79432b30d154" providerId="ADAL" clId="{7EED7AF2-00AE-42B1-96DD-0B15C439963F}" dt="2024-10-11T09:23:40.031" v="2791" actId="6549"/>
        <pc:sldMkLst>
          <pc:docMk/>
          <pc:sldMk cId="4041387428" sldId="456"/>
        </pc:sldMkLst>
      </pc:sldChg>
      <pc:sldChg chg="delSp modSp mod">
        <pc:chgData name="Josep Maria Herrera Marimon" userId="ec91813b-a46b-450e-90f5-79432b30d154" providerId="ADAL" clId="{7EED7AF2-00AE-42B1-96DD-0B15C439963F}" dt="2024-10-11T09:23:32.860" v="2789" actId="6549"/>
        <pc:sldMkLst>
          <pc:docMk/>
          <pc:sldMk cId="2931003349" sldId="457"/>
        </pc:sldMkLst>
      </pc:sldChg>
      <pc:sldChg chg="del">
        <pc:chgData name="Josep Maria Herrera Marimon" userId="ec91813b-a46b-450e-90f5-79432b30d154" providerId="ADAL" clId="{7EED7AF2-00AE-42B1-96DD-0B15C439963F}" dt="2024-10-11T09:23:35.055" v="2790" actId="47"/>
        <pc:sldMkLst>
          <pc:docMk/>
          <pc:sldMk cId="668223248" sldId="458"/>
        </pc:sldMkLst>
      </pc:sldChg>
      <pc:sldChg chg="modSp mod">
        <pc:chgData name="Josep Maria Herrera Marimon" userId="ec91813b-a46b-450e-90f5-79432b30d154" providerId="ADAL" clId="{7EED7AF2-00AE-42B1-96DD-0B15C439963F}" dt="2024-10-11T09:56:30.730" v="2793" actId="13926"/>
        <pc:sldMkLst>
          <pc:docMk/>
          <pc:sldMk cId="3830757283" sldId="461"/>
        </pc:sldMkLst>
      </pc:sldChg>
      <pc:sldChg chg="modSp del mod">
        <pc:chgData name="Josep Maria Herrera Marimon" userId="ec91813b-a46b-450e-90f5-79432b30d154" providerId="ADAL" clId="{7EED7AF2-00AE-42B1-96DD-0B15C439963F}" dt="2024-10-11T16:13:21.092" v="2825" actId="47"/>
        <pc:sldMkLst>
          <pc:docMk/>
          <pc:sldMk cId="2469029640" sldId="463"/>
        </pc:sldMkLst>
      </pc:sldChg>
      <pc:sldChg chg="modSp mod">
        <pc:chgData name="Josep Maria Herrera Marimon" userId="ec91813b-a46b-450e-90f5-79432b30d154" providerId="ADAL" clId="{7EED7AF2-00AE-42B1-96DD-0B15C439963F}" dt="2024-10-11T11:33:21.075" v="2821" actId="13926"/>
        <pc:sldMkLst>
          <pc:docMk/>
          <pc:sldMk cId="2022026658" sldId="466"/>
        </pc:sldMkLst>
      </pc:sldChg>
      <pc:sldChg chg="modSp">
        <pc:chgData name="Josep Maria Herrera Marimon" userId="ec91813b-a46b-450e-90f5-79432b30d154" providerId="ADAL" clId="{7EED7AF2-00AE-42B1-96DD-0B15C439963F}" dt="2024-10-11T11:22:45.113" v="2820" actId="20578"/>
        <pc:sldMkLst>
          <pc:docMk/>
          <pc:sldMk cId="2135918341" sldId="467"/>
        </pc:sldMkLst>
      </pc:sldChg>
      <pc:sldChg chg="addSp mod">
        <pc:chgData name="Josep Maria Herrera Marimon" userId="ec91813b-a46b-450e-90f5-79432b30d154" providerId="ADAL" clId="{7EED7AF2-00AE-42B1-96DD-0B15C439963F}" dt="2024-10-11T11:34:38.106" v="2822" actId="11529"/>
        <pc:sldMkLst>
          <pc:docMk/>
          <pc:sldMk cId="1205810816" sldId="468"/>
        </pc:sldMkLst>
      </pc:sldChg>
      <pc:sldChg chg="modSp mod">
        <pc:chgData name="Josep Maria Herrera Marimon" userId="ec91813b-a46b-450e-90f5-79432b30d154" providerId="ADAL" clId="{7EED7AF2-00AE-42B1-96DD-0B15C439963F}" dt="2024-10-11T11:35:49.087" v="2824" actId="13926"/>
        <pc:sldMkLst>
          <pc:docMk/>
          <pc:sldMk cId="3137595583" sldId="471"/>
        </pc:sldMkLst>
      </pc:sldChg>
      <pc:sldChg chg="addSp delSp modSp add mod">
        <pc:chgData name="Josep Maria Herrera Marimon" userId="ec91813b-a46b-450e-90f5-79432b30d154" providerId="ADAL" clId="{7EED7AF2-00AE-42B1-96DD-0B15C439963F}" dt="2024-09-24T08:06:37.017" v="44" actId="11529"/>
        <pc:sldMkLst>
          <pc:docMk/>
          <pc:sldMk cId="765832598" sldId="477"/>
        </pc:sldMkLst>
      </pc:sldChg>
      <pc:sldChg chg="addSp delSp modSp add mod">
        <pc:chgData name="Josep Maria Herrera Marimon" userId="ec91813b-a46b-450e-90f5-79432b30d154" providerId="ADAL" clId="{7EED7AF2-00AE-42B1-96DD-0B15C439963F}" dt="2024-09-26T15:46:02.005" v="965" actId="1076"/>
        <pc:sldMkLst>
          <pc:docMk/>
          <pc:sldMk cId="1568960941" sldId="478"/>
        </pc:sldMkLst>
      </pc:sldChg>
      <pc:sldChg chg="addSp delSp modSp add mod">
        <pc:chgData name="Josep Maria Herrera Marimon" userId="ec91813b-a46b-450e-90f5-79432b30d154" providerId="ADAL" clId="{7EED7AF2-00AE-42B1-96DD-0B15C439963F}" dt="2024-09-25T08:44:53.626" v="244" actId="12"/>
        <pc:sldMkLst>
          <pc:docMk/>
          <pc:sldMk cId="4057799405" sldId="479"/>
        </pc:sldMkLst>
      </pc:sldChg>
      <pc:sldChg chg="addSp delSp modSp add mod">
        <pc:chgData name="Josep Maria Herrera Marimon" userId="ec91813b-a46b-450e-90f5-79432b30d154" providerId="ADAL" clId="{7EED7AF2-00AE-42B1-96DD-0B15C439963F}" dt="2024-09-25T09:10:06.057" v="286" actId="478"/>
        <pc:sldMkLst>
          <pc:docMk/>
          <pc:sldMk cId="1121554648" sldId="480"/>
        </pc:sldMkLst>
      </pc:sldChg>
      <pc:sldChg chg="delSp modSp add mod">
        <pc:chgData name="Josep Maria Herrera Marimon" userId="ec91813b-a46b-450e-90f5-79432b30d154" providerId="ADAL" clId="{7EED7AF2-00AE-42B1-96DD-0B15C439963F}" dt="2024-09-24T19:34:48.372" v="237" actId="1076"/>
        <pc:sldMkLst>
          <pc:docMk/>
          <pc:sldMk cId="2418439724" sldId="481"/>
        </pc:sldMkLst>
      </pc:sldChg>
      <pc:sldChg chg="addSp delSp modSp add mod">
        <pc:chgData name="Josep Maria Herrera Marimon" userId="ec91813b-a46b-450e-90f5-79432b30d154" providerId="ADAL" clId="{7EED7AF2-00AE-42B1-96DD-0B15C439963F}" dt="2024-09-25T09:14:10.628" v="425" actId="14100"/>
        <pc:sldMkLst>
          <pc:docMk/>
          <pc:sldMk cId="3506135627" sldId="482"/>
        </pc:sldMkLst>
      </pc:sldChg>
      <pc:sldChg chg="addSp delSp modSp add mod">
        <pc:chgData name="Josep Maria Herrera Marimon" userId="ec91813b-a46b-450e-90f5-79432b30d154" providerId="ADAL" clId="{7EED7AF2-00AE-42B1-96DD-0B15C439963F}" dt="2024-09-25T09:56:24.402" v="574" actId="478"/>
        <pc:sldMkLst>
          <pc:docMk/>
          <pc:sldMk cId="1855680757" sldId="483"/>
        </pc:sldMkLst>
      </pc:sldChg>
      <pc:sldChg chg="delSp add mod">
        <pc:chgData name="Josep Maria Herrera Marimon" userId="ec91813b-a46b-450e-90f5-79432b30d154" providerId="ADAL" clId="{7EED7AF2-00AE-42B1-96DD-0B15C439963F}" dt="2024-09-25T09:56:30.955" v="576" actId="478"/>
        <pc:sldMkLst>
          <pc:docMk/>
          <pc:sldMk cId="901312318" sldId="484"/>
        </pc:sldMkLst>
      </pc:sldChg>
      <pc:sldChg chg="add">
        <pc:chgData name="Josep Maria Herrera Marimon" userId="ec91813b-a46b-450e-90f5-79432b30d154" providerId="ADAL" clId="{7EED7AF2-00AE-42B1-96DD-0B15C439963F}" dt="2024-09-25T17:57:12.458" v="685"/>
        <pc:sldMkLst>
          <pc:docMk/>
          <pc:sldMk cId="4169151468" sldId="485"/>
        </pc:sldMkLst>
      </pc:sldChg>
      <pc:sldChg chg="modSp add mod">
        <pc:chgData name="Josep Maria Herrera Marimon" userId="ec91813b-a46b-450e-90f5-79432b30d154" providerId="ADAL" clId="{7EED7AF2-00AE-42B1-96DD-0B15C439963F}" dt="2024-09-26T15:20:44.968" v="903" actId="20577"/>
        <pc:sldMkLst>
          <pc:docMk/>
          <pc:sldMk cId="4005202096" sldId="486"/>
        </pc:sldMkLst>
      </pc:sldChg>
      <pc:sldChg chg="addSp delSp modSp add mod">
        <pc:chgData name="Josep Maria Herrera Marimon" userId="ec91813b-a46b-450e-90f5-79432b30d154" providerId="ADAL" clId="{7EED7AF2-00AE-42B1-96DD-0B15C439963F}" dt="2024-09-26T15:41:47.701" v="952" actId="20577"/>
        <pc:sldMkLst>
          <pc:docMk/>
          <pc:sldMk cId="1671134841" sldId="487"/>
        </pc:sldMkLst>
      </pc:sldChg>
      <pc:sldChg chg="addSp modSp add mod">
        <pc:chgData name="Josep Maria Herrera Marimon" userId="ec91813b-a46b-450e-90f5-79432b30d154" providerId="ADAL" clId="{7EED7AF2-00AE-42B1-96DD-0B15C439963F}" dt="2024-09-26T16:03:51.907" v="1287" actId="13926"/>
        <pc:sldMkLst>
          <pc:docMk/>
          <pc:sldMk cId="1787834562" sldId="488"/>
        </pc:sldMkLst>
      </pc:sldChg>
      <pc:sldChg chg="addSp modSp add mod">
        <pc:chgData name="Josep Maria Herrera Marimon" userId="ec91813b-a46b-450e-90f5-79432b30d154" providerId="ADAL" clId="{7EED7AF2-00AE-42B1-96DD-0B15C439963F}" dt="2024-10-02T17:23:36.418" v="2700"/>
        <pc:sldMkLst>
          <pc:docMk/>
          <pc:sldMk cId="2247130029" sldId="489"/>
        </pc:sldMkLst>
      </pc:sldChg>
      <pc:sldChg chg="addSp modSp add mod">
        <pc:chgData name="Josep Maria Herrera Marimon" userId="ec91813b-a46b-450e-90f5-79432b30d154" providerId="ADAL" clId="{7EED7AF2-00AE-42B1-96DD-0B15C439963F}" dt="2024-09-26T16:07:31.547" v="1415" actId="1076"/>
        <pc:sldMkLst>
          <pc:docMk/>
          <pc:sldMk cId="1203401370" sldId="490"/>
        </pc:sldMkLst>
      </pc:sldChg>
      <pc:sldChg chg="addSp modSp add mod">
        <pc:chgData name="Josep Maria Herrera Marimon" userId="ec91813b-a46b-450e-90f5-79432b30d154" providerId="ADAL" clId="{7EED7AF2-00AE-42B1-96DD-0B15C439963F}" dt="2024-09-26T16:08:42.198" v="1495" actId="1076"/>
        <pc:sldMkLst>
          <pc:docMk/>
          <pc:sldMk cId="2480118162" sldId="491"/>
        </pc:sldMkLst>
      </pc:sldChg>
      <pc:sldChg chg="addSp modSp add mod">
        <pc:chgData name="Josep Maria Herrera Marimon" userId="ec91813b-a46b-450e-90f5-79432b30d154" providerId="ADAL" clId="{7EED7AF2-00AE-42B1-96DD-0B15C439963F}" dt="2024-09-26T16:11:34.232" v="1689" actId="11529"/>
        <pc:sldMkLst>
          <pc:docMk/>
          <pc:sldMk cId="4077302453" sldId="492"/>
        </pc:sldMkLst>
      </pc:sldChg>
      <pc:sldChg chg="addSp delSp modSp add mod">
        <pc:chgData name="Josep Maria Herrera Marimon" userId="ec91813b-a46b-450e-90f5-79432b30d154" providerId="ADAL" clId="{7EED7AF2-00AE-42B1-96DD-0B15C439963F}" dt="2024-09-26T16:14:16.487" v="1814" actId="20577"/>
        <pc:sldMkLst>
          <pc:docMk/>
          <pc:sldMk cId="2168155275" sldId="493"/>
        </pc:sldMkLst>
      </pc:sldChg>
      <pc:sldChg chg="addSp modSp add mod">
        <pc:chgData name="Josep Maria Herrera Marimon" userId="ec91813b-a46b-450e-90f5-79432b30d154" providerId="ADAL" clId="{7EED7AF2-00AE-42B1-96DD-0B15C439963F}" dt="2024-10-02T16:58:04.387" v="2699" actId="13926"/>
        <pc:sldMkLst>
          <pc:docMk/>
          <pc:sldMk cId="99481651" sldId="494"/>
        </pc:sldMkLst>
      </pc:sldChg>
      <pc:sldChg chg="addSp modSp add mod">
        <pc:chgData name="Josep Maria Herrera Marimon" userId="ec91813b-a46b-450e-90f5-79432b30d154" providerId="ADAL" clId="{7EED7AF2-00AE-42B1-96DD-0B15C439963F}" dt="2024-09-26T16:25:46.972" v="2366" actId="1076"/>
        <pc:sldMkLst>
          <pc:docMk/>
          <pc:sldMk cId="1310973324" sldId="495"/>
        </pc:sldMkLst>
      </pc:sldChg>
      <pc:sldChg chg="modSp add mod">
        <pc:chgData name="Josep Maria Herrera Marimon" userId="ec91813b-a46b-450e-90f5-79432b30d154" providerId="ADAL" clId="{7EED7AF2-00AE-42B1-96DD-0B15C439963F}" dt="2024-09-26T16:29:25.710" v="2436" actId="13926"/>
        <pc:sldMkLst>
          <pc:docMk/>
          <pc:sldMk cId="1775265781" sldId="496"/>
        </pc:sldMkLst>
      </pc:sldChg>
      <pc:sldChg chg="addSp modSp add mod">
        <pc:chgData name="Josep Maria Herrera Marimon" userId="ec91813b-a46b-450e-90f5-79432b30d154" providerId="ADAL" clId="{7EED7AF2-00AE-42B1-96DD-0B15C439963F}" dt="2024-10-05T08:06:53.014" v="2784" actId="1582"/>
        <pc:sldMkLst>
          <pc:docMk/>
          <pc:sldMk cId="710189927" sldId="497"/>
        </pc:sldMkLst>
      </pc:sldChg>
      <pc:sldChg chg="addSp modSp add mod">
        <pc:chgData name="Josep Maria Herrera Marimon" userId="ec91813b-a46b-450e-90f5-79432b30d154" providerId="ADAL" clId="{7EED7AF2-00AE-42B1-96DD-0B15C439963F}" dt="2024-09-26T16:31:51.777" v="2686" actId="1076"/>
        <pc:sldMkLst>
          <pc:docMk/>
          <pc:sldMk cId="1897084731" sldId="498"/>
        </pc:sldMkLst>
      </pc:sldChg>
      <pc:sldChg chg="delSp modSp add mod">
        <pc:chgData name="Josep Maria Herrera Marimon" userId="ec91813b-a46b-450e-90f5-79432b30d154" providerId="ADAL" clId="{7EED7AF2-00AE-42B1-96DD-0B15C439963F}" dt="2024-09-26T16:14:30.542" v="1842" actId="1076"/>
        <pc:sldMkLst>
          <pc:docMk/>
          <pc:sldMk cId="4172756216" sldId="499"/>
        </pc:sldMkLst>
      </pc:sldChg>
      <pc:sldChg chg="add">
        <pc:chgData name="Josep Maria Herrera Marimon" userId="ec91813b-a46b-450e-90f5-79432b30d154" providerId="ADAL" clId="{7EED7AF2-00AE-42B1-96DD-0B15C439963F}" dt="2024-10-11T09:59:35.752" v="2794"/>
        <pc:sldMkLst>
          <pc:docMk/>
          <pc:sldMk cId="949663895" sldId="500"/>
        </pc:sldMkLst>
      </pc:sldChg>
    </pc:docChg>
  </pc:docChgLst>
  <pc:docChgLst>
    <pc:chgData name="Josep Maria Herrera Marimon" userId="ec91813b-a46b-450e-90f5-79432b30d154" providerId="ADAL" clId="{3AA9905E-5DAC-4288-914D-6140209EAE04}"/>
    <pc:docChg chg="custSel addSld delSld modSld">
      <pc:chgData name="Josep Maria Herrera Marimon" userId="ec91813b-a46b-450e-90f5-79432b30d154" providerId="ADAL" clId="{3AA9905E-5DAC-4288-914D-6140209EAE04}" dt="2025-04-03T07:28:47.476" v="303" actId="478"/>
      <pc:docMkLst>
        <pc:docMk/>
      </pc:docMkLst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634448043" sldId="282"/>
        </pc:sldMkLst>
      </pc:sldChg>
      <pc:sldChg chg="addSp delSp modSp mod">
        <pc:chgData name="Josep Maria Herrera Marimon" userId="ec91813b-a46b-450e-90f5-79432b30d154" providerId="ADAL" clId="{3AA9905E-5DAC-4288-914D-6140209EAE04}" dt="2025-04-03T07:28:45.906" v="302" actId="1076"/>
        <pc:sldMkLst>
          <pc:docMk/>
          <pc:sldMk cId="3524714974" sldId="283"/>
        </pc:sldMkLst>
        <pc:spChg chg="mod">
          <ac:chgData name="Josep Maria Herrera Marimon" userId="ec91813b-a46b-450e-90f5-79432b30d154" providerId="ADAL" clId="{3AA9905E-5DAC-4288-914D-6140209EAE04}" dt="2025-03-25T15:14:52.715" v="8"/>
          <ac:spMkLst>
            <pc:docMk/>
            <pc:sldMk cId="3524714974" sldId="283"/>
            <ac:spMk id="4" creationId="{00000000-0000-0000-0000-000000000000}"/>
          </ac:spMkLst>
        </pc:spChg>
        <pc:spChg chg="add del mod">
          <ac:chgData name="Josep Maria Herrera Marimon" userId="ec91813b-a46b-450e-90f5-79432b30d154" providerId="ADAL" clId="{3AA9905E-5DAC-4288-914D-6140209EAE04}" dt="2025-04-03T07:28:35.221" v="294" actId="478"/>
          <ac:spMkLst>
            <pc:docMk/>
            <pc:sldMk cId="3524714974" sldId="283"/>
            <ac:spMk id="5" creationId="{16D59589-45E6-816E-7E18-1CA1830618D3}"/>
          </ac:spMkLst>
        </pc:spChg>
        <pc:spChg chg="add del">
          <ac:chgData name="Josep Maria Herrera Marimon" userId="ec91813b-a46b-450e-90f5-79432b30d154" providerId="ADAL" clId="{3AA9905E-5DAC-4288-914D-6140209EAE04}" dt="2025-04-03T07:28:38.799" v="297" actId="478"/>
          <ac:spMkLst>
            <pc:docMk/>
            <pc:sldMk cId="3524714974" sldId="283"/>
            <ac:spMk id="7" creationId="{4A4345DA-72CF-AF1E-A488-59DC7A55A186}"/>
          </ac:spMkLst>
        </pc:spChg>
        <pc:spChg chg="add">
          <ac:chgData name="Josep Maria Herrera Marimon" userId="ec91813b-a46b-450e-90f5-79432b30d154" providerId="ADAL" clId="{3AA9905E-5DAC-4288-914D-6140209EAE04}" dt="2025-03-25T16:12:08.245" v="231" actId="11529"/>
          <ac:spMkLst>
            <pc:docMk/>
            <pc:sldMk cId="3524714974" sldId="283"/>
            <ac:spMk id="8" creationId="{282F3ECD-1889-4A9B-EACC-A6C3127B20D9}"/>
          </ac:spMkLst>
        </pc:spChg>
        <pc:spChg chg="add">
          <ac:chgData name="Josep Maria Herrera Marimon" userId="ec91813b-a46b-450e-90f5-79432b30d154" providerId="ADAL" clId="{3AA9905E-5DAC-4288-914D-6140209EAE04}" dt="2025-03-25T16:12:12.802" v="232" actId="11529"/>
          <ac:spMkLst>
            <pc:docMk/>
            <pc:sldMk cId="3524714974" sldId="283"/>
            <ac:spMk id="9" creationId="{EE5A3C61-007C-E370-D0F8-D0F3A6BA760C}"/>
          </ac:spMkLst>
        </pc:spChg>
        <pc:spChg chg="add del">
          <ac:chgData name="Josep Maria Herrera Marimon" userId="ec91813b-a46b-450e-90f5-79432b30d154" providerId="ADAL" clId="{3AA9905E-5DAC-4288-914D-6140209EAE04}" dt="2025-04-03T07:28:39.950" v="298" actId="478"/>
          <ac:spMkLst>
            <pc:docMk/>
            <pc:sldMk cId="3524714974" sldId="283"/>
            <ac:spMk id="10" creationId="{9A495E25-B700-6AD8-13D4-C3066BD602DC}"/>
          </ac:spMkLst>
        </pc:spChg>
        <pc:spChg chg="add del">
          <ac:chgData name="Josep Maria Herrera Marimon" userId="ec91813b-a46b-450e-90f5-79432b30d154" providerId="ADAL" clId="{3AA9905E-5DAC-4288-914D-6140209EAE04}" dt="2025-04-03T07:28:40.866" v="299" actId="478"/>
          <ac:spMkLst>
            <pc:docMk/>
            <pc:sldMk cId="3524714974" sldId="283"/>
            <ac:spMk id="11" creationId="{74929686-4CBC-607B-60CC-F8E75BAAB457}"/>
          </ac:spMkLst>
        </pc:spChg>
        <pc:spChg chg="del mod">
          <ac:chgData name="Josep Maria Herrera Marimon" userId="ec91813b-a46b-450e-90f5-79432b30d154" providerId="ADAL" clId="{3AA9905E-5DAC-4288-914D-6140209EAE04}" dt="2025-04-03T07:28:33.034" v="293" actId="478"/>
          <ac:spMkLst>
            <pc:docMk/>
            <pc:sldMk cId="3524714974" sldId="283"/>
            <ac:spMk id="7171" creationId="{00000000-0000-0000-0000-000000000000}"/>
          </ac:spMkLst>
        </pc:spChg>
        <pc:picChg chg="add mod">
          <ac:chgData name="Josep Maria Herrera Marimon" userId="ec91813b-a46b-450e-90f5-79432b30d154" providerId="ADAL" clId="{3AA9905E-5DAC-4288-914D-6140209EAE04}" dt="2025-04-03T07:28:45.906" v="302" actId="1076"/>
          <ac:picMkLst>
            <pc:docMk/>
            <pc:sldMk cId="3524714974" sldId="283"/>
            <ac:picMk id="3" creationId="{3F939F86-6123-9169-51E1-8FB511864052}"/>
          </ac:picMkLst>
        </pc:picChg>
        <pc:picChg chg="add del mod">
          <ac:chgData name="Josep Maria Herrera Marimon" userId="ec91813b-a46b-450e-90f5-79432b30d154" providerId="ADAL" clId="{3AA9905E-5DAC-4288-914D-6140209EAE04}" dt="2025-04-03T07:28:37.482" v="296" actId="478"/>
          <ac:picMkLst>
            <pc:docMk/>
            <pc:sldMk cId="3524714974" sldId="283"/>
            <ac:picMk id="6" creationId="{47EE1AC8-575C-B0D4-FD21-A5C2F5FA0BF3}"/>
          </ac:picMkLst>
        </pc:picChg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650368615" sldId="285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064699807" sldId="286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823084519" sldId="296"/>
        </pc:sldMkLst>
      </pc:sldChg>
      <pc:sldChg chg="modSp del mod">
        <pc:chgData name="Josep Maria Herrera Marimon" userId="ec91813b-a46b-450e-90f5-79432b30d154" providerId="ADAL" clId="{3AA9905E-5DAC-4288-914D-6140209EAE04}" dt="2025-03-25T15:16:04.130" v="58" actId="47"/>
        <pc:sldMkLst>
          <pc:docMk/>
          <pc:sldMk cId="3274192253" sldId="307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65106335" sldId="308"/>
        </pc:sldMkLst>
      </pc:sldChg>
      <pc:sldChg chg="addSp delSp modSp add mod">
        <pc:chgData name="Josep Maria Herrera Marimon" userId="ec91813b-a46b-450e-90f5-79432b30d154" providerId="ADAL" clId="{3AA9905E-5DAC-4288-914D-6140209EAE04}" dt="2025-03-25T16:14:50.607" v="290" actId="11529"/>
        <pc:sldMkLst>
          <pc:docMk/>
          <pc:sldMk cId="1071027278" sldId="308"/>
        </pc:sldMkLst>
        <pc:spChg chg="mod">
          <ac:chgData name="Josep Maria Herrera Marimon" userId="ec91813b-a46b-450e-90f5-79432b30d154" providerId="ADAL" clId="{3AA9905E-5DAC-4288-914D-6140209EAE04}" dt="2025-03-25T16:08:19.088" v="112" actId="20577"/>
          <ac:spMkLst>
            <pc:docMk/>
            <pc:sldMk cId="1071027278" sldId="308"/>
            <ac:spMk id="4" creationId="{1CE8A030-B425-2068-CA59-EF513779134D}"/>
          </ac:spMkLst>
        </pc:spChg>
        <pc:spChg chg="add mod">
          <ac:chgData name="Josep Maria Herrera Marimon" userId="ec91813b-a46b-450e-90f5-79432b30d154" providerId="ADAL" clId="{3AA9905E-5DAC-4288-914D-6140209EAE04}" dt="2025-03-25T16:14:20.902" v="268" actId="11529"/>
          <ac:spMkLst>
            <pc:docMk/>
            <pc:sldMk cId="1071027278" sldId="308"/>
            <ac:spMk id="9" creationId="{9393BB5A-DE0E-E949-B1DE-05AF573DBC81}"/>
          </ac:spMkLst>
        </pc:spChg>
        <pc:spChg chg="add">
          <ac:chgData name="Josep Maria Herrera Marimon" userId="ec91813b-a46b-450e-90f5-79432b30d154" providerId="ADAL" clId="{3AA9905E-5DAC-4288-914D-6140209EAE04}" dt="2025-03-25T16:14:24.688" v="269" actId="11529"/>
          <ac:spMkLst>
            <pc:docMk/>
            <pc:sldMk cId="1071027278" sldId="308"/>
            <ac:spMk id="10" creationId="{614C40E7-FC77-7DD3-F1A1-E9C7B28429F8}"/>
          </ac:spMkLst>
        </pc:spChg>
        <pc:spChg chg="add mod">
          <ac:chgData name="Josep Maria Herrera Marimon" userId="ec91813b-a46b-450e-90f5-79432b30d154" providerId="ADAL" clId="{3AA9905E-5DAC-4288-914D-6140209EAE04}" dt="2025-03-25T16:14:46.061" v="289" actId="11529"/>
          <ac:spMkLst>
            <pc:docMk/>
            <pc:sldMk cId="1071027278" sldId="308"/>
            <ac:spMk id="11" creationId="{FF78459C-D031-BBF6-0C16-255AAB9B9DFB}"/>
          </ac:spMkLst>
        </pc:spChg>
        <pc:spChg chg="add">
          <ac:chgData name="Josep Maria Herrera Marimon" userId="ec91813b-a46b-450e-90f5-79432b30d154" providerId="ADAL" clId="{3AA9905E-5DAC-4288-914D-6140209EAE04}" dt="2025-03-25T16:14:50.607" v="290" actId="11529"/>
          <ac:spMkLst>
            <pc:docMk/>
            <pc:sldMk cId="1071027278" sldId="308"/>
            <ac:spMk id="12" creationId="{0F8A7901-0FB9-6624-C667-625F3CE7FE06}"/>
          </ac:spMkLst>
        </pc:spChg>
        <pc:spChg chg="mod">
          <ac:chgData name="Josep Maria Herrera Marimon" userId="ec91813b-a46b-450e-90f5-79432b30d154" providerId="ADAL" clId="{3AA9905E-5DAC-4288-914D-6140209EAE04}" dt="2025-03-25T16:14:40.759" v="288" actId="20577"/>
          <ac:spMkLst>
            <pc:docMk/>
            <pc:sldMk cId="1071027278" sldId="308"/>
            <ac:spMk id="7171" creationId="{CAC06B1D-ADBE-49DE-26EF-299F5F17EDAF}"/>
          </ac:spMkLst>
        </pc:spChg>
        <pc:picChg chg="add mod">
          <ac:chgData name="Josep Maria Herrera Marimon" userId="ec91813b-a46b-450e-90f5-79432b30d154" providerId="ADAL" clId="{3AA9905E-5DAC-4288-914D-6140209EAE04}" dt="2025-03-25T16:11:37.165" v="228" actId="1076"/>
          <ac:picMkLst>
            <pc:docMk/>
            <pc:sldMk cId="1071027278" sldId="308"/>
            <ac:picMk id="8" creationId="{4B3FF77C-8AD6-545F-1F16-F0D593188EBB}"/>
          </ac:picMkLst>
        </pc:picChg>
      </pc:sldChg>
      <pc:sldChg chg="add del">
        <pc:chgData name="Josep Maria Herrera Marimon" userId="ec91813b-a46b-450e-90f5-79432b30d154" providerId="ADAL" clId="{3AA9905E-5DAC-4288-914D-6140209EAE04}" dt="2025-03-25T16:11:42.769" v="229" actId="47"/>
        <pc:sldMkLst>
          <pc:docMk/>
          <pc:sldMk cId="1258620613" sldId="309"/>
        </pc:sldMkLst>
      </pc:sldChg>
      <pc:sldChg chg="add del">
        <pc:chgData name="Josep Maria Herrera Marimon" userId="ec91813b-a46b-450e-90f5-79432b30d154" providerId="ADAL" clId="{3AA9905E-5DAC-4288-914D-6140209EAE04}" dt="2025-03-25T16:11:42.769" v="229" actId="47"/>
        <pc:sldMkLst>
          <pc:docMk/>
          <pc:sldMk cId="3282736328" sldId="310"/>
        </pc:sldMkLst>
      </pc:sldChg>
      <pc:sldChg chg="add del">
        <pc:chgData name="Josep Maria Herrera Marimon" userId="ec91813b-a46b-450e-90f5-79432b30d154" providerId="ADAL" clId="{3AA9905E-5DAC-4288-914D-6140209EAE04}" dt="2025-03-25T16:11:42.769" v="229" actId="47"/>
        <pc:sldMkLst>
          <pc:docMk/>
          <pc:sldMk cId="3095451300" sldId="311"/>
        </pc:sldMkLst>
      </pc:sldChg>
      <pc:sldChg chg="addSp delSp modSp add mod">
        <pc:chgData name="Josep Maria Herrera Marimon" userId="ec91813b-a46b-450e-90f5-79432b30d154" providerId="ADAL" clId="{3AA9905E-5DAC-4288-914D-6140209EAE04}" dt="2025-03-25T16:12:59.387" v="238" actId="11529"/>
        <pc:sldMkLst>
          <pc:docMk/>
          <pc:sldMk cId="2244321913" sldId="312"/>
        </pc:sldMkLst>
        <pc:spChg chg="add">
          <ac:chgData name="Josep Maria Herrera Marimon" userId="ec91813b-a46b-450e-90f5-79432b30d154" providerId="ADAL" clId="{3AA9905E-5DAC-4288-914D-6140209EAE04}" dt="2025-03-25T16:12:40.981" v="235" actId="11529"/>
          <ac:spMkLst>
            <pc:docMk/>
            <pc:sldMk cId="2244321913" sldId="312"/>
            <ac:spMk id="2" creationId="{D57D5FFB-7640-FA93-C2D6-22BBFCFD63DC}"/>
          </ac:spMkLst>
        </pc:spChg>
        <pc:spChg chg="mod">
          <ac:chgData name="Josep Maria Herrera Marimon" userId="ec91813b-a46b-450e-90f5-79432b30d154" providerId="ADAL" clId="{3AA9905E-5DAC-4288-914D-6140209EAE04}" dt="2025-03-25T16:08:06.568" v="97" actId="20577"/>
          <ac:spMkLst>
            <pc:docMk/>
            <pc:sldMk cId="2244321913" sldId="312"/>
            <ac:spMk id="4" creationId="{0CC53497-F2B3-1774-39C1-2C2FB5B9B820}"/>
          </ac:spMkLst>
        </pc:spChg>
        <pc:spChg chg="add">
          <ac:chgData name="Josep Maria Herrera Marimon" userId="ec91813b-a46b-450e-90f5-79432b30d154" providerId="ADAL" clId="{3AA9905E-5DAC-4288-914D-6140209EAE04}" dt="2025-03-25T16:12:50.924" v="236" actId="11529"/>
          <ac:spMkLst>
            <pc:docMk/>
            <pc:sldMk cId="2244321913" sldId="312"/>
            <ac:spMk id="5" creationId="{FD5E917B-67F1-C4DF-E00A-FF0A7FDDAA15}"/>
          </ac:spMkLst>
        </pc:spChg>
        <pc:spChg chg="add">
          <ac:chgData name="Josep Maria Herrera Marimon" userId="ec91813b-a46b-450e-90f5-79432b30d154" providerId="ADAL" clId="{3AA9905E-5DAC-4288-914D-6140209EAE04}" dt="2025-03-25T16:12:55.096" v="237" actId="11529"/>
          <ac:spMkLst>
            <pc:docMk/>
            <pc:sldMk cId="2244321913" sldId="312"/>
            <ac:spMk id="7" creationId="{CA8B075C-D362-3D62-7F2C-370E20B59E29}"/>
          </ac:spMkLst>
        </pc:spChg>
        <pc:spChg chg="add">
          <ac:chgData name="Josep Maria Herrera Marimon" userId="ec91813b-a46b-450e-90f5-79432b30d154" providerId="ADAL" clId="{3AA9905E-5DAC-4288-914D-6140209EAE04}" dt="2025-03-25T16:12:59.387" v="238" actId="11529"/>
          <ac:spMkLst>
            <pc:docMk/>
            <pc:sldMk cId="2244321913" sldId="312"/>
            <ac:spMk id="8" creationId="{F729EE79-07BA-5CA6-E0A5-6C2895703278}"/>
          </ac:spMkLst>
        </pc:spChg>
        <pc:spChg chg="mod">
          <ac:chgData name="Josep Maria Herrera Marimon" userId="ec91813b-a46b-450e-90f5-79432b30d154" providerId="ADAL" clId="{3AA9905E-5DAC-4288-914D-6140209EAE04}" dt="2025-03-25T15:20:13.384" v="75"/>
          <ac:spMkLst>
            <pc:docMk/>
            <pc:sldMk cId="2244321913" sldId="312"/>
            <ac:spMk id="7171" creationId="{50A67B3C-4A19-2FAB-600F-59957FC95061}"/>
          </ac:spMkLst>
        </pc:spChg>
        <pc:picChg chg="add mod">
          <ac:chgData name="Josep Maria Herrera Marimon" userId="ec91813b-a46b-450e-90f5-79432b30d154" providerId="ADAL" clId="{3AA9905E-5DAC-4288-914D-6140209EAE04}" dt="2025-03-25T15:20:25.518" v="80" actId="1076"/>
          <ac:picMkLst>
            <pc:docMk/>
            <pc:sldMk cId="2244321913" sldId="312"/>
            <ac:picMk id="3" creationId="{6A81ED36-D496-163A-434D-3CCF42159ECA}"/>
          </ac:picMkLst>
        </pc:picChg>
      </pc:sldChg>
      <pc:sldChg chg="addSp delSp modSp add mod">
        <pc:chgData name="Josep Maria Herrera Marimon" userId="ec91813b-a46b-450e-90f5-79432b30d154" providerId="ADAL" clId="{3AA9905E-5DAC-4288-914D-6140209EAE04}" dt="2025-03-25T16:13:25.048" v="242" actId="11529"/>
        <pc:sldMkLst>
          <pc:docMk/>
          <pc:sldMk cId="2692732082" sldId="313"/>
        </pc:sldMkLst>
        <pc:spChg chg="add">
          <ac:chgData name="Josep Maria Herrera Marimon" userId="ec91813b-a46b-450e-90f5-79432b30d154" providerId="ADAL" clId="{3AA9905E-5DAC-4288-914D-6140209EAE04}" dt="2025-03-25T16:13:08.666" v="239" actId="11529"/>
          <ac:spMkLst>
            <pc:docMk/>
            <pc:sldMk cId="2692732082" sldId="313"/>
            <ac:spMk id="2" creationId="{30341307-E5FB-D223-1428-7546280CFD29}"/>
          </ac:spMkLst>
        </pc:spChg>
        <pc:spChg chg="mod">
          <ac:chgData name="Josep Maria Herrera Marimon" userId="ec91813b-a46b-450e-90f5-79432b30d154" providerId="ADAL" clId="{3AA9905E-5DAC-4288-914D-6140209EAE04}" dt="2025-03-25T16:08:14.227" v="109" actId="20577"/>
          <ac:spMkLst>
            <pc:docMk/>
            <pc:sldMk cId="2692732082" sldId="313"/>
            <ac:spMk id="4" creationId="{D47F86D0-F478-4480-D429-7FAABBA38600}"/>
          </ac:spMkLst>
        </pc:spChg>
        <pc:spChg chg="add">
          <ac:chgData name="Josep Maria Herrera Marimon" userId="ec91813b-a46b-450e-90f5-79432b30d154" providerId="ADAL" clId="{3AA9905E-5DAC-4288-914D-6140209EAE04}" dt="2025-03-25T16:13:14.482" v="240" actId="11529"/>
          <ac:spMkLst>
            <pc:docMk/>
            <pc:sldMk cId="2692732082" sldId="313"/>
            <ac:spMk id="5" creationId="{36C5C58E-8C01-1F08-F3BB-D29788A56E90}"/>
          </ac:spMkLst>
        </pc:spChg>
        <pc:spChg chg="add">
          <ac:chgData name="Josep Maria Herrera Marimon" userId="ec91813b-a46b-450e-90f5-79432b30d154" providerId="ADAL" clId="{3AA9905E-5DAC-4288-914D-6140209EAE04}" dt="2025-03-25T16:13:19.930" v="241" actId="11529"/>
          <ac:spMkLst>
            <pc:docMk/>
            <pc:sldMk cId="2692732082" sldId="313"/>
            <ac:spMk id="7" creationId="{762232A1-7F98-0A8A-AB10-18230D52BB6A}"/>
          </ac:spMkLst>
        </pc:spChg>
        <pc:spChg chg="add">
          <ac:chgData name="Josep Maria Herrera Marimon" userId="ec91813b-a46b-450e-90f5-79432b30d154" providerId="ADAL" clId="{3AA9905E-5DAC-4288-914D-6140209EAE04}" dt="2025-03-25T16:13:25.048" v="242" actId="11529"/>
          <ac:spMkLst>
            <pc:docMk/>
            <pc:sldMk cId="2692732082" sldId="313"/>
            <ac:spMk id="8" creationId="{9A749C2F-E966-B25C-1E53-9A64922C93DF}"/>
          </ac:spMkLst>
        </pc:spChg>
        <pc:spChg chg="mod">
          <ac:chgData name="Josep Maria Herrera Marimon" userId="ec91813b-a46b-450e-90f5-79432b30d154" providerId="ADAL" clId="{3AA9905E-5DAC-4288-914D-6140209EAE04}" dt="2025-03-25T15:22:50.304" v="83"/>
          <ac:spMkLst>
            <pc:docMk/>
            <pc:sldMk cId="2692732082" sldId="313"/>
            <ac:spMk id="7171" creationId="{8732D224-C245-DEA7-4D49-1A7B56AA821C}"/>
          </ac:spMkLst>
        </pc:spChg>
        <pc:picChg chg="add mod">
          <ac:chgData name="Josep Maria Herrera Marimon" userId="ec91813b-a46b-450e-90f5-79432b30d154" providerId="ADAL" clId="{3AA9905E-5DAC-4288-914D-6140209EAE04}" dt="2025-03-25T15:22:59.759" v="87" actId="14100"/>
          <ac:picMkLst>
            <pc:docMk/>
            <pc:sldMk cId="2692732082" sldId="313"/>
            <ac:picMk id="6" creationId="{7256B3C2-40EC-9EA8-5994-39764F841E4F}"/>
          </ac:picMkLst>
        </pc:picChg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060039332" sldId="314"/>
        </pc:sldMkLst>
      </pc:sldChg>
      <pc:sldChg chg="addSp delSp modSp add mod">
        <pc:chgData name="Josep Maria Herrera Marimon" userId="ec91813b-a46b-450e-90f5-79432b30d154" providerId="ADAL" clId="{3AA9905E-5DAC-4288-914D-6140209EAE04}" dt="2025-03-25T16:13:57.516" v="247" actId="11529"/>
        <pc:sldMkLst>
          <pc:docMk/>
          <pc:sldMk cId="3150928538" sldId="314"/>
        </pc:sldMkLst>
        <pc:spChg chg="mod">
          <ac:chgData name="Josep Maria Herrera Marimon" userId="ec91813b-a46b-450e-90f5-79432b30d154" providerId="ADAL" clId="{3AA9905E-5DAC-4288-914D-6140209EAE04}" dt="2025-03-25T16:08:30.373" v="114"/>
          <ac:spMkLst>
            <pc:docMk/>
            <pc:sldMk cId="3150928538" sldId="314"/>
            <ac:spMk id="4" creationId="{A4C72556-EB23-CE9F-AE97-7E2216BBF57A}"/>
          </ac:spMkLst>
        </pc:spChg>
        <pc:spChg chg="add">
          <ac:chgData name="Josep Maria Herrera Marimon" userId="ec91813b-a46b-450e-90f5-79432b30d154" providerId="ADAL" clId="{3AA9905E-5DAC-4288-914D-6140209EAE04}" dt="2025-03-25T16:13:35.720" v="243" actId="11529"/>
          <ac:spMkLst>
            <pc:docMk/>
            <pc:sldMk cId="3150928538" sldId="314"/>
            <ac:spMk id="5" creationId="{D36F810C-8048-6DB6-6655-B14FE924457C}"/>
          </ac:spMkLst>
        </pc:spChg>
        <pc:spChg chg="add">
          <ac:chgData name="Josep Maria Herrera Marimon" userId="ec91813b-a46b-450e-90f5-79432b30d154" providerId="ADAL" clId="{3AA9905E-5DAC-4288-914D-6140209EAE04}" dt="2025-03-25T16:13:42.315" v="244" actId="11529"/>
          <ac:spMkLst>
            <pc:docMk/>
            <pc:sldMk cId="3150928538" sldId="314"/>
            <ac:spMk id="7" creationId="{55096D52-E6AD-B1C6-C198-4692D39DBC6F}"/>
          </ac:spMkLst>
        </pc:spChg>
        <pc:spChg chg="add">
          <ac:chgData name="Josep Maria Herrera Marimon" userId="ec91813b-a46b-450e-90f5-79432b30d154" providerId="ADAL" clId="{3AA9905E-5DAC-4288-914D-6140209EAE04}" dt="2025-03-25T16:13:47.414" v="245" actId="11529"/>
          <ac:spMkLst>
            <pc:docMk/>
            <pc:sldMk cId="3150928538" sldId="314"/>
            <ac:spMk id="8" creationId="{E3E334CA-FFBD-3B82-46E9-EDD49759FDA6}"/>
          </ac:spMkLst>
        </pc:spChg>
        <pc:spChg chg="add">
          <ac:chgData name="Josep Maria Herrera Marimon" userId="ec91813b-a46b-450e-90f5-79432b30d154" providerId="ADAL" clId="{3AA9905E-5DAC-4288-914D-6140209EAE04}" dt="2025-03-25T16:13:52.080" v="246" actId="11529"/>
          <ac:spMkLst>
            <pc:docMk/>
            <pc:sldMk cId="3150928538" sldId="314"/>
            <ac:spMk id="9" creationId="{FECEC0CF-CB3D-8C45-ABAD-6FD8B027595A}"/>
          </ac:spMkLst>
        </pc:spChg>
        <pc:spChg chg="add">
          <ac:chgData name="Josep Maria Herrera Marimon" userId="ec91813b-a46b-450e-90f5-79432b30d154" providerId="ADAL" clId="{3AA9905E-5DAC-4288-914D-6140209EAE04}" dt="2025-03-25T16:13:57.516" v="247" actId="11529"/>
          <ac:spMkLst>
            <pc:docMk/>
            <pc:sldMk cId="3150928538" sldId="314"/>
            <ac:spMk id="10" creationId="{718F2951-5185-AF96-7F88-E89ED9CED897}"/>
          </ac:spMkLst>
        </pc:spChg>
        <pc:spChg chg="mod">
          <ac:chgData name="Josep Maria Herrera Marimon" userId="ec91813b-a46b-450e-90f5-79432b30d154" providerId="ADAL" clId="{3AA9905E-5DAC-4288-914D-6140209EAE04}" dt="2025-03-25T16:09:12.872" v="180" actId="13926"/>
          <ac:spMkLst>
            <pc:docMk/>
            <pc:sldMk cId="3150928538" sldId="314"/>
            <ac:spMk id="7171" creationId="{2036BF9A-B474-C80C-46B1-6D7DB981A538}"/>
          </ac:spMkLst>
        </pc:spChg>
        <pc:picChg chg="add mod">
          <ac:chgData name="Josep Maria Herrera Marimon" userId="ec91813b-a46b-450e-90f5-79432b30d154" providerId="ADAL" clId="{3AA9905E-5DAC-4288-914D-6140209EAE04}" dt="2025-03-25T16:09:54.626" v="182" actId="14100"/>
          <ac:picMkLst>
            <pc:docMk/>
            <pc:sldMk cId="3150928538" sldId="314"/>
            <ac:picMk id="3" creationId="{39FC1597-3816-B6C1-73EB-8A0DB6563A0B}"/>
          </ac:picMkLst>
        </pc:picChg>
      </pc:sldChg>
      <pc:sldChg chg="delSp add mod">
        <pc:chgData name="Josep Maria Herrera Marimon" userId="ec91813b-a46b-450e-90f5-79432b30d154" providerId="ADAL" clId="{3AA9905E-5DAC-4288-914D-6140209EAE04}" dt="2025-04-03T07:28:47.476" v="303" actId="478"/>
        <pc:sldMkLst>
          <pc:docMk/>
          <pc:sldMk cId="135167595" sldId="315"/>
        </pc:sldMkLst>
        <pc:picChg chg="del">
          <ac:chgData name="Josep Maria Herrera Marimon" userId="ec91813b-a46b-450e-90f5-79432b30d154" providerId="ADAL" clId="{3AA9905E-5DAC-4288-914D-6140209EAE04}" dt="2025-04-03T07:28:47.476" v="303" actId="478"/>
          <ac:picMkLst>
            <pc:docMk/>
            <pc:sldMk cId="135167595" sldId="315"/>
            <ac:picMk id="3" creationId="{6258F32D-BF06-6F3D-FE44-6CCCC5A1412C}"/>
          </ac:picMkLst>
        </pc:picChg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133613946" sldId="315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787169713" sldId="316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143152445" sldId="318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1891612144" sldId="319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634256623" sldId="320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457846813" sldId="321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588562779" sldId="322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1687481207" sldId="323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716732749" sldId="324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646409532" sldId="344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748044440" sldId="348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4233839096" sldId="350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232291841" sldId="351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4087151815" sldId="352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985075604" sldId="353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986174731" sldId="354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959203693" sldId="355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1054372392" sldId="357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148908113" sldId="358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647045171" sldId="359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157736222" sldId="360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472892435" sldId="369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025944200" sldId="372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680786746" sldId="373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80628007" sldId="374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463362644" sldId="375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650105825" sldId="376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628521278" sldId="377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714565181" sldId="378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537713616" sldId="379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2852236" sldId="380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427872828" sldId="381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578737727" sldId="382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989617769" sldId="383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471122951" sldId="384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987938855" sldId="385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105133072" sldId="386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3358819" sldId="387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47094207" sldId="388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122555257" sldId="389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427466444" sldId="390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560783180" sldId="392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725147503" sldId="393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867351119" sldId="394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91382918" sldId="395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86065769" sldId="396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1647286038" sldId="397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4165849769" sldId="398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316306428" sldId="399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289750946" sldId="400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406329423" sldId="401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779717233" sldId="402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907440495" sldId="403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4158265485" sldId="404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166687213" sldId="405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826451299" sldId="406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4002299708" sldId="408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1601157176" sldId="409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160002234" sldId="422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820580642" sldId="423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1380305164" sldId="424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162578701" sldId="425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819027860" sldId="426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1709445879" sldId="427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772480871" sldId="428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077237454" sldId="429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182079352" sldId="440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136726420" sldId="441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4239463834" sldId="442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4020129732" sldId="443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9321398" sldId="444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547814166" sldId="445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708179619" sldId="446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483222396" sldId="448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893476586" sldId="449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1650498826" sldId="450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818375063" sldId="490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991312575" sldId="491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514893275" sldId="492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483062112" sldId="493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302575555" sldId="494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208410718" sldId="495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814342819" sldId="496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452342595" sldId="507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3071100166" sldId="508"/>
        </pc:sldMkLst>
      </pc:sldChg>
      <pc:sldChg chg="del">
        <pc:chgData name="Josep Maria Herrera Marimon" userId="ec91813b-a46b-450e-90f5-79432b30d154" providerId="ADAL" clId="{3AA9905E-5DAC-4288-914D-6140209EAE04}" dt="2025-03-25T15:14:40.487" v="7" actId="47"/>
        <pc:sldMkLst>
          <pc:docMk/>
          <pc:sldMk cId="2267150495" sldId="509"/>
        </pc:sldMkLst>
      </pc:sldChg>
      <pc:sldMasterChg chg="delSldLayout">
        <pc:chgData name="Josep Maria Herrera Marimon" userId="ec91813b-a46b-450e-90f5-79432b30d154" providerId="ADAL" clId="{3AA9905E-5DAC-4288-914D-6140209EAE04}" dt="2025-03-25T15:16:04.130" v="58" actId="47"/>
        <pc:sldMasterMkLst>
          <pc:docMk/>
          <pc:sldMasterMk cId="3530070867" sldId="2147483660"/>
        </pc:sldMasterMkLst>
        <pc:sldLayoutChg chg="del">
          <pc:chgData name="Josep Maria Herrera Marimon" userId="ec91813b-a46b-450e-90f5-79432b30d154" providerId="ADAL" clId="{3AA9905E-5DAC-4288-914D-6140209EAE04}" dt="2025-03-25T15:16:04.130" v="58" actId="47"/>
          <pc:sldLayoutMkLst>
            <pc:docMk/>
            <pc:sldMasterMk cId="3530070867" sldId="2147483660"/>
            <pc:sldLayoutMk cId="2038496890" sldId="2147483670"/>
          </pc:sldLayoutMkLst>
        </pc:sldLayoutChg>
      </pc:sldMasterChg>
    </pc:docChg>
  </pc:docChgLst>
  <pc:docChgLst>
    <pc:chgData name="Josep Maria Herrera Marimon" userId="ec91813b-a46b-450e-90f5-79432b30d154" providerId="ADAL" clId="{994FCD35-C83C-4F9A-BEE8-B54E801B94E6}"/>
    <pc:docChg chg="delSld modSld">
      <pc:chgData name="Josep Maria Herrera Marimon" userId="ec91813b-a46b-450e-90f5-79432b30d154" providerId="ADAL" clId="{994FCD35-C83C-4F9A-BEE8-B54E801B94E6}" dt="2025-03-04T21:13:18.151" v="40" actId="47"/>
      <pc:docMkLst>
        <pc:docMk/>
      </pc:docMkLst>
      <pc:sldChg chg="del">
        <pc:chgData name="Josep Maria Herrera Marimon" userId="ec91813b-a46b-450e-90f5-79432b30d154" providerId="ADAL" clId="{994FCD35-C83C-4F9A-BEE8-B54E801B94E6}" dt="2025-03-04T21:12:37.934" v="32" actId="47"/>
        <pc:sldMkLst>
          <pc:docMk/>
          <pc:sldMk cId="1661475989" sldId="276"/>
        </pc:sldMkLst>
      </pc:sldChg>
      <pc:sldChg chg="modSp mod">
        <pc:chgData name="Josep Maria Herrera Marimon" userId="ec91813b-a46b-450e-90f5-79432b30d154" providerId="ADAL" clId="{994FCD35-C83C-4F9A-BEE8-B54E801B94E6}" dt="2025-03-04T21:11:24.716" v="18" actId="20577"/>
        <pc:sldMkLst>
          <pc:docMk/>
          <pc:sldMk cId="3307480244" sldId="283"/>
        </pc:sldMkLst>
      </pc:sldChg>
      <pc:sldChg chg="del">
        <pc:chgData name="Josep Maria Herrera Marimon" userId="ec91813b-a46b-450e-90f5-79432b30d154" providerId="ADAL" clId="{994FCD35-C83C-4F9A-BEE8-B54E801B94E6}" dt="2025-03-04T21:12:43.974" v="37" actId="47"/>
        <pc:sldMkLst>
          <pc:docMk/>
          <pc:sldMk cId="1217379116" sldId="285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857266141" sldId="286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4291680369" sldId="288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843718708" sldId="304"/>
        </pc:sldMkLst>
      </pc:sldChg>
      <pc:sldChg chg="del">
        <pc:chgData name="Josep Maria Herrera Marimon" userId="ec91813b-a46b-450e-90f5-79432b30d154" providerId="ADAL" clId="{994FCD35-C83C-4F9A-BEE8-B54E801B94E6}" dt="2025-03-04T21:10:55.192" v="0" actId="47"/>
        <pc:sldMkLst>
          <pc:docMk/>
          <pc:sldMk cId="3832800627" sldId="387"/>
        </pc:sldMkLst>
      </pc:sldChg>
      <pc:sldChg chg="del">
        <pc:chgData name="Josep Maria Herrera Marimon" userId="ec91813b-a46b-450e-90f5-79432b30d154" providerId="ADAL" clId="{994FCD35-C83C-4F9A-BEE8-B54E801B94E6}" dt="2025-03-04T21:11:33.829" v="19" actId="47"/>
        <pc:sldMkLst>
          <pc:docMk/>
          <pc:sldMk cId="2525408418" sldId="390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70409061" sldId="395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083683955" sldId="412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368794568" sldId="413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258461617" sldId="414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341423235" sldId="415"/>
        </pc:sldMkLst>
      </pc:sldChg>
      <pc:sldChg chg="del">
        <pc:chgData name="Josep Maria Herrera Marimon" userId="ec91813b-a46b-450e-90f5-79432b30d154" providerId="ADAL" clId="{994FCD35-C83C-4F9A-BEE8-B54E801B94E6}" dt="2025-03-04T21:11:57.871" v="22" actId="47"/>
        <pc:sldMkLst>
          <pc:docMk/>
          <pc:sldMk cId="1438217836" sldId="417"/>
        </pc:sldMkLst>
      </pc:sldChg>
      <pc:sldChg chg="del">
        <pc:chgData name="Josep Maria Herrera Marimon" userId="ec91813b-a46b-450e-90f5-79432b30d154" providerId="ADAL" clId="{994FCD35-C83C-4F9A-BEE8-B54E801B94E6}" dt="2025-03-04T21:11:59.130" v="23" actId="47"/>
        <pc:sldMkLst>
          <pc:docMk/>
          <pc:sldMk cId="227195369" sldId="418"/>
        </pc:sldMkLst>
      </pc:sldChg>
      <pc:sldChg chg="del">
        <pc:chgData name="Josep Maria Herrera Marimon" userId="ec91813b-a46b-450e-90f5-79432b30d154" providerId="ADAL" clId="{994FCD35-C83C-4F9A-BEE8-B54E801B94E6}" dt="2025-03-04T21:12:14.659" v="31" actId="47"/>
        <pc:sldMkLst>
          <pc:docMk/>
          <pc:sldMk cId="3357514590" sldId="419"/>
        </pc:sldMkLst>
      </pc:sldChg>
      <pc:sldChg chg="del">
        <pc:chgData name="Josep Maria Herrera Marimon" userId="ec91813b-a46b-450e-90f5-79432b30d154" providerId="ADAL" clId="{994FCD35-C83C-4F9A-BEE8-B54E801B94E6}" dt="2025-03-04T21:12:06.560" v="24" actId="47"/>
        <pc:sldMkLst>
          <pc:docMk/>
          <pc:sldMk cId="1016325114" sldId="420"/>
        </pc:sldMkLst>
      </pc:sldChg>
      <pc:sldChg chg="del">
        <pc:chgData name="Josep Maria Herrera Marimon" userId="ec91813b-a46b-450e-90f5-79432b30d154" providerId="ADAL" clId="{994FCD35-C83C-4F9A-BEE8-B54E801B94E6}" dt="2025-03-04T21:12:07.263" v="25" actId="47"/>
        <pc:sldMkLst>
          <pc:docMk/>
          <pc:sldMk cId="96474683" sldId="421"/>
        </pc:sldMkLst>
      </pc:sldChg>
      <pc:sldChg chg="del">
        <pc:chgData name="Josep Maria Herrera Marimon" userId="ec91813b-a46b-450e-90f5-79432b30d154" providerId="ADAL" clId="{994FCD35-C83C-4F9A-BEE8-B54E801B94E6}" dt="2025-03-04T21:12:08.188" v="26" actId="47"/>
        <pc:sldMkLst>
          <pc:docMk/>
          <pc:sldMk cId="2764355645" sldId="422"/>
        </pc:sldMkLst>
      </pc:sldChg>
      <pc:sldChg chg="del">
        <pc:chgData name="Josep Maria Herrera Marimon" userId="ec91813b-a46b-450e-90f5-79432b30d154" providerId="ADAL" clId="{994FCD35-C83C-4F9A-BEE8-B54E801B94E6}" dt="2025-03-04T21:12:09.046" v="27" actId="47"/>
        <pc:sldMkLst>
          <pc:docMk/>
          <pc:sldMk cId="1452393040" sldId="423"/>
        </pc:sldMkLst>
      </pc:sldChg>
      <pc:sldChg chg="del">
        <pc:chgData name="Josep Maria Herrera Marimon" userId="ec91813b-a46b-450e-90f5-79432b30d154" providerId="ADAL" clId="{994FCD35-C83C-4F9A-BEE8-B54E801B94E6}" dt="2025-03-04T21:12:09.793" v="28" actId="47"/>
        <pc:sldMkLst>
          <pc:docMk/>
          <pc:sldMk cId="913374407" sldId="424"/>
        </pc:sldMkLst>
      </pc:sldChg>
      <pc:sldChg chg="del">
        <pc:chgData name="Josep Maria Herrera Marimon" userId="ec91813b-a46b-450e-90f5-79432b30d154" providerId="ADAL" clId="{994FCD35-C83C-4F9A-BEE8-B54E801B94E6}" dt="2025-03-04T21:12:11.531" v="30" actId="47"/>
        <pc:sldMkLst>
          <pc:docMk/>
          <pc:sldMk cId="3064632979" sldId="425"/>
        </pc:sldMkLst>
      </pc:sldChg>
      <pc:sldChg chg="del">
        <pc:chgData name="Josep Maria Herrera Marimon" userId="ec91813b-a46b-450e-90f5-79432b30d154" providerId="ADAL" clId="{994FCD35-C83C-4F9A-BEE8-B54E801B94E6}" dt="2025-03-04T21:12:10.693" v="29" actId="47"/>
        <pc:sldMkLst>
          <pc:docMk/>
          <pc:sldMk cId="910669299" sldId="426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984428806" sldId="429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743164043" sldId="430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252739445" sldId="431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47218141" sldId="432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228756506" sldId="433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687114822" sldId="434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705927042" sldId="435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837458877" sldId="436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4161819071" sldId="437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170302261" sldId="438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776674572" sldId="440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532007744" sldId="447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592848847" sldId="448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377860639" sldId="449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259852005" sldId="450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228856731" sldId="451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458016184" sldId="452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514975812" sldId="453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476887883" sldId="454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606407850" sldId="455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4041387428" sldId="456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931003349" sldId="457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723117609" sldId="459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830757283" sldId="461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236135027" sldId="464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722655817" sldId="465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022026658" sldId="466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135918341" sldId="467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205810816" sldId="468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222348994" sldId="469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639562663" sldId="470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137595583" sldId="471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18295799" sldId="472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3245292302" sldId="473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4243112618" sldId="474"/>
        </pc:sldMkLst>
      </pc:sldChg>
      <pc:sldChg chg="del">
        <pc:chgData name="Josep Maria Herrera Marimon" userId="ec91813b-a46b-450e-90f5-79432b30d154" providerId="ADAL" clId="{994FCD35-C83C-4F9A-BEE8-B54E801B94E6}" dt="2025-03-04T21:11:45.656" v="20" actId="47"/>
        <pc:sldMkLst>
          <pc:docMk/>
          <pc:sldMk cId="3246440331" sldId="475"/>
        </pc:sldMkLst>
      </pc:sldChg>
      <pc:sldChg chg="del">
        <pc:chgData name="Josep Maria Herrera Marimon" userId="ec91813b-a46b-450e-90f5-79432b30d154" providerId="ADAL" clId="{994FCD35-C83C-4F9A-BEE8-B54E801B94E6}" dt="2025-03-04T21:11:47.308" v="21" actId="47"/>
        <pc:sldMkLst>
          <pc:docMk/>
          <pc:sldMk cId="2877657399" sldId="476"/>
        </pc:sldMkLst>
      </pc:sldChg>
      <pc:sldChg chg="del">
        <pc:chgData name="Josep Maria Herrera Marimon" userId="ec91813b-a46b-450e-90f5-79432b30d154" providerId="ADAL" clId="{994FCD35-C83C-4F9A-BEE8-B54E801B94E6}" dt="2025-03-04T21:12:53.323" v="39" actId="47"/>
        <pc:sldMkLst>
          <pc:docMk/>
          <pc:sldMk cId="1568960941" sldId="478"/>
        </pc:sldMkLst>
      </pc:sldChg>
      <pc:sldChg chg="del">
        <pc:chgData name="Josep Maria Herrera Marimon" userId="ec91813b-a46b-450e-90f5-79432b30d154" providerId="ADAL" clId="{994FCD35-C83C-4F9A-BEE8-B54E801B94E6}" dt="2025-03-04T21:12:39.779" v="34" actId="47"/>
        <pc:sldMkLst>
          <pc:docMk/>
          <pc:sldMk cId="4057799405" sldId="479"/>
        </pc:sldMkLst>
      </pc:sldChg>
      <pc:sldChg chg="del">
        <pc:chgData name="Josep Maria Herrera Marimon" userId="ec91813b-a46b-450e-90f5-79432b30d154" providerId="ADAL" clId="{994FCD35-C83C-4F9A-BEE8-B54E801B94E6}" dt="2025-03-04T21:12:40.709" v="35" actId="47"/>
        <pc:sldMkLst>
          <pc:docMk/>
          <pc:sldMk cId="1121554648" sldId="480"/>
        </pc:sldMkLst>
      </pc:sldChg>
      <pc:sldChg chg="del">
        <pc:chgData name="Josep Maria Herrera Marimon" userId="ec91813b-a46b-450e-90f5-79432b30d154" providerId="ADAL" clId="{994FCD35-C83C-4F9A-BEE8-B54E801B94E6}" dt="2025-03-04T21:12:42.524" v="36" actId="47"/>
        <pc:sldMkLst>
          <pc:docMk/>
          <pc:sldMk cId="3506135627" sldId="482"/>
        </pc:sldMkLst>
      </pc:sldChg>
      <pc:sldChg chg="del">
        <pc:chgData name="Josep Maria Herrera Marimon" userId="ec91813b-a46b-450e-90f5-79432b30d154" providerId="ADAL" clId="{994FCD35-C83C-4F9A-BEE8-B54E801B94E6}" dt="2025-03-04T21:12:52.014" v="38" actId="47"/>
        <pc:sldMkLst>
          <pc:docMk/>
          <pc:sldMk cId="901312318" sldId="484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4169151468" sldId="485"/>
        </pc:sldMkLst>
      </pc:sldChg>
      <pc:sldChg chg="del">
        <pc:chgData name="Josep Maria Herrera Marimon" userId="ec91813b-a46b-450e-90f5-79432b30d154" providerId="ADAL" clId="{994FCD35-C83C-4F9A-BEE8-B54E801B94E6}" dt="2025-03-04T21:12:38.946" v="33" actId="47"/>
        <pc:sldMkLst>
          <pc:docMk/>
          <pc:sldMk cId="1671134841" sldId="487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787834562" sldId="488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247130029" sldId="489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203401370" sldId="490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480118162" sldId="491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4077302453" sldId="492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2168155275" sldId="493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99481651" sldId="494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310973324" sldId="495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775265781" sldId="496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710189927" sldId="497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1897084731" sldId="498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4172756216" sldId="499"/>
        </pc:sldMkLst>
      </pc:sldChg>
      <pc:sldChg chg="del">
        <pc:chgData name="Josep Maria Herrera Marimon" userId="ec91813b-a46b-450e-90f5-79432b30d154" providerId="ADAL" clId="{994FCD35-C83C-4F9A-BEE8-B54E801B94E6}" dt="2025-03-04T21:13:18.151" v="40" actId="47"/>
        <pc:sldMkLst>
          <pc:docMk/>
          <pc:sldMk cId="949663895" sldId="500"/>
        </pc:sldMkLst>
      </pc:sldChg>
    </pc:docChg>
  </pc:docChgLst>
  <pc:docChgLst>
    <pc:chgData name="Josep Maria Herrera Marimon" userId="ec91813b-a46b-450e-90f5-79432b30d154" providerId="ADAL" clId="{DFB95AA9-27C1-4245-9D6F-4B03E908DE29}"/>
    <pc:docChg chg="modSld">
      <pc:chgData name="Josep Maria Herrera Marimon" userId="ec91813b-a46b-450e-90f5-79432b30d154" providerId="ADAL" clId="{DFB95AA9-27C1-4245-9D6F-4B03E908DE29}" dt="2023-02-10T15:06:10.086" v="3" actId="207"/>
      <pc:docMkLst>
        <pc:docMk/>
      </pc:docMkLst>
      <pc:sldChg chg="modSp mod">
        <pc:chgData name="Josep Maria Herrera Marimon" userId="ec91813b-a46b-450e-90f5-79432b30d154" providerId="ADAL" clId="{DFB95AA9-27C1-4245-9D6F-4B03E908DE29}" dt="2023-02-10T15:06:10.086" v="3" actId="207"/>
        <pc:sldMkLst>
          <pc:docMk/>
          <pc:sldMk cId="3311874055" sldId="305"/>
        </pc:sldMkLst>
      </pc:sldChg>
      <pc:sldChg chg="modSp mod">
        <pc:chgData name="Josep Maria Herrera Marimon" userId="ec91813b-a46b-450e-90f5-79432b30d154" providerId="ADAL" clId="{DFB95AA9-27C1-4245-9D6F-4B03E908DE29}" dt="2023-02-10T15:06:06.381" v="2" actId="207"/>
        <pc:sldMkLst>
          <pc:docMk/>
          <pc:sldMk cId="113792955" sldId="306"/>
        </pc:sldMkLst>
      </pc:sldChg>
      <pc:sldChg chg="modSp mod">
        <pc:chgData name="Josep Maria Herrera Marimon" userId="ec91813b-a46b-450e-90f5-79432b30d154" providerId="ADAL" clId="{DFB95AA9-27C1-4245-9D6F-4B03E908DE29}" dt="2023-02-10T15:06:01.956" v="1" actId="207"/>
        <pc:sldMkLst>
          <pc:docMk/>
          <pc:sldMk cId="4273026588" sldId="307"/>
        </pc:sldMkLst>
      </pc:sldChg>
      <pc:sldChg chg="modSp mod">
        <pc:chgData name="Josep Maria Herrera Marimon" userId="ec91813b-a46b-450e-90f5-79432b30d154" providerId="ADAL" clId="{DFB95AA9-27C1-4245-9D6F-4B03E908DE29}" dt="2023-02-10T15:05:57.633" v="0" actId="207"/>
        <pc:sldMkLst>
          <pc:docMk/>
          <pc:sldMk cId="583477465" sldId="308"/>
        </pc:sldMkLst>
      </pc:sldChg>
    </pc:docChg>
  </pc:docChgLst>
  <pc:docChgLst>
    <pc:chgData name="Josep Maria Herrera Marimon" userId="ec91813b-a46b-450e-90f5-79432b30d154" providerId="ADAL" clId="{B0A063F1-3D88-40BA-AC46-0E959B4B82A3}"/>
    <pc:docChg chg="undo custSel addSld delSld">
      <pc:chgData name="Josep Maria Herrera Marimon" userId="ec91813b-a46b-450e-90f5-79432b30d154" providerId="ADAL" clId="{B0A063F1-3D88-40BA-AC46-0E959B4B82A3}" dt="2025-03-20T14:23:58.999" v="3" actId="47"/>
      <pc:docMkLst>
        <pc:docMk/>
      </pc:docMkLst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634448043" sldId="282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524714974" sldId="283"/>
        </pc:sldMkLst>
      </pc:sldChg>
      <pc:sldChg chg="del">
        <pc:chgData name="Josep Maria Herrera Marimon" userId="ec91813b-a46b-450e-90f5-79432b30d154" providerId="ADAL" clId="{B0A063F1-3D88-40BA-AC46-0E959B4B82A3}" dt="2025-03-20T14:23:40.890" v="2" actId="47"/>
        <pc:sldMkLst>
          <pc:docMk/>
          <pc:sldMk cId="1611998026" sldId="284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650368615" sldId="285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064699807" sldId="286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823084519" sldId="296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274192253" sldId="307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65106335" sldId="308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060039332" sldId="314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133613946" sldId="315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787169713" sldId="316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143152445" sldId="318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1891612144" sldId="319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634256623" sldId="320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457846813" sldId="321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588562779" sldId="322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1687481207" sldId="323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716732749" sldId="324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646409532" sldId="344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3328506669" sldId="346"/>
        </pc:sldMkLst>
      </pc:sldChg>
      <pc:sldChg chg="del">
        <pc:chgData name="Josep Maria Herrera Marimon" userId="ec91813b-a46b-450e-90f5-79432b30d154" providerId="ADAL" clId="{B0A063F1-3D88-40BA-AC46-0E959B4B82A3}" dt="2025-03-20T14:23:40.890" v="2" actId="47"/>
        <pc:sldMkLst>
          <pc:docMk/>
          <pc:sldMk cId="595429778" sldId="347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748044440" sldId="348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4233839096" sldId="350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232291841" sldId="351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4087151815" sldId="352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985075604" sldId="353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986174731" sldId="354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959203693" sldId="355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1054372392" sldId="357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148908113" sldId="358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647045171" sldId="359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157736222" sldId="360"/>
        </pc:sldMkLst>
      </pc:sldChg>
      <pc:sldChg chg="del">
        <pc:chgData name="Josep Maria Herrera Marimon" userId="ec91813b-a46b-450e-90f5-79432b30d154" providerId="ADAL" clId="{B0A063F1-3D88-40BA-AC46-0E959B4B82A3}" dt="2025-03-20T14:23:40.890" v="2" actId="47"/>
        <pc:sldMkLst>
          <pc:docMk/>
          <pc:sldMk cId="804485718" sldId="363"/>
        </pc:sldMkLst>
      </pc:sldChg>
      <pc:sldChg chg="del">
        <pc:chgData name="Josep Maria Herrera Marimon" userId="ec91813b-a46b-450e-90f5-79432b30d154" providerId="ADAL" clId="{B0A063F1-3D88-40BA-AC46-0E959B4B82A3}" dt="2025-03-20T14:23:40.890" v="2" actId="47"/>
        <pc:sldMkLst>
          <pc:docMk/>
          <pc:sldMk cId="1699207309" sldId="364"/>
        </pc:sldMkLst>
      </pc:sldChg>
      <pc:sldChg chg="del">
        <pc:chgData name="Josep Maria Herrera Marimon" userId="ec91813b-a46b-450e-90f5-79432b30d154" providerId="ADAL" clId="{B0A063F1-3D88-40BA-AC46-0E959B4B82A3}" dt="2025-03-20T14:23:40.890" v="2" actId="47"/>
        <pc:sldMkLst>
          <pc:docMk/>
          <pc:sldMk cId="3735486349" sldId="365"/>
        </pc:sldMkLst>
      </pc:sldChg>
      <pc:sldChg chg="del">
        <pc:chgData name="Josep Maria Herrera Marimon" userId="ec91813b-a46b-450e-90f5-79432b30d154" providerId="ADAL" clId="{B0A063F1-3D88-40BA-AC46-0E959B4B82A3}" dt="2025-03-20T14:23:40.890" v="2" actId="47"/>
        <pc:sldMkLst>
          <pc:docMk/>
          <pc:sldMk cId="126032379" sldId="366"/>
        </pc:sldMkLst>
      </pc:sldChg>
      <pc:sldChg chg="del">
        <pc:chgData name="Josep Maria Herrera Marimon" userId="ec91813b-a46b-450e-90f5-79432b30d154" providerId="ADAL" clId="{B0A063F1-3D88-40BA-AC46-0E959B4B82A3}" dt="2025-03-20T14:23:40.890" v="2" actId="47"/>
        <pc:sldMkLst>
          <pc:docMk/>
          <pc:sldMk cId="1562164104" sldId="367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2293073542" sldId="368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472892435" sldId="369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2108371064" sldId="370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3532523845" sldId="371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025944200" sldId="372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680786746" sldId="373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80628007" sldId="374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463362644" sldId="375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650105825" sldId="376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628521278" sldId="377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714565181" sldId="378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537713616" sldId="379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2852236" sldId="380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427872828" sldId="381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578737727" sldId="382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989617769" sldId="383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471122951" sldId="384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987938855" sldId="385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105133072" sldId="386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3358819" sldId="387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47094207" sldId="388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122555257" sldId="389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427466444" sldId="390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560783180" sldId="392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725147503" sldId="393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867351119" sldId="394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91382918" sldId="395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86065769" sldId="396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1647286038" sldId="397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4165849769" sldId="398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316306428" sldId="399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289750946" sldId="400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406329423" sldId="401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779717233" sldId="402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907440495" sldId="403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4158265485" sldId="404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166687213" sldId="405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826451299" sldId="406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4002299708" sldId="408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1601157176" sldId="409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160002234" sldId="422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820580642" sldId="423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1380305164" sldId="424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162578701" sldId="425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819027860" sldId="426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1709445879" sldId="427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772480871" sldId="428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077237454" sldId="429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182079352" sldId="440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136726420" sldId="441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4239463834" sldId="442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4020129732" sldId="443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9321398" sldId="444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547814166" sldId="445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708179619" sldId="446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483222396" sldId="448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893476586" sldId="449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1650498826" sldId="450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203229447" sldId="463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3722655817" sldId="465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2022026658" sldId="466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2135918341" sldId="467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1205810816" sldId="468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3222348994" sldId="469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2639562663" sldId="470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3137595583" sldId="471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118295799" sldId="472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3978145182" sldId="473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1911490794" sldId="474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2251333572" sldId="475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3482510535" sldId="476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3558611693" sldId="477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3151704039" sldId="478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1228791965" sldId="479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827267411" sldId="480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1361679320" sldId="481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4205689779" sldId="482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1090567978" sldId="483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1532593948" sldId="484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121719461" sldId="485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1697829239" sldId="487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1096562843" sldId="488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3971291027" sldId="489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818375063" sldId="490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991312575" sldId="491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514893275" sldId="492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483062112" sldId="493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302575555" sldId="494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208410718" sldId="495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814342819" sldId="496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452342595" sldId="507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3071100166" sldId="508"/>
        </pc:sldMkLst>
      </pc:sldChg>
      <pc:sldChg chg="add del">
        <pc:chgData name="Josep Maria Herrera Marimon" userId="ec91813b-a46b-450e-90f5-79432b30d154" providerId="ADAL" clId="{B0A063F1-3D88-40BA-AC46-0E959B4B82A3}" dt="2025-03-20T14:23:36.279" v="1" actId="47"/>
        <pc:sldMkLst>
          <pc:docMk/>
          <pc:sldMk cId="2267150495" sldId="509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2063936211" sldId="510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1533819548" sldId="511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902064949" sldId="512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1686661305" sldId="513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3351605550" sldId="514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752675993" sldId="515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3043064213" sldId="516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4279718086" sldId="517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1820281243" sldId="518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3634168848" sldId="520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1173785866" sldId="521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1176863794" sldId="522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912083773" sldId="523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2423877030" sldId="524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1688261493" sldId="525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2734443557" sldId="526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1055750870" sldId="527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1863952922" sldId="528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3521681566" sldId="529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2651142029" sldId="530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1586964704" sldId="531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809245518" sldId="532"/>
        </pc:sldMkLst>
      </pc:sldChg>
      <pc:sldChg chg="del">
        <pc:chgData name="Josep Maria Herrera Marimon" userId="ec91813b-a46b-450e-90f5-79432b30d154" providerId="ADAL" clId="{B0A063F1-3D88-40BA-AC46-0E959B4B82A3}" dt="2025-03-20T14:23:58.999" v="3" actId="47"/>
        <pc:sldMkLst>
          <pc:docMk/>
          <pc:sldMk cId="3988245638" sldId="533"/>
        </pc:sldMkLst>
      </pc:sldChg>
    </pc:docChg>
  </pc:docChgLst>
  <pc:docChgLst>
    <pc:chgData name="Josep Maria Herrera Marimon" userId="ec91813b-a46b-450e-90f5-79432b30d154" providerId="ADAL" clId="{AFF4EFD1-8823-4EEE-9836-0BA835B97EE5}"/>
    <pc:docChg chg="undo custSel addSld modSld">
      <pc:chgData name="Josep Maria Herrera Marimon" userId="ec91813b-a46b-450e-90f5-79432b30d154" providerId="ADAL" clId="{AFF4EFD1-8823-4EEE-9836-0BA835B97EE5}" dt="2022-08-17T10:09:56.253" v="539"/>
      <pc:docMkLst>
        <pc:docMk/>
      </pc:docMkLst>
      <pc:sldChg chg="addSp modSp add mod">
        <pc:chgData name="Josep Maria Herrera Marimon" userId="ec91813b-a46b-450e-90f5-79432b30d154" providerId="ADAL" clId="{AFF4EFD1-8823-4EEE-9836-0BA835B97EE5}" dt="2022-08-17T10:01:09.113" v="255" actId="6549"/>
        <pc:sldMkLst>
          <pc:docMk/>
          <pc:sldMk cId="1700945982" sldId="266"/>
        </pc:sldMkLst>
      </pc:sldChg>
      <pc:sldChg chg="delSp modSp add mod">
        <pc:chgData name="Josep Maria Herrera Marimon" userId="ec91813b-a46b-450e-90f5-79432b30d154" providerId="ADAL" clId="{AFF4EFD1-8823-4EEE-9836-0BA835B97EE5}" dt="2022-08-17T10:09:56.253" v="539"/>
        <pc:sldMkLst>
          <pc:docMk/>
          <pc:sldMk cId="4131219684" sldId="267"/>
        </pc:sldMkLst>
      </pc:sldChg>
    </pc:docChg>
  </pc:docChgLst>
  <pc:docChgLst>
    <pc:chgData name="Josep Maria Herrera Marimon" userId="ec91813b-a46b-450e-90f5-79432b30d154" providerId="ADAL" clId="{03C7CFA4-1D6A-4E34-A62C-8211EDCFF5A9}"/>
    <pc:docChg chg="undo custSel addSld delSld modSld sldOrd">
      <pc:chgData name="Josep Maria Herrera Marimon" userId="ec91813b-a46b-450e-90f5-79432b30d154" providerId="ADAL" clId="{03C7CFA4-1D6A-4E34-A62C-8211EDCFF5A9}" dt="2023-10-03T19:03:09.338" v="2420" actId="1076"/>
      <pc:docMkLst>
        <pc:docMk/>
      </pc:docMkLst>
      <pc:sldChg chg="modSp mod">
        <pc:chgData name="Josep Maria Herrera Marimon" userId="ec91813b-a46b-450e-90f5-79432b30d154" providerId="ADAL" clId="{03C7CFA4-1D6A-4E34-A62C-8211EDCFF5A9}" dt="2023-09-19T18:09:33.610" v="12" actId="20577"/>
        <pc:sldMkLst>
          <pc:docMk/>
          <pc:sldMk cId="3307480244" sldId="283"/>
        </pc:sldMkLst>
      </pc:sldChg>
      <pc:sldChg chg="modSp mod">
        <pc:chgData name="Josep Maria Herrera Marimon" userId="ec91813b-a46b-450e-90f5-79432b30d154" providerId="ADAL" clId="{03C7CFA4-1D6A-4E34-A62C-8211EDCFF5A9}" dt="2023-09-26T18:21:39.715" v="107" actId="1076"/>
        <pc:sldMkLst>
          <pc:docMk/>
          <pc:sldMk cId="1083683955" sldId="412"/>
        </pc:sldMkLst>
      </pc:sldChg>
      <pc:sldChg chg="addSp modSp mod">
        <pc:chgData name="Josep Maria Herrera Marimon" userId="ec91813b-a46b-450e-90f5-79432b30d154" providerId="ADAL" clId="{03C7CFA4-1D6A-4E34-A62C-8211EDCFF5A9}" dt="2023-09-26T08:51:57.605" v="42" actId="1076"/>
        <pc:sldMkLst>
          <pc:docMk/>
          <pc:sldMk cId="2764355645" sldId="422"/>
        </pc:sldMkLst>
      </pc:sldChg>
      <pc:sldChg chg="addSp delSp modSp mod">
        <pc:chgData name="Josep Maria Herrera Marimon" userId="ec91813b-a46b-450e-90f5-79432b30d154" providerId="ADAL" clId="{03C7CFA4-1D6A-4E34-A62C-8211EDCFF5A9}" dt="2023-09-26T08:35:44.209" v="31" actId="14100"/>
        <pc:sldMkLst>
          <pc:docMk/>
          <pc:sldMk cId="776674572" sldId="440"/>
        </pc:sldMkLst>
      </pc:sldChg>
      <pc:sldChg chg="modSp mod">
        <pc:chgData name="Josep Maria Herrera Marimon" userId="ec91813b-a46b-450e-90f5-79432b30d154" providerId="ADAL" clId="{03C7CFA4-1D6A-4E34-A62C-8211EDCFF5A9}" dt="2023-09-26T08:26:57.560" v="20" actId="20577"/>
        <pc:sldMkLst>
          <pc:docMk/>
          <pc:sldMk cId="2458016184" sldId="452"/>
        </pc:sldMkLst>
      </pc:sldChg>
      <pc:sldChg chg="modSp mod">
        <pc:chgData name="Josep Maria Herrera Marimon" userId="ec91813b-a46b-450e-90f5-79432b30d154" providerId="ADAL" clId="{03C7CFA4-1D6A-4E34-A62C-8211EDCFF5A9}" dt="2023-10-02T09:03:06.939" v="2260" actId="20577"/>
        <pc:sldMkLst>
          <pc:docMk/>
          <pc:sldMk cId="4041387428" sldId="456"/>
        </pc:sldMkLst>
      </pc:sldChg>
      <pc:sldChg chg="modSp mod">
        <pc:chgData name="Josep Maria Herrera Marimon" userId="ec91813b-a46b-450e-90f5-79432b30d154" providerId="ADAL" clId="{03C7CFA4-1D6A-4E34-A62C-8211EDCFF5A9}" dt="2023-10-03T19:02:07.427" v="2357" actId="20577"/>
        <pc:sldMkLst>
          <pc:docMk/>
          <pc:sldMk cId="2931003349" sldId="457"/>
        </pc:sldMkLst>
      </pc:sldChg>
      <pc:sldChg chg="modSp mod">
        <pc:chgData name="Josep Maria Herrera Marimon" userId="ec91813b-a46b-450e-90f5-79432b30d154" providerId="ADAL" clId="{03C7CFA4-1D6A-4E34-A62C-8211EDCFF5A9}" dt="2023-10-03T19:02:12.079" v="2359" actId="20577"/>
        <pc:sldMkLst>
          <pc:docMk/>
          <pc:sldMk cId="668223248" sldId="458"/>
        </pc:sldMkLst>
      </pc:sldChg>
      <pc:sldChg chg="del">
        <pc:chgData name="Josep Maria Herrera Marimon" userId="ec91813b-a46b-450e-90f5-79432b30d154" providerId="ADAL" clId="{03C7CFA4-1D6A-4E34-A62C-8211EDCFF5A9}" dt="2023-09-20T17:57:52.242" v="13" actId="47"/>
        <pc:sldMkLst>
          <pc:docMk/>
          <pc:sldMk cId="2090144454" sldId="460"/>
        </pc:sldMkLst>
      </pc:sldChg>
      <pc:sldChg chg="addSp delSp modSp add mod setBg">
        <pc:chgData name="Josep Maria Herrera Marimon" userId="ec91813b-a46b-450e-90f5-79432b30d154" providerId="ADAL" clId="{03C7CFA4-1D6A-4E34-A62C-8211EDCFF5A9}" dt="2023-09-27T08:46:46.353" v="190" actId="6549"/>
        <pc:sldMkLst>
          <pc:docMk/>
          <pc:sldMk cId="2469029640" sldId="463"/>
        </pc:sldMkLst>
      </pc:sldChg>
      <pc:sldChg chg="delSp modSp add mod">
        <pc:chgData name="Josep Maria Herrera Marimon" userId="ec91813b-a46b-450e-90f5-79432b30d154" providerId="ADAL" clId="{03C7CFA4-1D6A-4E34-A62C-8211EDCFF5A9}" dt="2023-09-27T08:43:51.313" v="142" actId="15"/>
        <pc:sldMkLst>
          <pc:docMk/>
          <pc:sldMk cId="3236135027" sldId="464"/>
        </pc:sldMkLst>
      </pc:sldChg>
      <pc:sldChg chg="addSp modSp add mod ord">
        <pc:chgData name="Josep Maria Herrera Marimon" userId="ec91813b-a46b-450e-90f5-79432b30d154" providerId="ADAL" clId="{03C7CFA4-1D6A-4E34-A62C-8211EDCFF5A9}" dt="2023-09-27T09:12:23.626" v="863" actId="1076"/>
        <pc:sldMkLst>
          <pc:docMk/>
          <pc:sldMk cId="3722655817" sldId="465"/>
        </pc:sldMkLst>
      </pc:sldChg>
      <pc:sldChg chg="addSp modSp add mod">
        <pc:chgData name="Josep Maria Herrera Marimon" userId="ec91813b-a46b-450e-90f5-79432b30d154" providerId="ADAL" clId="{03C7CFA4-1D6A-4E34-A62C-8211EDCFF5A9}" dt="2023-09-27T08:59:50.799" v="612" actId="1076"/>
        <pc:sldMkLst>
          <pc:docMk/>
          <pc:sldMk cId="2022026658" sldId="466"/>
        </pc:sldMkLst>
      </pc:sldChg>
      <pc:sldChg chg="addSp delSp modSp add mod">
        <pc:chgData name="Josep Maria Herrera Marimon" userId="ec91813b-a46b-450e-90f5-79432b30d154" providerId="ADAL" clId="{03C7CFA4-1D6A-4E34-A62C-8211EDCFF5A9}" dt="2023-09-27T09:20:20.906" v="1294" actId="20577"/>
        <pc:sldMkLst>
          <pc:docMk/>
          <pc:sldMk cId="2135918341" sldId="467"/>
        </pc:sldMkLst>
      </pc:sldChg>
      <pc:sldChg chg="delSp modSp add mod">
        <pc:chgData name="Josep Maria Herrera Marimon" userId="ec91813b-a46b-450e-90f5-79432b30d154" providerId="ADAL" clId="{03C7CFA4-1D6A-4E34-A62C-8211EDCFF5A9}" dt="2023-09-27T09:21:18.534" v="1372" actId="20577"/>
        <pc:sldMkLst>
          <pc:docMk/>
          <pc:sldMk cId="1205810816" sldId="468"/>
        </pc:sldMkLst>
      </pc:sldChg>
      <pc:sldChg chg="addSp delSp modSp add mod">
        <pc:chgData name="Josep Maria Herrera Marimon" userId="ec91813b-a46b-450e-90f5-79432b30d154" providerId="ADAL" clId="{03C7CFA4-1D6A-4E34-A62C-8211EDCFF5A9}" dt="2023-09-27T11:06:55.111" v="1667" actId="478"/>
        <pc:sldMkLst>
          <pc:docMk/>
          <pc:sldMk cId="3222348994" sldId="469"/>
        </pc:sldMkLst>
      </pc:sldChg>
      <pc:sldChg chg="addSp delSp modSp add mod">
        <pc:chgData name="Josep Maria Herrera Marimon" userId="ec91813b-a46b-450e-90f5-79432b30d154" providerId="ADAL" clId="{03C7CFA4-1D6A-4E34-A62C-8211EDCFF5A9}" dt="2023-09-27T11:31:17.294" v="1952" actId="20577"/>
        <pc:sldMkLst>
          <pc:docMk/>
          <pc:sldMk cId="2639562663" sldId="470"/>
        </pc:sldMkLst>
      </pc:sldChg>
      <pc:sldChg chg="delSp modSp add mod">
        <pc:chgData name="Josep Maria Herrera Marimon" userId="ec91813b-a46b-450e-90f5-79432b30d154" providerId="ADAL" clId="{03C7CFA4-1D6A-4E34-A62C-8211EDCFF5A9}" dt="2023-09-27T11:19:28.815" v="1684" actId="478"/>
        <pc:sldMkLst>
          <pc:docMk/>
          <pc:sldMk cId="3137595583" sldId="471"/>
        </pc:sldMkLst>
      </pc:sldChg>
      <pc:sldChg chg="delSp modSp add mod">
        <pc:chgData name="Josep Maria Herrera Marimon" userId="ec91813b-a46b-450e-90f5-79432b30d154" providerId="ADAL" clId="{03C7CFA4-1D6A-4E34-A62C-8211EDCFF5A9}" dt="2023-09-27T11:33:00.849" v="2258" actId="1076"/>
        <pc:sldMkLst>
          <pc:docMk/>
          <pc:sldMk cId="118295799" sldId="472"/>
        </pc:sldMkLst>
      </pc:sldChg>
      <pc:sldChg chg="addSp delSp modSp add mod">
        <pc:chgData name="Josep Maria Herrera Marimon" userId="ec91813b-a46b-450e-90f5-79432b30d154" providerId="ADAL" clId="{03C7CFA4-1D6A-4E34-A62C-8211EDCFF5A9}" dt="2023-10-03T16:31:34.457" v="2276" actId="1076"/>
        <pc:sldMkLst>
          <pc:docMk/>
          <pc:sldMk cId="3245292302" sldId="473"/>
        </pc:sldMkLst>
      </pc:sldChg>
      <pc:sldChg chg="addSp delSp modSp add mod">
        <pc:chgData name="Josep Maria Herrera Marimon" userId="ec91813b-a46b-450e-90f5-79432b30d154" providerId="ADAL" clId="{03C7CFA4-1D6A-4E34-A62C-8211EDCFF5A9}" dt="2023-10-03T19:03:09.338" v="2420" actId="1076"/>
        <pc:sldMkLst>
          <pc:docMk/>
          <pc:sldMk cId="4243112618" sldId="474"/>
        </pc:sldMkLst>
      </pc:sldChg>
    </pc:docChg>
  </pc:docChgLst>
  <pc:docChgLst>
    <pc:chgData name="Josep Maria Herrera Marimon" userId="ec91813b-a46b-450e-90f5-79432b30d154" providerId="ADAL" clId="{A9265C38-B650-4562-A8F5-8DB033515C30}"/>
    <pc:docChg chg="undo custSel addSld delSld modSld sldOrd">
      <pc:chgData name="Josep Maria Herrera Marimon" userId="ec91813b-a46b-450e-90f5-79432b30d154" providerId="ADAL" clId="{A9265C38-B650-4562-A8F5-8DB033515C30}" dt="2025-03-20T07:36:10.141" v="1702" actId="20577"/>
      <pc:docMkLst>
        <pc:docMk/>
      </pc:docMkLst>
      <pc:sldChg chg="modSp mod">
        <pc:chgData name="Josep Maria Herrera Marimon" userId="ec91813b-a46b-450e-90f5-79432b30d154" providerId="ADAL" clId="{A9265C38-B650-4562-A8F5-8DB033515C30}" dt="2025-03-12T15:59:44.862" v="12" actId="20577"/>
        <pc:sldMkLst>
          <pc:docMk/>
          <pc:sldMk cId="1942183190" sldId="256"/>
        </pc:sldMkLst>
        <pc:spChg chg="mod">
          <ac:chgData name="Josep Maria Herrera Marimon" userId="ec91813b-a46b-450e-90f5-79432b30d154" providerId="ADAL" clId="{A9265C38-B650-4562-A8F5-8DB033515C30}" dt="2025-03-12T15:59:44.862" v="12" actId="20577"/>
          <ac:spMkLst>
            <pc:docMk/>
            <pc:sldMk cId="1942183190" sldId="256"/>
            <ac:spMk id="8" creationId="{589639F8-8852-EA41-2314-83927C1B138A}"/>
          </ac:spMkLst>
        </pc:spChg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492019113" sldId="274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1487464807" sldId="275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634448043" sldId="282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3307480244" sldId="283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524714974" sldId="283"/>
        </pc:sldMkLst>
      </pc:sldChg>
      <pc:sldChg chg="modSp mod">
        <pc:chgData name="Josep Maria Herrera Marimon" userId="ec91813b-a46b-450e-90f5-79432b30d154" providerId="ADAL" clId="{A9265C38-B650-4562-A8F5-8DB033515C30}" dt="2025-03-12T16:01:26.829" v="21"/>
        <pc:sldMkLst>
          <pc:docMk/>
          <pc:sldMk cId="1611998026" sldId="284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650368615" sldId="285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064699807" sldId="286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4196699948" sldId="287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823084519" sldId="296"/>
        </pc:sldMkLst>
      </pc:sldChg>
      <pc:sldChg chg="modSp add mod">
        <pc:chgData name="Josep Maria Herrera Marimon" userId="ec91813b-a46b-450e-90f5-79432b30d154" providerId="ADAL" clId="{A9265C38-B650-4562-A8F5-8DB033515C30}" dt="2025-03-19T09:11:33.904" v="309" actId="20577"/>
        <pc:sldMkLst>
          <pc:docMk/>
          <pc:sldMk cId="3274192253" sldId="307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65106335" sldId="308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060039332" sldId="314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133613946" sldId="315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787169713" sldId="316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143152445" sldId="318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1891612144" sldId="319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634256623" sldId="320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457846813" sldId="321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588562779" sldId="322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1687481207" sldId="323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716732749" sldId="324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646409532" sldId="344"/>
        </pc:sldMkLst>
      </pc:sldChg>
      <pc:sldChg chg="modSp mod">
        <pc:chgData name="Josep Maria Herrera Marimon" userId="ec91813b-a46b-450e-90f5-79432b30d154" providerId="ADAL" clId="{A9265C38-B650-4562-A8F5-8DB033515C30}" dt="2025-03-19T16:05:51.676" v="1132" actId="20577"/>
        <pc:sldMkLst>
          <pc:docMk/>
          <pc:sldMk cId="3328506669" sldId="346"/>
        </pc:sldMkLst>
      </pc:sldChg>
      <pc:sldChg chg="modSp add mod">
        <pc:chgData name="Josep Maria Herrera Marimon" userId="ec91813b-a46b-450e-90f5-79432b30d154" providerId="ADAL" clId="{A9265C38-B650-4562-A8F5-8DB033515C30}" dt="2025-03-12T16:01:53.402" v="40"/>
        <pc:sldMkLst>
          <pc:docMk/>
          <pc:sldMk cId="595429778" sldId="347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2072729144" sldId="347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748044440" sldId="348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1381030460" sldId="348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4167028184" sldId="349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99294126" sldId="350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4233839096" sldId="350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2199923523" sldId="351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232291841" sldId="351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1022716437" sldId="352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4087151815" sldId="352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3154301147" sldId="353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985075604" sldId="353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986174731" sldId="354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4041402842" sldId="354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959203693" sldId="355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3280659178" sldId="355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57207058" sldId="356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1054372392" sldId="357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2473513936" sldId="357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2558615426" sldId="358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148908113" sldId="358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1010282" sldId="359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647045171" sldId="359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1762576592" sldId="360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157736222" sldId="360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2535825750" sldId="361"/>
        </pc:sldMkLst>
      </pc:sldChg>
      <pc:sldChg chg="add del">
        <pc:chgData name="Josep Maria Herrera Marimon" userId="ec91813b-a46b-450e-90f5-79432b30d154" providerId="ADAL" clId="{A9265C38-B650-4562-A8F5-8DB033515C30}" dt="2025-03-12T16:02:01.787" v="45" actId="47"/>
        <pc:sldMkLst>
          <pc:docMk/>
          <pc:sldMk cId="238628542" sldId="362"/>
        </pc:sldMkLst>
      </pc:sldChg>
      <pc:sldChg chg="add">
        <pc:chgData name="Josep Maria Herrera Marimon" userId="ec91813b-a46b-450e-90f5-79432b30d154" providerId="ADAL" clId="{A9265C38-B650-4562-A8F5-8DB033515C30}" dt="2025-03-12T16:01:55.650" v="41"/>
        <pc:sldMkLst>
          <pc:docMk/>
          <pc:sldMk cId="804485718" sldId="363"/>
        </pc:sldMkLst>
      </pc:sldChg>
      <pc:sldChg chg="add">
        <pc:chgData name="Josep Maria Herrera Marimon" userId="ec91813b-a46b-450e-90f5-79432b30d154" providerId="ADAL" clId="{A9265C38-B650-4562-A8F5-8DB033515C30}" dt="2025-03-12T16:01:55.958" v="42"/>
        <pc:sldMkLst>
          <pc:docMk/>
          <pc:sldMk cId="1699207309" sldId="364"/>
        </pc:sldMkLst>
      </pc:sldChg>
      <pc:sldChg chg="add">
        <pc:chgData name="Josep Maria Herrera Marimon" userId="ec91813b-a46b-450e-90f5-79432b30d154" providerId="ADAL" clId="{A9265C38-B650-4562-A8F5-8DB033515C30}" dt="2025-03-12T16:01:56.018" v="43"/>
        <pc:sldMkLst>
          <pc:docMk/>
          <pc:sldMk cId="3735486349" sldId="365"/>
        </pc:sldMkLst>
      </pc:sldChg>
      <pc:sldChg chg="add">
        <pc:chgData name="Josep Maria Herrera Marimon" userId="ec91813b-a46b-450e-90f5-79432b30d154" providerId="ADAL" clId="{A9265C38-B650-4562-A8F5-8DB033515C30}" dt="2025-03-12T16:01:56.162" v="44"/>
        <pc:sldMkLst>
          <pc:docMk/>
          <pc:sldMk cId="126032379" sldId="366"/>
        </pc:sldMkLst>
      </pc:sldChg>
      <pc:sldChg chg="add">
        <pc:chgData name="Josep Maria Herrera Marimon" userId="ec91813b-a46b-450e-90f5-79432b30d154" providerId="ADAL" clId="{A9265C38-B650-4562-A8F5-8DB033515C30}" dt="2025-03-16T07:44:09.008" v="46"/>
        <pc:sldMkLst>
          <pc:docMk/>
          <pc:sldMk cId="1562164104" sldId="367"/>
        </pc:sldMkLst>
      </pc:sldChg>
      <pc:sldChg chg="modSp add mod">
        <pc:chgData name="Josep Maria Herrera Marimon" userId="ec91813b-a46b-450e-90f5-79432b30d154" providerId="ADAL" clId="{A9265C38-B650-4562-A8F5-8DB033515C30}" dt="2025-03-17T15:47:03.293" v="300" actId="255"/>
        <pc:sldMkLst>
          <pc:docMk/>
          <pc:sldMk cId="2293073542" sldId="368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472892435" sldId="369"/>
        </pc:sldMkLst>
      </pc:sldChg>
      <pc:sldChg chg="modSp add del mod">
        <pc:chgData name="Josep Maria Herrera Marimon" userId="ec91813b-a46b-450e-90f5-79432b30d154" providerId="ADAL" clId="{A9265C38-B650-4562-A8F5-8DB033515C30}" dt="2025-03-16T07:56:54.111" v="298" actId="47"/>
        <pc:sldMkLst>
          <pc:docMk/>
          <pc:sldMk cId="2693323874" sldId="369"/>
        </pc:sldMkLst>
      </pc:sldChg>
      <pc:sldChg chg="addSp modSp add mod ord">
        <pc:chgData name="Josep Maria Herrera Marimon" userId="ec91813b-a46b-450e-90f5-79432b30d154" providerId="ADAL" clId="{A9265C38-B650-4562-A8F5-8DB033515C30}" dt="2025-03-19T11:11:49.641" v="314" actId="22"/>
        <pc:sldMkLst>
          <pc:docMk/>
          <pc:sldMk cId="2108371064" sldId="370"/>
        </pc:sldMkLst>
      </pc:sldChg>
      <pc:sldChg chg="modSp add mod">
        <pc:chgData name="Josep Maria Herrera Marimon" userId="ec91813b-a46b-450e-90f5-79432b30d154" providerId="ADAL" clId="{A9265C38-B650-4562-A8F5-8DB033515C30}" dt="2025-03-16T07:53:04.016" v="222" actId="5793"/>
        <pc:sldMkLst>
          <pc:docMk/>
          <pc:sldMk cId="3532523845" sldId="371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025944200" sldId="372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680786746" sldId="373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80628007" sldId="374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463362644" sldId="375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654608868" sldId="376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650105825" sldId="376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628521278" sldId="377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714565181" sldId="378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537713616" sldId="379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2852236" sldId="380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427872828" sldId="381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578737727" sldId="382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989617769" sldId="383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471122951" sldId="384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987938855" sldId="385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4134878511" sldId="385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105133072" sldId="386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3358819" sldId="387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47094207" sldId="388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4114603741" sldId="388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2115002553" sldId="389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122555257" sldId="389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427466444" sldId="390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2562941117" sldId="391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560783180" sldId="392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3204829884" sldId="392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388397622" sldId="393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725147503" sldId="393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867351119" sldId="394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91382918" sldId="395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86065769" sldId="396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1647286038" sldId="397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1976452655" sldId="398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4165849769" sldId="398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316306428" sldId="399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289750946" sldId="400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406329423" sldId="401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779717233" sldId="402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907440495" sldId="403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4158265485" sldId="404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166687213" sldId="405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826451299" sldId="406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4002299708" sldId="408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1601157176" sldId="409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2596680420" sldId="411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1521460865" sldId="416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160002234" sldId="422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820580642" sldId="423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1380305164" sldId="424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162578701" sldId="425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819027860" sldId="426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1709445879" sldId="427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3278387277" sldId="427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3535431228" sldId="428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772480871" sldId="428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077237454" sldId="429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182079352" sldId="440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136726420" sldId="441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4239463834" sldId="442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4020129732" sldId="443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9321398" sldId="444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547814166" sldId="445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708179619" sldId="446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483222396" sldId="448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893476586" sldId="449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1650498826" sldId="450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413582869" sldId="462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203229447" sldId="463"/>
        </pc:sldMkLst>
      </pc:sldChg>
      <pc:sldChg chg="add">
        <pc:chgData name="Josep Maria Herrera Marimon" userId="ec91813b-a46b-450e-90f5-79432b30d154" providerId="ADAL" clId="{A9265C38-B650-4562-A8F5-8DB033515C30}" dt="2025-03-19T09:04:08.967" v="301"/>
        <pc:sldMkLst>
          <pc:docMk/>
          <pc:sldMk cId="3722655817" sldId="465"/>
        </pc:sldMkLst>
      </pc:sldChg>
      <pc:sldChg chg="add">
        <pc:chgData name="Josep Maria Herrera Marimon" userId="ec91813b-a46b-450e-90f5-79432b30d154" providerId="ADAL" clId="{A9265C38-B650-4562-A8F5-8DB033515C30}" dt="2025-03-19T09:04:08.967" v="301"/>
        <pc:sldMkLst>
          <pc:docMk/>
          <pc:sldMk cId="2022026658" sldId="466"/>
        </pc:sldMkLst>
      </pc:sldChg>
      <pc:sldChg chg="add">
        <pc:chgData name="Josep Maria Herrera Marimon" userId="ec91813b-a46b-450e-90f5-79432b30d154" providerId="ADAL" clId="{A9265C38-B650-4562-A8F5-8DB033515C30}" dt="2025-03-19T09:04:08.967" v="301"/>
        <pc:sldMkLst>
          <pc:docMk/>
          <pc:sldMk cId="2135918341" sldId="467"/>
        </pc:sldMkLst>
      </pc:sldChg>
      <pc:sldChg chg="add">
        <pc:chgData name="Josep Maria Herrera Marimon" userId="ec91813b-a46b-450e-90f5-79432b30d154" providerId="ADAL" clId="{A9265C38-B650-4562-A8F5-8DB033515C30}" dt="2025-03-19T09:04:08.967" v="301"/>
        <pc:sldMkLst>
          <pc:docMk/>
          <pc:sldMk cId="1205810816" sldId="468"/>
        </pc:sldMkLst>
      </pc:sldChg>
      <pc:sldChg chg="add">
        <pc:chgData name="Josep Maria Herrera Marimon" userId="ec91813b-a46b-450e-90f5-79432b30d154" providerId="ADAL" clId="{A9265C38-B650-4562-A8F5-8DB033515C30}" dt="2025-03-19T09:04:08.967" v="301"/>
        <pc:sldMkLst>
          <pc:docMk/>
          <pc:sldMk cId="3222348994" sldId="469"/>
        </pc:sldMkLst>
      </pc:sldChg>
      <pc:sldChg chg="add">
        <pc:chgData name="Josep Maria Herrera Marimon" userId="ec91813b-a46b-450e-90f5-79432b30d154" providerId="ADAL" clId="{A9265C38-B650-4562-A8F5-8DB033515C30}" dt="2025-03-19T09:04:08.967" v="301"/>
        <pc:sldMkLst>
          <pc:docMk/>
          <pc:sldMk cId="2639562663" sldId="470"/>
        </pc:sldMkLst>
      </pc:sldChg>
      <pc:sldChg chg="add">
        <pc:chgData name="Josep Maria Herrera Marimon" userId="ec91813b-a46b-450e-90f5-79432b30d154" providerId="ADAL" clId="{A9265C38-B650-4562-A8F5-8DB033515C30}" dt="2025-03-19T09:04:08.967" v="301"/>
        <pc:sldMkLst>
          <pc:docMk/>
          <pc:sldMk cId="3137595583" sldId="471"/>
        </pc:sldMkLst>
      </pc:sldChg>
      <pc:sldChg chg="add">
        <pc:chgData name="Josep Maria Herrera Marimon" userId="ec91813b-a46b-450e-90f5-79432b30d154" providerId="ADAL" clId="{A9265C38-B650-4562-A8F5-8DB033515C30}" dt="2025-03-19T09:04:08.967" v="301"/>
        <pc:sldMkLst>
          <pc:docMk/>
          <pc:sldMk cId="118295799" sldId="472"/>
        </pc:sldMkLst>
      </pc:sldChg>
      <pc:sldChg chg="modSp add mod">
        <pc:chgData name="Josep Maria Herrera Marimon" userId="ec91813b-a46b-450e-90f5-79432b30d154" providerId="ADAL" clId="{A9265C38-B650-4562-A8F5-8DB033515C30}" dt="2025-03-19T11:00:41.459" v="313" actId="20577"/>
        <pc:sldMkLst>
          <pc:docMk/>
          <pc:sldMk cId="3978145182" sldId="473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1911490794" sldId="474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2251333572" sldId="475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3482510535" sldId="476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765832598" sldId="477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3558611693" sldId="477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3151704039" sldId="478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1228791965" sldId="479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827267411" sldId="480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1361679320" sldId="481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2418439724" sldId="481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4205689779" sldId="482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1090567978" sldId="483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1855680757" sldId="483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1532593948" sldId="484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121719461" sldId="485"/>
        </pc:sldMkLst>
      </pc:sldChg>
      <pc:sldChg chg="del">
        <pc:chgData name="Josep Maria Herrera Marimon" userId="ec91813b-a46b-450e-90f5-79432b30d154" providerId="ADAL" clId="{A9265C38-B650-4562-A8F5-8DB033515C30}" dt="2025-03-12T16:00:01.855" v="14" actId="47"/>
        <pc:sldMkLst>
          <pc:docMk/>
          <pc:sldMk cId="4005202096" sldId="486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1697829239" sldId="487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1096562843" sldId="488"/>
        </pc:sldMkLst>
      </pc:sldChg>
      <pc:sldChg chg="add">
        <pc:chgData name="Josep Maria Herrera Marimon" userId="ec91813b-a46b-450e-90f5-79432b30d154" providerId="ADAL" clId="{A9265C38-B650-4562-A8F5-8DB033515C30}" dt="2025-03-19T09:07:22.681" v="304"/>
        <pc:sldMkLst>
          <pc:docMk/>
          <pc:sldMk cId="3971291027" sldId="489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818375063" sldId="490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991312575" sldId="491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514893275" sldId="492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483062112" sldId="493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302575555" sldId="494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208410718" sldId="495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814342819" sldId="496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452342595" sldId="507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3071100166" sldId="508"/>
        </pc:sldMkLst>
      </pc:sldChg>
      <pc:sldChg chg="add">
        <pc:chgData name="Josep Maria Herrera Marimon" userId="ec91813b-a46b-450e-90f5-79432b30d154" providerId="ADAL" clId="{A9265C38-B650-4562-A8F5-8DB033515C30}" dt="2025-03-19T09:11:06.861" v="305"/>
        <pc:sldMkLst>
          <pc:docMk/>
          <pc:sldMk cId="2267150495" sldId="509"/>
        </pc:sldMkLst>
      </pc:sldChg>
      <pc:sldChg chg="modSp add del mod">
        <pc:chgData name="Josep Maria Herrera Marimon" userId="ec91813b-a46b-450e-90f5-79432b30d154" providerId="ADAL" clId="{A9265C38-B650-4562-A8F5-8DB033515C30}" dt="2025-03-19T19:08:02.890" v="1590" actId="20577"/>
        <pc:sldMkLst>
          <pc:docMk/>
          <pc:sldMk cId="2063936211" sldId="510"/>
        </pc:sldMkLst>
      </pc:sldChg>
      <pc:sldChg chg="modSp add mod">
        <pc:chgData name="Josep Maria Herrera Marimon" userId="ec91813b-a46b-450e-90f5-79432b30d154" providerId="ADAL" clId="{A9265C38-B650-4562-A8F5-8DB033515C30}" dt="2025-03-19T11:20:56.594" v="554" actId="20577"/>
        <pc:sldMkLst>
          <pc:docMk/>
          <pc:sldMk cId="1533819548" sldId="511"/>
        </pc:sldMkLst>
      </pc:sldChg>
      <pc:sldChg chg="addSp delSp modSp add mod">
        <pc:chgData name="Josep Maria Herrera Marimon" userId="ec91813b-a46b-450e-90f5-79432b30d154" providerId="ADAL" clId="{A9265C38-B650-4562-A8F5-8DB033515C30}" dt="2025-03-19T11:17:01.617" v="461" actId="20577"/>
        <pc:sldMkLst>
          <pc:docMk/>
          <pc:sldMk cId="902064949" sldId="512"/>
        </pc:sldMkLst>
      </pc:sldChg>
      <pc:sldChg chg="addSp modSp add mod">
        <pc:chgData name="Josep Maria Herrera Marimon" userId="ec91813b-a46b-450e-90f5-79432b30d154" providerId="ADAL" clId="{A9265C38-B650-4562-A8F5-8DB033515C30}" dt="2025-03-19T11:17:55.202" v="494" actId="14100"/>
        <pc:sldMkLst>
          <pc:docMk/>
          <pc:sldMk cId="1686661305" sldId="513"/>
        </pc:sldMkLst>
      </pc:sldChg>
      <pc:sldChg chg="addSp modSp add mod">
        <pc:chgData name="Josep Maria Herrera Marimon" userId="ec91813b-a46b-450e-90f5-79432b30d154" providerId="ADAL" clId="{A9265C38-B650-4562-A8F5-8DB033515C30}" dt="2025-03-19T11:18:44.566" v="545" actId="20577"/>
        <pc:sldMkLst>
          <pc:docMk/>
          <pc:sldMk cId="3351605550" sldId="514"/>
        </pc:sldMkLst>
      </pc:sldChg>
      <pc:sldChg chg="addSp delSp modSp add mod">
        <pc:chgData name="Josep Maria Herrera Marimon" userId="ec91813b-a46b-450e-90f5-79432b30d154" providerId="ADAL" clId="{A9265C38-B650-4562-A8F5-8DB033515C30}" dt="2025-03-19T11:45:36.508" v="674" actId="20577"/>
        <pc:sldMkLst>
          <pc:docMk/>
          <pc:sldMk cId="752675993" sldId="515"/>
        </pc:sldMkLst>
      </pc:sldChg>
      <pc:sldChg chg="addSp modSp add mod">
        <pc:chgData name="Josep Maria Herrera Marimon" userId="ec91813b-a46b-450e-90f5-79432b30d154" providerId="ADAL" clId="{A9265C38-B650-4562-A8F5-8DB033515C30}" dt="2025-03-19T15:54:43.932" v="1045" actId="1076"/>
        <pc:sldMkLst>
          <pc:docMk/>
          <pc:sldMk cId="3043064213" sldId="516"/>
        </pc:sldMkLst>
      </pc:sldChg>
      <pc:sldChg chg="addSp modSp add mod">
        <pc:chgData name="Josep Maria Herrera Marimon" userId="ec91813b-a46b-450e-90f5-79432b30d154" providerId="ADAL" clId="{A9265C38-B650-4562-A8F5-8DB033515C30}" dt="2025-03-19T16:32:59.795" v="1540" actId="20577"/>
        <pc:sldMkLst>
          <pc:docMk/>
          <pc:sldMk cId="4279718086" sldId="517"/>
        </pc:sldMkLst>
      </pc:sldChg>
      <pc:sldChg chg="modSp add mod">
        <pc:chgData name="Josep Maria Herrera Marimon" userId="ec91813b-a46b-450e-90f5-79432b30d154" providerId="ADAL" clId="{A9265C38-B650-4562-A8F5-8DB033515C30}" dt="2025-03-19T16:38:36.812" v="1567" actId="20577"/>
        <pc:sldMkLst>
          <pc:docMk/>
          <pc:sldMk cId="1820281243" sldId="518"/>
        </pc:sldMkLst>
      </pc:sldChg>
      <pc:sldChg chg="add del">
        <pc:chgData name="Josep Maria Herrera Marimon" userId="ec91813b-a46b-450e-90f5-79432b30d154" providerId="ADAL" clId="{A9265C38-B650-4562-A8F5-8DB033515C30}" dt="2025-03-19T19:07:33.555" v="1568" actId="47"/>
        <pc:sldMkLst>
          <pc:docMk/>
          <pc:sldMk cId="2397649302" sldId="519"/>
        </pc:sldMkLst>
      </pc:sldChg>
      <pc:sldChg chg="add">
        <pc:chgData name="Josep Maria Herrera Marimon" userId="ec91813b-a46b-450e-90f5-79432b30d154" providerId="ADAL" clId="{A9265C38-B650-4562-A8F5-8DB033515C30}" dt="2025-03-19T16:05:46.757" v="1128"/>
        <pc:sldMkLst>
          <pc:docMk/>
          <pc:sldMk cId="3634168848" sldId="520"/>
        </pc:sldMkLst>
      </pc:sldChg>
      <pc:sldChg chg="addSp delSp modSp add mod">
        <pc:chgData name="Josep Maria Herrera Marimon" userId="ec91813b-a46b-450e-90f5-79432b30d154" providerId="ADAL" clId="{A9265C38-B650-4562-A8F5-8DB033515C30}" dt="2025-03-19T16:08:38.582" v="1158" actId="12"/>
        <pc:sldMkLst>
          <pc:docMk/>
          <pc:sldMk cId="1173785866" sldId="521"/>
        </pc:sldMkLst>
      </pc:sldChg>
      <pc:sldChg chg="add">
        <pc:chgData name="Josep Maria Herrera Marimon" userId="ec91813b-a46b-450e-90f5-79432b30d154" providerId="ADAL" clId="{A9265C38-B650-4562-A8F5-8DB033515C30}" dt="2025-03-19T19:07:49.662" v="1571"/>
        <pc:sldMkLst>
          <pc:docMk/>
          <pc:sldMk cId="1176863794" sldId="522"/>
        </pc:sldMkLst>
      </pc:sldChg>
      <pc:sldChg chg="addSp delSp modSp add mod">
        <pc:chgData name="Josep Maria Herrera Marimon" userId="ec91813b-a46b-450e-90f5-79432b30d154" providerId="ADAL" clId="{A9265C38-B650-4562-A8F5-8DB033515C30}" dt="2025-03-19T19:27:29.404" v="1646" actId="1076"/>
        <pc:sldMkLst>
          <pc:docMk/>
          <pc:sldMk cId="912083773" sldId="523"/>
        </pc:sldMkLst>
      </pc:sldChg>
      <pc:sldChg chg="delSp modSp add mod">
        <pc:chgData name="Josep Maria Herrera Marimon" userId="ec91813b-a46b-450e-90f5-79432b30d154" providerId="ADAL" clId="{A9265C38-B650-4562-A8F5-8DB033515C30}" dt="2025-03-20T07:36:10.141" v="1702" actId="20577"/>
        <pc:sldMkLst>
          <pc:docMk/>
          <pc:sldMk cId="2423877030" sldId="524"/>
        </pc:sldMkLst>
      </pc:sldChg>
      <pc:sldChg chg="delSp modSp add mod">
        <pc:chgData name="Josep Maria Herrera Marimon" userId="ec91813b-a46b-450e-90f5-79432b30d154" providerId="ADAL" clId="{A9265C38-B650-4562-A8F5-8DB033515C30}" dt="2025-03-19T19:30:15.322" v="1650" actId="20577"/>
        <pc:sldMkLst>
          <pc:docMk/>
          <pc:sldMk cId="1688261493" sldId="525"/>
        </pc:sldMkLst>
      </pc:sldChg>
      <pc:sldChg chg="add">
        <pc:chgData name="Josep Maria Herrera Marimon" userId="ec91813b-a46b-450e-90f5-79432b30d154" providerId="ADAL" clId="{A9265C38-B650-4562-A8F5-8DB033515C30}" dt="2025-03-19T19:30:18.118" v="1651"/>
        <pc:sldMkLst>
          <pc:docMk/>
          <pc:sldMk cId="2734443557" sldId="526"/>
        </pc:sldMkLst>
      </pc:sldChg>
      <pc:sldChg chg="add">
        <pc:chgData name="Josep Maria Herrera Marimon" userId="ec91813b-a46b-450e-90f5-79432b30d154" providerId="ADAL" clId="{A9265C38-B650-4562-A8F5-8DB033515C30}" dt="2025-03-19T19:30:18.467" v="1652"/>
        <pc:sldMkLst>
          <pc:docMk/>
          <pc:sldMk cId="1055750870" sldId="527"/>
        </pc:sldMkLst>
      </pc:sldChg>
      <pc:sldChg chg="add">
        <pc:chgData name="Josep Maria Herrera Marimon" userId="ec91813b-a46b-450e-90f5-79432b30d154" providerId="ADAL" clId="{A9265C38-B650-4562-A8F5-8DB033515C30}" dt="2025-03-19T19:30:18.699" v="1653"/>
        <pc:sldMkLst>
          <pc:docMk/>
          <pc:sldMk cId="1863952922" sldId="528"/>
        </pc:sldMkLst>
      </pc:sldChg>
      <pc:sldChg chg="add">
        <pc:chgData name="Josep Maria Herrera Marimon" userId="ec91813b-a46b-450e-90f5-79432b30d154" providerId="ADAL" clId="{A9265C38-B650-4562-A8F5-8DB033515C30}" dt="2025-03-19T19:30:19.003" v="1654"/>
        <pc:sldMkLst>
          <pc:docMk/>
          <pc:sldMk cId="3521681566" sldId="529"/>
        </pc:sldMkLst>
      </pc:sldChg>
      <pc:sldChg chg="add">
        <pc:chgData name="Josep Maria Herrera Marimon" userId="ec91813b-a46b-450e-90f5-79432b30d154" providerId="ADAL" clId="{A9265C38-B650-4562-A8F5-8DB033515C30}" dt="2025-03-19T19:30:19.176" v="1655"/>
        <pc:sldMkLst>
          <pc:docMk/>
          <pc:sldMk cId="2651142029" sldId="530"/>
        </pc:sldMkLst>
      </pc:sldChg>
      <pc:sldChg chg="add">
        <pc:chgData name="Josep Maria Herrera Marimon" userId="ec91813b-a46b-450e-90f5-79432b30d154" providerId="ADAL" clId="{A9265C38-B650-4562-A8F5-8DB033515C30}" dt="2025-03-19T19:30:19.403" v="1656"/>
        <pc:sldMkLst>
          <pc:docMk/>
          <pc:sldMk cId="1586964704" sldId="531"/>
        </pc:sldMkLst>
      </pc:sldChg>
      <pc:sldChg chg="add">
        <pc:chgData name="Josep Maria Herrera Marimon" userId="ec91813b-a46b-450e-90f5-79432b30d154" providerId="ADAL" clId="{A9265C38-B650-4562-A8F5-8DB033515C30}" dt="2025-03-19T19:30:19.623" v="1657"/>
        <pc:sldMkLst>
          <pc:docMk/>
          <pc:sldMk cId="809245518" sldId="532"/>
        </pc:sldMkLst>
      </pc:sldChg>
      <pc:sldChg chg="modSp add mod">
        <pc:chgData name="Josep Maria Herrera Marimon" userId="ec91813b-a46b-450e-90f5-79432b30d154" providerId="ADAL" clId="{A9265C38-B650-4562-A8F5-8DB033515C30}" dt="2025-03-19T19:30:56.330" v="1669" actId="1076"/>
        <pc:sldMkLst>
          <pc:docMk/>
          <pc:sldMk cId="3988245638" sldId="533"/>
        </pc:sldMkLst>
      </pc:sldChg>
    </pc:docChg>
  </pc:docChgLst>
  <pc:docChgLst>
    <pc:chgData name="Josep Maria Herrera Marimon" userId="ec91813b-a46b-450e-90f5-79432b30d154" providerId="ADAL" clId="{AE4944AB-48C7-4701-BE45-74CF79279177}"/>
    <pc:docChg chg="undo custSel addSld delSld modSld">
      <pc:chgData name="Josep Maria Herrera Marimon" userId="ec91813b-a46b-450e-90f5-79432b30d154" providerId="ADAL" clId="{AE4944AB-48C7-4701-BE45-74CF79279177}" dt="2023-06-09T07:16:28.253" v="43" actId="47"/>
      <pc:docMkLst>
        <pc:docMk/>
      </pc:docMkLst>
      <pc:sldChg chg="modSp mod">
        <pc:chgData name="Josep Maria Herrera Marimon" userId="ec91813b-a46b-450e-90f5-79432b30d154" providerId="ADAL" clId="{AE4944AB-48C7-4701-BE45-74CF79279177}" dt="2023-06-09T07:15:02.826" v="11" actId="20577"/>
        <pc:sldMkLst>
          <pc:docMk/>
          <pc:sldMk cId="1942183190" sldId="256"/>
        </pc:sldMkLst>
      </pc:sldChg>
      <pc:sldChg chg="del">
        <pc:chgData name="Josep Maria Herrera Marimon" userId="ec91813b-a46b-450e-90f5-79432b30d154" providerId="ADAL" clId="{AE4944AB-48C7-4701-BE45-74CF79279177}" dt="2023-06-09T07:15:08.724" v="12" actId="47"/>
        <pc:sldMkLst>
          <pc:docMk/>
          <pc:sldMk cId="3044182988" sldId="257"/>
        </pc:sldMkLst>
      </pc:sldChg>
      <pc:sldChg chg="del">
        <pc:chgData name="Josep Maria Herrera Marimon" userId="ec91813b-a46b-450e-90f5-79432b30d154" providerId="ADAL" clId="{AE4944AB-48C7-4701-BE45-74CF79279177}" dt="2023-06-09T07:15:25.423" v="13" actId="47"/>
        <pc:sldMkLst>
          <pc:docMk/>
          <pc:sldMk cId="2053424092" sldId="262"/>
        </pc:sldMkLst>
      </pc:sldChg>
      <pc:sldChg chg="del">
        <pc:chgData name="Josep Maria Herrera Marimon" userId="ec91813b-a46b-450e-90f5-79432b30d154" providerId="ADAL" clId="{AE4944AB-48C7-4701-BE45-74CF79279177}" dt="2023-06-09T07:15:08.724" v="12" actId="47"/>
        <pc:sldMkLst>
          <pc:docMk/>
          <pc:sldMk cId="492019113" sldId="274"/>
        </pc:sldMkLst>
      </pc:sldChg>
      <pc:sldChg chg="del">
        <pc:chgData name="Josep Maria Herrera Marimon" userId="ec91813b-a46b-450e-90f5-79432b30d154" providerId="ADAL" clId="{AE4944AB-48C7-4701-BE45-74CF79279177}" dt="2023-06-09T07:15:08.724" v="12" actId="47"/>
        <pc:sldMkLst>
          <pc:docMk/>
          <pc:sldMk cId="1487464807" sldId="275"/>
        </pc:sldMkLst>
      </pc:sldChg>
      <pc:sldChg chg="del">
        <pc:chgData name="Josep Maria Herrera Marimon" userId="ec91813b-a46b-450e-90f5-79432b30d154" providerId="ADAL" clId="{AE4944AB-48C7-4701-BE45-74CF79279177}" dt="2023-06-09T07:15:08.724" v="12" actId="47"/>
        <pc:sldMkLst>
          <pc:docMk/>
          <pc:sldMk cId="4207688934" sldId="281"/>
        </pc:sldMkLst>
      </pc:sldChg>
      <pc:sldChg chg="del">
        <pc:chgData name="Josep Maria Herrera Marimon" userId="ec91813b-a46b-450e-90f5-79432b30d154" providerId="ADAL" clId="{AE4944AB-48C7-4701-BE45-74CF79279177}" dt="2023-06-09T07:15:25.423" v="13" actId="47"/>
        <pc:sldMkLst>
          <pc:docMk/>
          <pc:sldMk cId="796518760" sldId="287"/>
        </pc:sldMkLst>
      </pc:sldChg>
      <pc:sldChg chg="add del">
        <pc:chgData name="Josep Maria Herrera Marimon" userId="ec91813b-a46b-450e-90f5-79432b30d154" providerId="ADAL" clId="{AE4944AB-48C7-4701-BE45-74CF79279177}" dt="2023-06-09T07:16:12.574" v="40" actId="47"/>
        <pc:sldMkLst>
          <pc:docMk/>
          <pc:sldMk cId="1217379116" sldId="288"/>
        </pc:sldMkLst>
      </pc:sldChg>
      <pc:sldChg chg="add del">
        <pc:chgData name="Josep Maria Herrera Marimon" userId="ec91813b-a46b-450e-90f5-79432b30d154" providerId="ADAL" clId="{AE4944AB-48C7-4701-BE45-74CF79279177}" dt="2023-06-09T07:16:22.760" v="41" actId="47"/>
        <pc:sldMkLst>
          <pc:docMk/>
          <pc:sldMk cId="1494541756" sldId="289"/>
        </pc:sldMkLst>
      </pc:sldChg>
      <pc:sldChg chg="del">
        <pc:chgData name="Josep Maria Herrera Marimon" userId="ec91813b-a46b-450e-90f5-79432b30d154" providerId="ADAL" clId="{AE4944AB-48C7-4701-BE45-74CF79279177}" dt="2023-06-09T07:15:25.423" v="13" actId="47"/>
        <pc:sldMkLst>
          <pc:docMk/>
          <pc:sldMk cId="3609321729" sldId="290"/>
        </pc:sldMkLst>
      </pc:sldChg>
      <pc:sldChg chg="del">
        <pc:chgData name="Josep Maria Herrera Marimon" userId="ec91813b-a46b-450e-90f5-79432b30d154" providerId="ADAL" clId="{AE4944AB-48C7-4701-BE45-74CF79279177}" dt="2023-06-09T07:15:25.423" v="13" actId="47"/>
        <pc:sldMkLst>
          <pc:docMk/>
          <pc:sldMk cId="2760488417" sldId="291"/>
        </pc:sldMkLst>
      </pc:sldChg>
      <pc:sldChg chg="del">
        <pc:chgData name="Josep Maria Herrera Marimon" userId="ec91813b-a46b-450e-90f5-79432b30d154" providerId="ADAL" clId="{AE4944AB-48C7-4701-BE45-74CF79279177}" dt="2023-06-09T07:15:25.423" v="13" actId="47"/>
        <pc:sldMkLst>
          <pc:docMk/>
          <pc:sldMk cId="1850839270" sldId="292"/>
        </pc:sldMkLst>
      </pc:sldChg>
      <pc:sldChg chg="del">
        <pc:chgData name="Josep Maria Herrera Marimon" userId="ec91813b-a46b-450e-90f5-79432b30d154" providerId="ADAL" clId="{AE4944AB-48C7-4701-BE45-74CF79279177}" dt="2023-06-09T07:15:29.147" v="14" actId="47"/>
        <pc:sldMkLst>
          <pc:docMk/>
          <pc:sldMk cId="396725004" sldId="293"/>
        </pc:sldMkLst>
      </pc:sldChg>
      <pc:sldChg chg="del">
        <pc:chgData name="Josep Maria Herrera Marimon" userId="ec91813b-a46b-450e-90f5-79432b30d154" providerId="ADAL" clId="{AE4944AB-48C7-4701-BE45-74CF79279177}" dt="2023-06-09T07:15:29.147" v="14" actId="47"/>
        <pc:sldMkLst>
          <pc:docMk/>
          <pc:sldMk cId="1655275264" sldId="294"/>
        </pc:sldMkLst>
      </pc:sldChg>
      <pc:sldChg chg="del">
        <pc:chgData name="Josep Maria Herrera Marimon" userId="ec91813b-a46b-450e-90f5-79432b30d154" providerId="ADAL" clId="{AE4944AB-48C7-4701-BE45-74CF79279177}" dt="2023-06-09T07:15:29.147" v="14" actId="47"/>
        <pc:sldMkLst>
          <pc:docMk/>
          <pc:sldMk cId="2401027557" sldId="295"/>
        </pc:sldMkLst>
      </pc:sldChg>
      <pc:sldChg chg="del">
        <pc:chgData name="Josep Maria Herrera Marimon" userId="ec91813b-a46b-450e-90f5-79432b30d154" providerId="ADAL" clId="{AE4944AB-48C7-4701-BE45-74CF79279177}" dt="2023-06-09T07:15:29.147" v="14" actId="47"/>
        <pc:sldMkLst>
          <pc:docMk/>
          <pc:sldMk cId="78872398" sldId="296"/>
        </pc:sldMkLst>
      </pc:sldChg>
      <pc:sldChg chg="del">
        <pc:chgData name="Josep Maria Herrera Marimon" userId="ec91813b-a46b-450e-90f5-79432b30d154" providerId="ADAL" clId="{AE4944AB-48C7-4701-BE45-74CF79279177}" dt="2023-06-09T07:15:39.157" v="15" actId="47"/>
        <pc:sldMkLst>
          <pc:docMk/>
          <pc:sldMk cId="3104846191" sldId="297"/>
        </pc:sldMkLst>
      </pc:sldChg>
      <pc:sldChg chg="del">
        <pc:chgData name="Josep Maria Herrera Marimon" userId="ec91813b-a46b-450e-90f5-79432b30d154" providerId="ADAL" clId="{AE4944AB-48C7-4701-BE45-74CF79279177}" dt="2023-06-09T07:16:02.769" v="26" actId="47"/>
        <pc:sldMkLst>
          <pc:docMk/>
          <pc:sldMk cId="286046674" sldId="298"/>
        </pc:sldMkLst>
      </pc:sldChg>
      <pc:sldChg chg="del">
        <pc:chgData name="Josep Maria Herrera Marimon" userId="ec91813b-a46b-450e-90f5-79432b30d154" providerId="ADAL" clId="{AE4944AB-48C7-4701-BE45-74CF79279177}" dt="2023-06-09T07:15:40.976" v="16" actId="47"/>
        <pc:sldMkLst>
          <pc:docMk/>
          <pc:sldMk cId="2214270807" sldId="299"/>
        </pc:sldMkLst>
      </pc:sldChg>
      <pc:sldChg chg="del">
        <pc:chgData name="Josep Maria Herrera Marimon" userId="ec91813b-a46b-450e-90f5-79432b30d154" providerId="ADAL" clId="{AE4944AB-48C7-4701-BE45-74CF79279177}" dt="2023-06-09T07:16:01.353" v="23" actId="47"/>
        <pc:sldMkLst>
          <pc:docMk/>
          <pc:sldMk cId="1464641979" sldId="300"/>
        </pc:sldMkLst>
      </pc:sldChg>
      <pc:sldChg chg="del">
        <pc:chgData name="Josep Maria Herrera Marimon" userId="ec91813b-a46b-450e-90f5-79432b30d154" providerId="ADAL" clId="{AE4944AB-48C7-4701-BE45-74CF79279177}" dt="2023-06-09T07:16:02.096" v="24" actId="47"/>
        <pc:sldMkLst>
          <pc:docMk/>
          <pc:sldMk cId="3476855435" sldId="301"/>
        </pc:sldMkLst>
      </pc:sldChg>
      <pc:sldChg chg="del">
        <pc:chgData name="Josep Maria Herrera Marimon" userId="ec91813b-a46b-450e-90f5-79432b30d154" providerId="ADAL" clId="{AE4944AB-48C7-4701-BE45-74CF79279177}" dt="2023-06-09T07:16:02.472" v="25" actId="47"/>
        <pc:sldMkLst>
          <pc:docMk/>
          <pc:sldMk cId="894525879" sldId="302"/>
        </pc:sldMkLst>
      </pc:sldChg>
      <pc:sldChg chg="del">
        <pc:chgData name="Josep Maria Herrera Marimon" userId="ec91813b-a46b-450e-90f5-79432b30d154" providerId="ADAL" clId="{AE4944AB-48C7-4701-BE45-74CF79279177}" dt="2023-06-09T07:16:03.379" v="28" actId="47"/>
        <pc:sldMkLst>
          <pc:docMk/>
          <pc:sldMk cId="637227487" sldId="303"/>
        </pc:sldMkLst>
      </pc:sldChg>
      <pc:sldChg chg="del">
        <pc:chgData name="Josep Maria Herrera Marimon" userId="ec91813b-a46b-450e-90f5-79432b30d154" providerId="ADAL" clId="{AE4944AB-48C7-4701-BE45-74CF79279177}" dt="2023-06-09T07:16:04.956" v="33" actId="47"/>
        <pc:sldMkLst>
          <pc:docMk/>
          <pc:sldMk cId="2001640094" sldId="304"/>
        </pc:sldMkLst>
      </pc:sldChg>
      <pc:sldChg chg="del">
        <pc:chgData name="Josep Maria Herrera Marimon" userId="ec91813b-a46b-450e-90f5-79432b30d154" providerId="ADAL" clId="{AE4944AB-48C7-4701-BE45-74CF79279177}" dt="2023-06-09T07:16:05.211" v="34" actId="47"/>
        <pc:sldMkLst>
          <pc:docMk/>
          <pc:sldMk cId="3311874055" sldId="305"/>
        </pc:sldMkLst>
      </pc:sldChg>
      <pc:sldChg chg="del">
        <pc:chgData name="Josep Maria Herrera Marimon" userId="ec91813b-a46b-450e-90f5-79432b30d154" providerId="ADAL" clId="{AE4944AB-48C7-4701-BE45-74CF79279177}" dt="2023-06-09T07:16:05.520" v="35" actId="47"/>
        <pc:sldMkLst>
          <pc:docMk/>
          <pc:sldMk cId="113792955" sldId="306"/>
        </pc:sldMkLst>
      </pc:sldChg>
      <pc:sldChg chg="del">
        <pc:chgData name="Josep Maria Herrera Marimon" userId="ec91813b-a46b-450e-90f5-79432b30d154" providerId="ADAL" clId="{AE4944AB-48C7-4701-BE45-74CF79279177}" dt="2023-06-09T07:16:06.162" v="36" actId="47"/>
        <pc:sldMkLst>
          <pc:docMk/>
          <pc:sldMk cId="4273026588" sldId="307"/>
        </pc:sldMkLst>
      </pc:sldChg>
      <pc:sldChg chg="add del">
        <pc:chgData name="Josep Maria Herrera Marimon" userId="ec91813b-a46b-450e-90f5-79432b30d154" providerId="ADAL" clId="{AE4944AB-48C7-4701-BE45-74CF79279177}" dt="2023-06-09T07:16:28.253" v="43" actId="47"/>
        <pc:sldMkLst>
          <pc:docMk/>
          <pc:sldMk cId="583477465" sldId="308"/>
        </pc:sldMkLst>
      </pc:sldChg>
      <pc:sldChg chg="del">
        <pc:chgData name="Josep Maria Herrera Marimon" userId="ec91813b-a46b-450e-90f5-79432b30d154" providerId="ADAL" clId="{AE4944AB-48C7-4701-BE45-74CF79279177}" dt="2023-06-09T07:16:03.032" v="27" actId="47"/>
        <pc:sldMkLst>
          <pc:docMk/>
          <pc:sldMk cId="3018376454" sldId="309"/>
        </pc:sldMkLst>
      </pc:sldChg>
      <pc:sldChg chg="del">
        <pc:chgData name="Josep Maria Herrera Marimon" userId="ec91813b-a46b-450e-90f5-79432b30d154" providerId="ADAL" clId="{AE4944AB-48C7-4701-BE45-74CF79279177}" dt="2023-06-09T07:16:04.493" v="31" actId="47"/>
        <pc:sldMkLst>
          <pc:docMk/>
          <pc:sldMk cId="805640535" sldId="311"/>
        </pc:sldMkLst>
      </pc:sldChg>
      <pc:sldChg chg="del">
        <pc:chgData name="Josep Maria Herrera Marimon" userId="ec91813b-a46b-450e-90f5-79432b30d154" providerId="ADAL" clId="{AE4944AB-48C7-4701-BE45-74CF79279177}" dt="2023-06-09T07:16:03.990" v="30" actId="47"/>
        <pc:sldMkLst>
          <pc:docMk/>
          <pc:sldMk cId="646219748" sldId="312"/>
        </pc:sldMkLst>
      </pc:sldChg>
      <pc:sldChg chg="del">
        <pc:chgData name="Josep Maria Herrera Marimon" userId="ec91813b-a46b-450e-90f5-79432b30d154" providerId="ADAL" clId="{AE4944AB-48C7-4701-BE45-74CF79279177}" dt="2023-06-09T07:16:04.725" v="32" actId="47"/>
        <pc:sldMkLst>
          <pc:docMk/>
          <pc:sldMk cId="753231097" sldId="313"/>
        </pc:sldMkLst>
      </pc:sldChg>
      <pc:sldChg chg="del">
        <pc:chgData name="Josep Maria Herrera Marimon" userId="ec91813b-a46b-450e-90f5-79432b30d154" providerId="ADAL" clId="{AE4944AB-48C7-4701-BE45-74CF79279177}" dt="2023-06-09T07:16:03.777" v="29" actId="47"/>
        <pc:sldMkLst>
          <pc:docMk/>
          <pc:sldMk cId="4203510878" sldId="314"/>
        </pc:sldMkLst>
      </pc:sldChg>
      <pc:sldChg chg="del">
        <pc:chgData name="Josep Maria Herrera Marimon" userId="ec91813b-a46b-450e-90f5-79432b30d154" providerId="ADAL" clId="{AE4944AB-48C7-4701-BE45-74CF79279177}" dt="2023-06-09T07:15:44.690" v="17" actId="47"/>
        <pc:sldMkLst>
          <pc:docMk/>
          <pc:sldMk cId="827427953" sldId="315"/>
        </pc:sldMkLst>
      </pc:sldChg>
      <pc:sldChg chg="del">
        <pc:chgData name="Josep Maria Herrera Marimon" userId="ec91813b-a46b-450e-90f5-79432b30d154" providerId="ADAL" clId="{AE4944AB-48C7-4701-BE45-74CF79279177}" dt="2023-06-09T07:15:51.332" v="19" actId="47"/>
        <pc:sldMkLst>
          <pc:docMk/>
          <pc:sldMk cId="3552784406" sldId="317"/>
        </pc:sldMkLst>
      </pc:sldChg>
      <pc:sldChg chg="del">
        <pc:chgData name="Josep Maria Herrera Marimon" userId="ec91813b-a46b-450e-90f5-79432b30d154" providerId="ADAL" clId="{AE4944AB-48C7-4701-BE45-74CF79279177}" dt="2023-06-09T07:15:54.584" v="20" actId="47"/>
        <pc:sldMkLst>
          <pc:docMk/>
          <pc:sldMk cId="3181760124" sldId="318"/>
        </pc:sldMkLst>
      </pc:sldChg>
      <pc:sldChg chg="del">
        <pc:chgData name="Josep Maria Herrera Marimon" userId="ec91813b-a46b-450e-90f5-79432b30d154" providerId="ADAL" clId="{AE4944AB-48C7-4701-BE45-74CF79279177}" dt="2023-06-09T07:15:55.417" v="21" actId="47"/>
        <pc:sldMkLst>
          <pc:docMk/>
          <pc:sldMk cId="451996062" sldId="319"/>
        </pc:sldMkLst>
      </pc:sldChg>
      <pc:sldChg chg="del">
        <pc:chgData name="Josep Maria Herrera Marimon" userId="ec91813b-a46b-450e-90f5-79432b30d154" providerId="ADAL" clId="{AE4944AB-48C7-4701-BE45-74CF79279177}" dt="2023-06-09T07:15:59.663" v="22" actId="47"/>
        <pc:sldMkLst>
          <pc:docMk/>
          <pc:sldMk cId="3843718708" sldId="320"/>
        </pc:sldMkLst>
      </pc:sldChg>
      <pc:sldChg chg="del">
        <pc:chgData name="Josep Maria Herrera Marimon" userId="ec91813b-a46b-450e-90f5-79432b30d154" providerId="ADAL" clId="{AE4944AB-48C7-4701-BE45-74CF79279177}" dt="2023-06-09T07:15:45.573" v="18" actId="47"/>
        <pc:sldMkLst>
          <pc:docMk/>
          <pc:sldMk cId="3600052845" sldId="321"/>
        </pc:sldMkLst>
      </pc:sldChg>
    </pc:docChg>
  </pc:docChgLst>
  <pc:docChgLst>
    <pc:chgData name="Josep Maria Herrera Marimon" userId="ec91813b-a46b-450e-90f5-79432b30d154" providerId="ADAL" clId="{7B07D691-3692-499E-8247-EE4588653D58}"/>
    <pc:docChg chg="undo custSel addSld delSld modSld">
      <pc:chgData name="Josep Maria Herrera Marimon" userId="ec91813b-a46b-450e-90f5-79432b30d154" providerId="ADAL" clId="{7B07D691-3692-499E-8247-EE4588653D58}" dt="2022-11-03T15:33:47.884" v="2434" actId="20577"/>
      <pc:docMkLst>
        <pc:docMk/>
      </pc:docMkLst>
      <pc:sldChg chg="addSp delSp modSp mod">
        <pc:chgData name="Josep Maria Herrera Marimon" userId="ec91813b-a46b-450e-90f5-79432b30d154" providerId="ADAL" clId="{7B07D691-3692-499E-8247-EE4588653D58}" dt="2022-11-03T15:33:47.884" v="2434" actId="20577"/>
        <pc:sldMkLst>
          <pc:docMk/>
          <pc:sldMk cId="1942183190" sldId="256"/>
        </pc:sldMkLst>
      </pc:sldChg>
      <pc:sldChg chg="addSp modSp mod">
        <pc:chgData name="Josep Maria Herrera Marimon" userId="ec91813b-a46b-450e-90f5-79432b30d154" providerId="ADAL" clId="{7B07D691-3692-499E-8247-EE4588653D58}" dt="2022-10-24T07:34:05.152" v="2406" actId="20577"/>
        <pc:sldMkLst>
          <pc:docMk/>
          <pc:sldMk cId="3044182988" sldId="257"/>
        </pc:sldMkLst>
      </pc:sldChg>
      <pc:sldChg chg="addSp delSp modSp del mod">
        <pc:chgData name="Josep Maria Herrera Marimon" userId="ec91813b-a46b-450e-90f5-79432b30d154" providerId="ADAL" clId="{7B07D691-3692-499E-8247-EE4588653D58}" dt="2022-10-01T17:36:10.419" v="124" actId="47"/>
        <pc:sldMkLst>
          <pc:docMk/>
          <pc:sldMk cId="4085468298" sldId="259"/>
        </pc:sldMkLst>
      </pc:sldChg>
      <pc:sldChg chg="del">
        <pc:chgData name="Josep Maria Herrera Marimon" userId="ec91813b-a46b-450e-90f5-79432b30d154" providerId="ADAL" clId="{7B07D691-3692-499E-8247-EE4588653D58}" dt="2022-10-24T07:33:46.939" v="2386" actId="47"/>
        <pc:sldMkLst>
          <pc:docMk/>
          <pc:sldMk cId="3375276284" sldId="260"/>
        </pc:sldMkLst>
      </pc:sldChg>
      <pc:sldChg chg="del">
        <pc:chgData name="Josep Maria Herrera Marimon" userId="ec91813b-a46b-450e-90f5-79432b30d154" providerId="ADAL" clId="{7B07D691-3692-499E-8247-EE4588653D58}" dt="2022-10-01T08:56:57.805" v="6" actId="47"/>
        <pc:sldMkLst>
          <pc:docMk/>
          <pc:sldMk cId="840770800" sldId="261"/>
        </pc:sldMkLst>
      </pc:sldChg>
      <pc:sldChg chg="delSp modSp mod">
        <pc:chgData name="Josep Maria Herrera Marimon" userId="ec91813b-a46b-450e-90f5-79432b30d154" providerId="ADAL" clId="{7B07D691-3692-499E-8247-EE4588653D58}" dt="2022-10-01T17:30:12.757" v="123" actId="20577"/>
        <pc:sldMkLst>
          <pc:docMk/>
          <pc:sldMk cId="2053424092" sldId="262"/>
        </pc:sldMkLst>
      </pc:sldChg>
      <pc:sldChg chg="del">
        <pc:chgData name="Josep Maria Herrera Marimon" userId="ec91813b-a46b-450e-90f5-79432b30d154" providerId="ADAL" clId="{7B07D691-3692-499E-8247-EE4588653D58}" dt="2022-10-01T08:56:52.554" v="2" actId="47"/>
        <pc:sldMkLst>
          <pc:docMk/>
          <pc:sldMk cId="464114118" sldId="264"/>
        </pc:sldMkLst>
      </pc:sldChg>
      <pc:sldChg chg="del">
        <pc:chgData name="Josep Maria Herrera Marimon" userId="ec91813b-a46b-450e-90f5-79432b30d154" providerId="ADAL" clId="{7B07D691-3692-499E-8247-EE4588653D58}" dt="2022-10-01T08:56:53.968" v="3" actId="47"/>
        <pc:sldMkLst>
          <pc:docMk/>
          <pc:sldMk cId="4200366489" sldId="265"/>
        </pc:sldMkLst>
      </pc:sldChg>
      <pc:sldChg chg="del">
        <pc:chgData name="Josep Maria Herrera Marimon" userId="ec91813b-a46b-450e-90f5-79432b30d154" providerId="ADAL" clId="{7B07D691-3692-499E-8247-EE4588653D58}" dt="2022-10-01T08:56:55.142" v="4" actId="47"/>
        <pc:sldMkLst>
          <pc:docMk/>
          <pc:sldMk cId="1700945982" sldId="266"/>
        </pc:sldMkLst>
      </pc:sldChg>
      <pc:sldChg chg="del">
        <pc:chgData name="Josep Maria Herrera Marimon" userId="ec91813b-a46b-450e-90f5-79432b30d154" providerId="ADAL" clId="{7B07D691-3692-499E-8247-EE4588653D58}" dt="2022-10-01T08:56:55.813" v="5" actId="47"/>
        <pc:sldMkLst>
          <pc:docMk/>
          <pc:sldMk cId="4131219684" sldId="267"/>
        </pc:sldMkLst>
      </pc:sldChg>
      <pc:sldChg chg="add">
        <pc:chgData name="Josep Maria Herrera Marimon" userId="ec91813b-a46b-450e-90f5-79432b30d154" providerId="ADAL" clId="{7B07D691-3692-499E-8247-EE4588653D58}" dt="2022-10-01T17:02:31.726" v="10"/>
        <pc:sldMkLst>
          <pc:docMk/>
          <pc:sldMk cId="492019113" sldId="274"/>
        </pc:sldMkLst>
      </pc:sldChg>
      <pc:sldChg chg="add">
        <pc:chgData name="Josep Maria Herrera Marimon" userId="ec91813b-a46b-450e-90f5-79432b30d154" providerId="ADAL" clId="{7B07D691-3692-499E-8247-EE4588653D58}" dt="2022-10-01T17:02:39.220" v="11"/>
        <pc:sldMkLst>
          <pc:docMk/>
          <pc:sldMk cId="1487464807" sldId="275"/>
        </pc:sldMkLst>
      </pc:sldChg>
      <pc:sldChg chg="modSp add del mod">
        <pc:chgData name="Josep Maria Herrera Marimon" userId="ec91813b-a46b-450e-90f5-79432b30d154" providerId="ADAL" clId="{7B07D691-3692-499E-8247-EE4588653D58}" dt="2022-10-01T17:05:37.019" v="21" actId="27636"/>
        <pc:sldMkLst>
          <pc:docMk/>
          <pc:sldMk cId="1661475989" sldId="276"/>
        </pc:sldMkLst>
      </pc:sldChg>
      <pc:sldChg chg="modSp add del mod">
        <pc:chgData name="Josep Maria Herrera Marimon" userId="ec91813b-a46b-450e-90f5-79432b30d154" providerId="ADAL" clId="{7B07D691-3692-499E-8247-EE4588653D58}" dt="2022-10-01T17:05:00.619" v="16" actId="47"/>
        <pc:sldMkLst>
          <pc:docMk/>
          <pc:sldMk cId="25959668" sldId="279"/>
        </pc:sldMkLst>
      </pc:sldChg>
      <pc:sldChg chg="add">
        <pc:chgData name="Josep Maria Herrera Marimon" userId="ec91813b-a46b-450e-90f5-79432b30d154" providerId="ADAL" clId="{7B07D691-3692-499E-8247-EE4588653D58}" dt="2022-10-01T17:02:21.028" v="9"/>
        <pc:sldMkLst>
          <pc:docMk/>
          <pc:sldMk cId="4207688934" sldId="281"/>
        </pc:sldMkLst>
      </pc:sldChg>
      <pc:sldChg chg="add">
        <pc:chgData name="Josep Maria Herrera Marimon" userId="ec91813b-a46b-450e-90f5-79432b30d154" providerId="ADAL" clId="{7B07D691-3692-499E-8247-EE4588653D58}" dt="2022-10-01T17:05:14.183" v="18"/>
        <pc:sldMkLst>
          <pc:docMk/>
          <pc:sldMk cId="1893778504" sldId="283"/>
        </pc:sldMkLst>
      </pc:sldChg>
      <pc:sldChg chg="add">
        <pc:chgData name="Josep Maria Herrera Marimon" userId="ec91813b-a46b-450e-90f5-79432b30d154" providerId="ADAL" clId="{7B07D691-3692-499E-8247-EE4588653D58}" dt="2022-10-01T17:05:08.161" v="17"/>
        <pc:sldMkLst>
          <pc:docMk/>
          <pc:sldMk cId="1611998026" sldId="284"/>
        </pc:sldMkLst>
      </pc:sldChg>
      <pc:sldChg chg="modSp add mod">
        <pc:chgData name="Josep Maria Herrera Marimon" userId="ec91813b-a46b-450e-90f5-79432b30d154" providerId="ADAL" clId="{7B07D691-3692-499E-8247-EE4588653D58}" dt="2022-10-01T17:05:36.985" v="20" actId="27636"/>
        <pc:sldMkLst>
          <pc:docMk/>
          <pc:sldMk cId="507864118" sldId="285"/>
        </pc:sldMkLst>
      </pc:sldChg>
      <pc:sldChg chg="add">
        <pc:chgData name="Josep Maria Herrera Marimon" userId="ec91813b-a46b-450e-90f5-79432b30d154" providerId="ADAL" clId="{7B07D691-3692-499E-8247-EE4588653D58}" dt="2022-10-01T17:05:36.915" v="19"/>
        <pc:sldMkLst>
          <pc:docMk/>
          <pc:sldMk cId="3532836991" sldId="286"/>
        </pc:sldMkLst>
      </pc:sldChg>
      <pc:sldChg chg="modSp add mod">
        <pc:chgData name="Josep Maria Herrera Marimon" userId="ec91813b-a46b-450e-90f5-79432b30d154" providerId="ADAL" clId="{7B07D691-3692-499E-8247-EE4588653D58}" dt="2022-10-01T17:47:16.965" v="222" actId="20577"/>
        <pc:sldMkLst>
          <pc:docMk/>
          <pc:sldMk cId="796518760" sldId="287"/>
        </pc:sldMkLst>
      </pc:sldChg>
      <pc:sldChg chg="add del">
        <pc:chgData name="Josep Maria Herrera Marimon" userId="ec91813b-a46b-450e-90f5-79432b30d154" providerId="ADAL" clId="{7B07D691-3692-499E-8247-EE4588653D58}" dt="2022-10-01T17:40:32.500" v="126" actId="47"/>
        <pc:sldMkLst>
          <pc:docMk/>
          <pc:sldMk cId="2437239095" sldId="287"/>
        </pc:sldMkLst>
      </pc:sldChg>
      <pc:sldChg chg="add">
        <pc:chgData name="Josep Maria Herrera Marimon" userId="ec91813b-a46b-450e-90f5-79432b30d154" providerId="ADAL" clId="{7B07D691-3692-499E-8247-EE4588653D58}" dt="2022-10-01T18:00:17.036" v="223"/>
        <pc:sldMkLst>
          <pc:docMk/>
          <pc:sldMk cId="1217379116" sldId="288"/>
        </pc:sldMkLst>
      </pc:sldChg>
      <pc:sldChg chg="modSp add mod">
        <pc:chgData name="Josep Maria Herrera Marimon" userId="ec91813b-a46b-450e-90f5-79432b30d154" providerId="ADAL" clId="{7B07D691-3692-499E-8247-EE4588653D58}" dt="2022-10-01T18:14:49.463" v="225" actId="1076"/>
        <pc:sldMkLst>
          <pc:docMk/>
          <pc:sldMk cId="1494541756" sldId="289"/>
        </pc:sldMkLst>
      </pc:sldChg>
      <pc:sldChg chg="modSp add mod">
        <pc:chgData name="Josep Maria Herrera Marimon" userId="ec91813b-a46b-450e-90f5-79432b30d154" providerId="ADAL" clId="{7B07D691-3692-499E-8247-EE4588653D58}" dt="2022-10-01T18:18:28.348" v="442" actId="20577"/>
        <pc:sldMkLst>
          <pc:docMk/>
          <pc:sldMk cId="3609321729" sldId="290"/>
        </pc:sldMkLst>
      </pc:sldChg>
      <pc:sldChg chg="addSp delSp modSp add mod">
        <pc:chgData name="Josep Maria Herrera Marimon" userId="ec91813b-a46b-450e-90f5-79432b30d154" providerId="ADAL" clId="{7B07D691-3692-499E-8247-EE4588653D58}" dt="2022-10-01T18:20:51.445" v="466" actId="113"/>
        <pc:sldMkLst>
          <pc:docMk/>
          <pc:sldMk cId="2760488417" sldId="291"/>
        </pc:sldMkLst>
      </pc:sldChg>
      <pc:sldChg chg="addSp modSp add mod">
        <pc:chgData name="Josep Maria Herrera Marimon" userId="ec91813b-a46b-450e-90f5-79432b30d154" providerId="ADAL" clId="{7B07D691-3692-499E-8247-EE4588653D58}" dt="2022-10-01T18:22:57.716" v="495" actId="403"/>
        <pc:sldMkLst>
          <pc:docMk/>
          <pc:sldMk cId="1850839270" sldId="292"/>
        </pc:sldMkLst>
      </pc:sldChg>
      <pc:sldChg chg="addSp modSp add mod">
        <pc:chgData name="Josep Maria Herrera Marimon" userId="ec91813b-a46b-450e-90f5-79432b30d154" providerId="ADAL" clId="{7B07D691-3692-499E-8247-EE4588653D58}" dt="2022-10-01T18:33:18.638" v="516" actId="14100"/>
        <pc:sldMkLst>
          <pc:docMk/>
          <pc:sldMk cId="396725004" sldId="293"/>
        </pc:sldMkLst>
      </pc:sldChg>
      <pc:sldChg chg="addSp modSp add mod">
        <pc:chgData name="Josep Maria Herrera Marimon" userId="ec91813b-a46b-450e-90f5-79432b30d154" providerId="ADAL" clId="{7B07D691-3692-499E-8247-EE4588653D58}" dt="2022-10-01T18:35:30.531" v="558" actId="1076"/>
        <pc:sldMkLst>
          <pc:docMk/>
          <pc:sldMk cId="1655275264" sldId="294"/>
        </pc:sldMkLst>
      </pc:sldChg>
      <pc:sldChg chg="addSp modSp add mod">
        <pc:chgData name="Josep Maria Herrera Marimon" userId="ec91813b-a46b-450e-90f5-79432b30d154" providerId="ADAL" clId="{7B07D691-3692-499E-8247-EE4588653D58}" dt="2022-10-01T18:35:53.194" v="567" actId="14100"/>
        <pc:sldMkLst>
          <pc:docMk/>
          <pc:sldMk cId="2401027557" sldId="295"/>
        </pc:sldMkLst>
      </pc:sldChg>
      <pc:sldChg chg="addSp modSp add mod">
        <pc:chgData name="Josep Maria Herrera Marimon" userId="ec91813b-a46b-450e-90f5-79432b30d154" providerId="ADAL" clId="{7B07D691-3692-499E-8247-EE4588653D58}" dt="2022-10-01T18:48:17.267" v="579" actId="1076"/>
        <pc:sldMkLst>
          <pc:docMk/>
          <pc:sldMk cId="78872398" sldId="296"/>
        </pc:sldMkLst>
      </pc:sldChg>
      <pc:sldChg chg="addSp modSp add mod">
        <pc:chgData name="Josep Maria Herrera Marimon" userId="ec91813b-a46b-450e-90f5-79432b30d154" providerId="ADAL" clId="{7B07D691-3692-499E-8247-EE4588653D58}" dt="2022-10-02T05:38:32.633" v="620" actId="1076"/>
        <pc:sldMkLst>
          <pc:docMk/>
          <pc:sldMk cId="3104846191" sldId="297"/>
        </pc:sldMkLst>
      </pc:sldChg>
      <pc:sldChg chg="addSp delSp modSp add mod">
        <pc:chgData name="Josep Maria Herrera Marimon" userId="ec91813b-a46b-450e-90f5-79432b30d154" providerId="ADAL" clId="{7B07D691-3692-499E-8247-EE4588653D58}" dt="2022-10-02T06:07:51.174" v="1104" actId="1076"/>
        <pc:sldMkLst>
          <pc:docMk/>
          <pc:sldMk cId="286046674" sldId="298"/>
        </pc:sldMkLst>
      </pc:sldChg>
      <pc:sldChg chg="addSp delSp modSp add mod">
        <pc:chgData name="Josep Maria Herrera Marimon" userId="ec91813b-a46b-450e-90f5-79432b30d154" providerId="ADAL" clId="{7B07D691-3692-499E-8247-EE4588653D58}" dt="2022-10-05T19:44:26.734" v="2017" actId="1076"/>
        <pc:sldMkLst>
          <pc:docMk/>
          <pc:sldMk cId="2214270807" sldId="299"/>
        </pc:sldMkLst>
      </pc:sldChg>
      <pc:sldChg chg="addSp modSp add mod">
        <pc:chgData name="Josep Maria Herrera Marimon" userId="ec91813b-a46b-450e-90f5-79432b30d154" providerId="ADAL" clId="{7B07D691-3692-499E-8247-EE4588653D58}" dt="2022-10-02T05:57:01.738" v="956" actId="20577"/>
        <pc:sldMkLst>
          <pc:docMk/>
          <pc:sldMk cId="1464641979" sldId="300"/>
        </pc:sldMkLst>
      </pc:sldChg>
      <pc:sldChg chg="addSp modSp add mod">
        <pc:chgData name="Josep Maria Herrera Marimon" userId="ec91813b-a46b-450e-90f5-79432b30d154" providerId="ADAL" clId="{7B07D691-3692-499E-8247-EE4588653D58}" dt="2022-10-02T05:59:09.182" v="992" actId="1076"/>
        <pc:sldMkLst>
          <pc:docMk/>
          <pc:sldMk cId="3476855435" sldId="301"/>
        </pc:sldMkLst>
      </pc:sldChg>
      <pc:sldChg chg="addSp modSp add mod">
        <pc:chgData name="Josep Maria Herrera Marimon" userId="ec91813b-a46b-450e-90f5-79432b30d154" providerId="ADAL" clId="{7B07D691-3692-499E-8247-EE4588653D58}" dt="2022-10-02T05:59:43.800" v="1023" actId="1076"/>
        <pc:sldMkLst>
          <pc:docMk/>
          <pc:sldMk cId="894525879" sldId="302"/>
        </pc:sldMkLst>
      </pc:sldChg>
      <pc:sldChg chg="add">
        <pc:chgData name="Josep Maria Herrera Marimon" userId="ec91813b-a46b-450e-90f5-79432b30d154" providerId="ADAL" clId="{7B07D691-3692-499E-8247-EE4588653D58}" dt="2022-10-02T06:08:46.268" v="1105"/>
        <pc:sldMkLst>
          <pc:docMk/>
          <pc:sldMk cId="637227487" sldId="303"/>
        </pc:sldMkLst>
      </pc:sldChg>
      <pc:sldChg chg="add">
        <pc:chgData name="Josep Maria Herrera Marimon" userId="ec91813b-a46b-450e-90f5-79432b30d154" providerId="ADAL" clId="{7B07D691-3692-499E-8247-EE4588653D58}" dt="2022-10-02T06:08:52.067" v="1106"/>
        <pc:sldMkLst>
          <pc:docMk/>
          <pc:sldMk cId="2001640094" sldId="304"/>
        </pc:sldMkLst>
      </pc:sldChg>
      <pc:sldChg chg="modSp add mod">
        <pc:chgData name="Josep Maria Herrera Marimon" userId="ec91813b-a46b-450e-90f5-79432b30d154" providerId="ADAL" clId="{7B07D691-3692-499E-8247-EE4588653D58}" dt="2022-10-02T06:08:59.418" v="1108" actId="27636"/>
        <pc:sldMkLst>
          <pc:docMk/>
          <pc:sldMk cId="3311874055" sldId="305"/>
        </pc:sldMkLst>
      </pc:sldChg>
      <pc:sldChg chg="add">
        <pc:chgData name="Josep Maria Herrera Marimon" userId="ec91813b-a46b-450e-90f5-79432b30d154" providerId="ADAL" clId="{7B07D691-3692-499E-8247-EE4588653D58}" dt="2022-10-02T06:09:03.308" v="1109"/>
        <pc:sldMkLst>
          <pc:docMk/>
          <pc:sldMk cId="113792955" sldId="306"/>
        </pc:sldMkLst>
      </pc:sldChg>
      <pc:sldChg chg="add">
        <pc:chgData name="Josep Maria Herrera Marimon" userId="ec91813b-a46b-450e-90f5-79432b30d154" providerId="ADAL" clId="{7B07D691-3692-499E-8247-EE4588653D58}" dt="2022-10-02T06:09:11.459" v="1110"/>
        <pc:sldMkLst>
          <pc:docMk/>
          <pc:sldMk cId="4273026588" sldId="307"/>
        </pc:sldMkLst>
      </pc:sldChg>
      <pc:sldChg chg="addSp delSp modSp add mod">
        <pc:chgData name="Josep Maria Herrera Marimon" userId="ec91813b-a46b-450e-90f5-79432b30d154" providerId="ADAL" clId="{7B07D691-3692-499E-8247-EE4588653D58}" dt="2022-10-02T15:21:14.797" v="1987" actId="1076"/>
        <pc:sldMkLst>
          <pc:docMk/>
          <pc:sldMk cId="583477465" sldId="308"/>
        </pc:sldMkLst>
      </pc:sldChg>
      <pc:sldChg chg="addSp delSp modSp add mod">
        <pc:chgData name="Josep Maria Herrera Marimon" userId="ec91813b-a46b-450e-90f5-79432b30d154" providerId="ADAL" clId="{7B07D691-3692-499E-8247-EE4588653D58}" dt="2022-10-02T06:14:35.200" v="1136" actId="1076"/>
        <pc:sldMkLst>
          <pc:docMk/>
          <pc:sldMk cId="3018376454" sldId="309"/>
        </pc:sldMkLst>
      </pc:sldChg>
      <pc:sldChg chg="addSp delSp modSp add del mod">
        <pc:chgData name="Josep Maria Herrera Marimon" userId="ec91813b-a46b-450e-90f5-79432b30d154" providerId="ADAL" clId="{7B07D691-3692-499E-8247-EE4588653D58}" dt="2022-10-02T06:48:40.994" v="1524" actId="47"/>
        <pc:sldMkLst>
          <pc:docMk/>
          <pc:sldMk cId="4049484546" sldId="310"/>
        </pc:sldMkLst>
      </pc:sldChg>
      <pc:sldChg chg="addSp delSp modSp add mod">
        <pc:chgData name="Josep Maria Herrera Marimon" userId="ec91813b-a46b-450e-90f5-79432b30d154" providerId="ADAL" clId="{7B07D691-3692-499E-8247-EE4588653D58}" dt="2022-10-02T06:45:59.336" v="1522" actId="1076"/>
        <pc:sldMkLst>
          <pc:docMk/>
          <pc:sldMk cId="805640535" sldId="311"/>
        </pc:sldMkLst>
      </pc:sldChg>
      <pc:sldChg chg="add">
        <pc:chgData name="Josep Maria Herrera Marimon" userId="ec91813b-a46b-450e-90f5-79432b30d154" providerId="ADAL" clId="{7B07D691-3692-499E-8247-EE4588653D58}" dt="2022-10-02T06:48:38.860" v="1523"/>
        <pc:sldMkLst>
          <pc:docMk/>
          <pc:sldMk cId="646219748" sldId="312"/>
        </pc:sldMkLst>
      </pc:sldChg>
      <pc:sldChg chg="addSp delSp modSp add mod">
        <pc:chgData name="Josep Maria Herrera Marimon" userId="ec91813b-a46b-450e-90f5-79432b30d154" providerId="ADAL" clId="{7B07D691-3692-499E-8247-EE4588653D58}" dt="2022-10-25T14:26:30.642" v="2411" actId="14100"/>
        <pc:sldMkLst>
          <pc:docMk/>
          <pc:sldMk cId="753231097" sldId="313"/>
        </pc:sldMkLst>
      </pc:sldChg>
      <pc:sldChg chg="add del">
        <pc:chgData name="Josep Maria Herrera Marimon" userId="ec91813b-a46b-450e-90f5-79432b30d154" providerId="ADAL" clId="{7B07D691-3692-499E-8247-EE4588653D58}" dt="2022-10-02T06:50:04.954" v="1526"/>
        <pc:sldMkLst>
          <pc:docMk/>
          <pc:sldMk cId="2437146036" sldId="313"/>
        </pc:sldMkLst>
      </pc:sldChg>
      <pc:sldChg chg="addSp delSp modSp add mod">
        <pc:chgData name="Josep Maria Herrera Marimon" userId="ec91813b-a46b-450e-90f5-79432b30d154" providerId="ADAL" clId="{7B07D691-3692-499E-8247-EE4588653D58}" dt="2022-10-02T07:41:18.618" v="1651" actId="20577"/>
        <pc:sldMkLst>
          <pc:docMk/>
          <pc:sldMk cId="4203510878" sldId="314"/>
        </pc:sldMkLst>
      </pc:sldChg>
      <pc:sldChg chg="addSp delSp modSp add mod">
        <pc:chgData name="Josep Maria Herrera Marimon" userId="ec91813b-a46b-450e-90f5-79432b30d154" providerId="ADAL" clId="{7B07D691-3692-499E-8247-EE4588653D58}" dt="2022-10-12T20:12:14.777" v="2150" actId="1076"/>
        <pc:sldMkLst>
          <pc:docMk/>
          <pc:sldMk cId="827427953" sldId="315"/>
        </pc:sldMkLst>
      </pc:sldChg>
      <pc:sldChg chg="delSp modSp add del mod">
        <pc:chgData name="Josep Maria Herrera Marimon" userId="ec91813b-a46b-450e-90f5-79432b30d154" providerId="ADAL" clId="{7B07D691-3692-499E-8247-EE4588653D58}" dt="2022-10-05T19:47:48.398" v="2099" actId="47"/>
        <pc:sldMkLst>
          <pc:docMk/>
          <pc:sldMk cId="49326280" sldId="316"/>
        </pc:sldMkLst>
      </pc:sldChg>
      <pc:sldChg chg="modSp add mod">
        <pc:chgData name="Josep Maria Herrera Marimon" userId="ec91813b-a46b-450e-90f5-79432b30d154" providerId="ADAL" clId="{7B07D691-3692-499E-8247-EE4588653D58}" dt="2022-10-05T19:48:27.409" v="2118" actId="20577"/>
        <pc:sldMkLst>
          <pc:docMk/>
          <pc:sldMk cId="3552784406" sldId="317"/>
        </pc:sldMkLst>
      </pc:sldChg>
      <pc:sldChg chg="add">
        <pc:chgData name="Josep Maria Herrera Marimon" userId="ec91813b-a46b-450e-90f5-79432b30d154" providerId="ADAL" clId="{7B07D691-3692-499E-8247-EE4588653D58}" dt="2022-10-05T19:47:45.254" v="2098"/>
        <pc:sldMkLst>
          <pc:docMk/>
          <pc:sldMk cId="3181760124" sldId="318"/>
        </pc:sldMkLst>
      </pc:sldChg>
      <pc:sldChg chg="add">
        <pc:chgData name="Josep Maria Herrera Marimon" userId="ec91813b-a46b-450e-90f5-79432b30d154" providerId="ADAL" clId="{7B07D691-3692-499E-8247-EE4588653D58}" dt="2022-10-05T19:47:45.254" v="2098"/>
        <pc:sldMkLst>
          <pc:docMk/>
          <pc:sldMk cId="451996062" sldId="319"/>
        </pc:sldMkLst>
      </pc:sldChg>
      <pc:sldChg chg="modSp add mod">
        <pc:chgData name="Josep Maria Herrera Marimon" userId="ec91813b-a46b-450e-90f5-79432b30d154" providerId="ADAL" clId="{7B07D691-3692-499E-8247-EE4588653D58}" dt="2022-10-27T14:49:26.126" v="2414" actId="5793"/>
        <pc:sldMkLst>
          <pc:docMk/>
          <pc:sldMk cId="3843718708" sldId="320"/>
        </pc:sldMkLst>
      </pc:sldChg>
      <pc:sldChg chg="delSp add mod">
        <pc:chgData name="Josep Maria Herrera Marimon" userId="ec91813b-a46b-450e-90f5-79432b30d154" providerId="ADAL" clId="{7B07D691-3692-499E-8247-EE4588653D58}" dt="2022-10-12T20:10:32.510" v="2137" actId="478"/>
        <pc:sldMkLst>
          <pc:docMk/>
          <pc:sldMk cId="3600052845" sldId="321"/>
        </pc:sldMkLst>
      </pc:sldChg>
      <pc:sldChg chg="modSp add del mod">
        <pc:chgData name="Josep Maria Herrera Marimon" userId="ec91813b-a46b-450e-90f5-79432b30d154" providerId="ADAL" clId="{7B07D691-3692-499E-8247-EE4588653D58}" dt="2022-10-24T07:32:03.181" v="2273" actId="47"/>
        <pc:sldMkLst>
          <pc:docMk/>
          <pc:sldMk cId="1587109924" sldId="322"/>
        </pc:sldMkLst>
      </pc:sldChg>
    </pc:docChg>
  </pc:docChgLst>
  <pc:docChgLst>
    <pc:chgData name="Josep Maria Herrera Marimon" userId="ec91813b-a46b-450e-90f5-79432b30d154" providerId="ADAL" clId="{650192AF-9553-4EFB-AFAB-D69A07724EEF}"/>
    <pc:docChg chg="undo custSel addSld delSld modSld">
      <pc:chgData name="Josep Maria Herrera Marimon" userId="ec91813b-a46b-450e-90f5-79432b30d154" providerId="ADAL" clId="{650192AF-9553-4EFB-AFAB-D69A07724EEF}" dt="2022-07-29T18:38:38.724" v="107" actId="20577"/>
      <pc:docMkLst>
        <pc:docMk/>
      </pc:docMkLst>
      <pc:sldChg chg="modSp mod">
        <pc:chgData name="Josep Maria Herrera Marimon" userId="ec91813b-a46b-450e-90f5-79432b30d154" providerId="ADAL" clId="{650192AF-9553-4EFB-AFAB-D69A07724EEF}" dt="2022-07-29T18:38:38.724" v="107" actId="20577"/>
        <pc:sldMkLst>
          <pc:docMk/>
          <pc:sldMk cId="1942183190" sldId="256"/>
        </pc:sldMkLst>
      </pc:sldChg>
      <pc:sldChg chg="new del">
        <pc:chgData name="Josep Maria Herrera Marimon" userId="ec91813b-a46b-450e-90f5-79432b30d154" providerId="ADAL" clId="{650192AF-9553-4EFB-AFAB-D69A07724EEF}" dt="2022-07-29T15:16:09.945" v="83" actId="47"/>
        <pc:sldMkLst>
          <pc:docMk/>
          <pc:sldMk cId="3856697465" sldId="263"/>
        </pc:sldMkLst>
      </pc:sldChg>
      <pc:sldChg chg="addSp delSp modSp add mod">
        <pc:chgData name="Josep Maria Herrera Marimon" userId="ec91813b-a46b-450e-90f5-79432b30d154" providerId="ADAL" clId="{650192AF-9553-4EFB-AFAB-D69A07724EEF}" dt="2022-07-29T15:15:49.248" v="82" actId="14100"/>
        <pc:sldMkLst>
          <pc:docMk/>
          <pc:sldMk cId="464114118" sldId="264"/>
        </pc:sldMkLst>
      </pc:sldChg>
      <pc:sldChg chg="delSp modSp add mod">
        <pc:chgData name="Josep Maria Herrera Marimon" userId="ec91813b-a46b-450e-90f5-79432b30d154" providerId="ADAL" clId="{650192AF-9553-4EFB-AFAB-D69A07724EEF}" dt="2022-07-29T15:14:57.903" v="67" actId="1076"/>
        <pc:sldMkLst>
          <pc:docMk/>
          <pc:sldMk cId="4200366489" sldId="265"/>
        </pc:sldMkLst>
      </pc:sldChg>
    </pc:docChg>
  </pc:docChgLst>
  <pc:docChgLst>
    <pc:chgData name="Josep Maria Herrera Marimon" userId="ec91813b-a46b-450e-90f5-79432b30d154" providerId="ADAL" clId="{A1143D61-EF04-4489-B786-2AA3A943072C}"/>
    <pc:docChg chg="custSel modSld">
      <pc:chgData name="Josep Maria Herrera Marimon" userId="ec91813b-a46b-450e-90f5-79432b30d154" providerId="ADAL" clId="{A1143D61-EF04-4489-B786-2AA3A943072C}" dt="2022-09-11T07:17:14.051" v="52" actId="20577"/>
      <pc:docMkLst>
        <pc:docMk/>
      </pc:docMkLst>
      <pc:sldChg chg="modSp mod">
        <pc:chgData name="Josep Maria Herrera Marimon" userId="ec91813b-a46b-450e-90f5-79432b30d154" providerId="ADAL" clId="{A1143D61-EF04-4489-B786-2AA3A943072C}" dt="2022-09-11T07:15:43.420" v="7" actId="27636"/>
        <pc:sldMkLst>
          <pc:docMk/>
          <pc:sldMk cId="4085468298" sldId="259"/>
        </pc:sldMkLst>
      </pc:sldChg>
      <pc:sldChg chg="modSp mod">
        <pc:chgData name="Josep Maria Herrera Marimon" userId="ec91813b-a46b-450e-90f5-79432b30d154" providerId="ADAL" clId="{A1143D61-EF04-4489-B786-2AA3A943072C}" dt="2022-09-11T07:17:14.051" v="52" actId="20577"/>
        <pc:sldMkLst>
          <pc:docMk/>
          <pc:sldMk cId="3375276284" sldId="260"/>
        </pc:sldMkLst>
      </pc:sldChg>
    </pc:docChg>
  </pc:docChgLst>
  <pc:docChgLst>
    <pc:chgData name="Josep Maria Herrera Marimon" userId="ec91813b-a46b-450e-90f5-79432b30d154" providerId="ADAL" clId="{D176FE51-B58A-4AE6-A275-721A7B461961}"/>
    <pc:docChg chg="custSel addSld modSld">
      <pc:chgData name="Josep Maria Herrera Marimon" userId="ec91813b-a46b-450e-90f5-79432b30d154" providerId="ADAL" clId="{D176FE51-B58A-4AE6-A275-721A7B461961}" dt="2024-01-11T12:28:08.260" v="268" actId="11529"/>
      <pc:docMkLst>
        <pc:docMk/>
      </pc:docMkLst>
      <pc:sldChg chg="addSp delSp modSp add mod">
        <pc:chgData name="Josep Maria Herrera Marimon" userId="ec91813b-a46b-450e-90f5-79432b30d154" providerId="ADAL" clId="{D176FE51-B58A-4AE6-A275-721A7B461961}" dt="2024-01-11T12:26:08.089" v="261" actId="20577"/>
        <pc:sldMkLst>
          <pc:docMk/>
          <pc:sldMk cId="3246440331" sldId="475"/>
        </pc:sldMkLst>
      </pc:sldChg>
      <pc:sldChg chg="addSp delSp modSp add mod">
        <pc:chgData name="Josep Maria Herrera Marimon" userId="ec91813b-a46b-450e-90f5-79432b30d154" providerId="ADAL" clId="{D176FE51-B58A-4AE6-A275-721A7B461961}" dt="2024-01-11T12:28:08.260" v="268" actId="11529"/>
        <pc:sldMkLst>
          <pc:docMk/>
          <pc:sldMk cId="2877657399" sldId="476"/>
        </pc:sldMkLst>
      </pc:sldChg>
    </pc:docChg>
  </pc:docChgLst>
  <pc:docChgLst>
    <pc:chgData name="Josep Maria Herrera Marimon" userId="ec91813b-a46b-450e-90f5-79432b30d154" providerId="ADAL" clId="{265EDE7E-8960-482E-BE3B-AB9358251C6F}"/>
    <pc:docChg chg="undo custSel addSld delSld modSld sldOrd">
      <pc:chgData name="Josep Maria Herrera Marimon" userId="ec91813b-a46b-450e-90f5-79432b30d154" providerId="ADAL" clId="{265EDE7E-8960-482E-BE3B-AB9358251C6F}" dt="2023-06-14T21:24:56.067" v="4518"/>
      <pc:docMkLst>
        <pc:docMk/>
      </pc:docMkLst>
      <pc:sldChg chg="modSp mod">
        <pc:chgData name="Josep Maria Herrera Marimon" userId="ec91813b-a46b-450e-90f5-79432b30d154" providerId="ADAL" clId="{265EDE7E-8960-482E-BE3B-AB9358251C6F}" dt="2023-06-12T20:25:47.265" v="43" actId="20577"/>
        <pc:sldMkLst>
          <pc:docMk/>
          <pc:sldMk cId="492019113" sldId="274"/>
        </pc:sldMkLst>
      </pc:sldChg>
      <pc:sldChg chg="addSp modSp mod">
        <pc:chgData name="Josep Maria Herrera Marimon" userId="ec91813b-a46b-450e-90f5-79432b30d154" providerId="ADAL" clId="{265EDE7E-8960-482E-BE3B-AB9358251C6F}" dt="2023-06-13T04:59:50.407" v="64"/>
        <pc:sldMkLst>
          <pc:docMk/>
          <pc:sldMk cId="1487464807" sldId="275"/>
        </pc:sldMkLst>
      </pc:sldChg>
      <pc:sldChg chg="del">
        <pc:chgData name="Josep Maria Herrera Marimon" userId="ec91813b-a46b-450e-90f5-79432b30d154" providerId="ADAL" clId="{265EDE7E-8960-482E-BE3B-AB9358251C6F}" dt="2023-06-09T11:50:39.316" v="4" actId="47"/>
        <pc:sldMkLst>
          <pc:docMk/>
          <pc:sldMk cId="1661475989" sldId="276"/>
        </pc:sldMkLst>
      </pc:sldChg>
      <pc:sldChg chg="del">
        <pc:chgData name="Josep Maria Herrera Marimon" userId="ec91813b-a46b-450e-90f5-79432b30d154" providerId="ADAL" clId="{265EDE7E-8960-482E-BE3B-AB9358251C6F}" dt="2023-06-09T11:50:24.142" v="1" actId="47"/>
        <pc:sldMkLst>
          <pc:docMk/>
          <pc:sldMk cId="1893778504" sldId="283"/>
        </pc:sldMkLst>
      </pc:sldChg>
      <pc:sldChg chg="modSp del mod">
        <pc:chgData name="Josep Maria Herrera Marimon" userId="ec91813b-a46b-450e-90f5-79432b30d154" providerId="ADAL" clId="{265EDE7E-8960-482E-BE3B-AB9358251C6F}" dt="2023-06-09T11:55:28.793" v="7" actId="20577"/>
        <pc:sldMkLst>
          <pc:docMk/>
          <pc:sldMk cId="1611998026" sldId="284"/>
        </pc:sldMkLst>
      </pc:sldChg>
      <pc:sldChg chg="del">
        <pc:chgData name="Josep Maria Herrera Marimon" userId="ec91813b-a46b-450e-90f5-79432b30d154" providerId="ADAL" clId="{265EDE7E-8960-482E-BE3B-AB9358251C6F}" dt="2023-06-09T11:50:28.681" v="2" actId="47"/>
        <pc:sldMkLst>
          <pc:docMk/>
          <pc:sldMk cId="507864118" sldId="285"/>
        </pc:sldMkLst>
      </pc:sldChg>
      <pc:sldChg chg="modSp del mod">
        <pc:chgData name="Josep Maria Herrera Marimon" userId="ec91813b-a46b-450e-90f5-79432b30d154" providerId="ADAL" clId="{265EDE7E-8960-482E-BE3B-AB9358251C6F}" dt="2023-06-13T11:54:30.508" v="1240" actId="2696"/>
        <pc:sldMkLst>
          <pc:docMk/>
          <pc:sldMk cId="1494541756" sldId="286"/>
        </pc:sldMkLst>
      </pc:sldChg>
      <pc:sldChg chg="del">
        <pc:chgData name="Josep Maria Herrera Marimon" userId="ec91813b-a46b-450e-90f5-79432b30d154" providerId="ADAL" clId="{265EDE7E-8960-482E-BE3B-AB9358251C6F}" dt="2023-06-09T11:50:35.523" v="3" actId="47"/>
        <pc:sldMkLst>
          <pc:docMk/>
          <pc:sldMk cId="3532836991" sldId="286"/>
        </pc:sldMkLst>
      </pc:sldChg>
      <pc:sldChg chg="add">
        <pc:chgData name="Josep Maria Herrera Marimon" userId="ec91813b-a46b-450e-90f5-79432b30d154" providerId="ADAL" clId="{265EDE7E-8960-482E-BE3B-AB9358251C6F}" dt="2023-06-13T11:54:34.338" v="1241"/>
        <pc:sldMkLst>
          <pc:docMk/>
          <pc:sldMk cId="3857266141" sldId="286"/>
        </pc:sldMkLst>
      </pc:sldChg>
      <pc:sldChg chg="del">
        <pc:chgData name="Josep Maria Herrera Marimon" userId="ec91813b-a46b-450e-90f5-79432b30d154" providerId="ADAL" clId="{265EDE7E-8960-482E-BE3B-AB9358251C6F}" dt="2023-06-09T12:02:58.953" v="8" actId="2696"/>
        <pc:sldMkLst>
          <pc:docMk/>
          <pc:sldMk cId="151221624" sldId="288"/>
        </pc:sldMkLst>
      </pc:sldChg>
      <pc:sldChg chg="add del">
        <pc:chgData name="Josep Maria Herrera Marimon" userId="ec91813b-a46b-450e-90f5-79432b30d154" providerId="ADAL" clId="{265EDE7E-8960-482E-BE3B-AB9358251C6F}" dt="2023-06-13T11:54:30.508" v="1240" actId="2696"/>
        <pc:sldMkLst>
          <pc:docMk/>
          <pc:sldMk cId="409168732" sldId="288"/>
        </pc:sldMkLst>
      </pc:sldChg>
      <pc:sldChg chg="del">
        <pc:chgData name="Josep Maria Herrera Marimon" userId="ec91813b-a46b-450e-90f5-79432b30d154" providerId="ADAL" clId="{265EDE7E-8960-482E-BE3B-AB9358251C6F}" dt="2023-06-09T11:50:42.361" v="5" actId="47"/>
        <pc:sldMkLst>
          <pc:docMk/>
          <pc:sldMk cId="1217379116" sldId="288"/>
        </pc:sldMkLst>
      </pc:sldChg>
      <pc:sldChg chg="add">
        <pc:chgData name="Josep Maria Herrera Marimon" userId="ec91813b-a46b-450e-90f5-79432b30d154" providerId="ADAL" clId="{265EDE7E-8960-482E-BE3B-AB9358251C6F}" dt="2023-06-13T11:54:34.338" v="1241"/>
        <pc:sldMkLst>
          <pc:docMk/>
          <pc:sldMk cId="4291680369" sldId="288"/>
        </pc:sldMkLst>
      </pc:sldChg>
      <pc:sldChg chg="del">
        <pc:chgData name="Josep Maria Herrera Marimon" userId="ec91813b-a46b-450e-90f5-79432b30d154" providerId="ADAL" clId="{265EDE7E-8960-482E-BE3B-AB9358251C6F}" dt="2023-06-09T11:50:47.695" v="6" actId="47"/>
        <pc:sldMkLst>
          <pc:docMk/>
          <pc:sldMk cId="1494541756" sldId="289"/>
        </pc:sldMkLst>
      </pc:sldChg>
      <pc:sldChg chg="add">
        <pc:chgData name="Josep Maria Herrera Marimon" userId="ec91813b-a46b-450e-90f5-79432b30d154" providerId="ADAL" clId="{265EDE7E-8960-482E-BE3B-AB9358251C6F}" dt="2023-06-13T05:02:19.371" v="68"/>
        <pc:sldMkLst>
          <pc:docMk/>
          <pc:sldMk cId="1521460865" sldId="416"/>
        </pc:sldMkLst>
      </pc:sldChg>
      <pc:sldChg chg="add del">
        <pc:chgData name="Josep Maria Herrera Marimon" userId="ec91813b-a46b-450e-90f5-79432b30d154" providerId="ADAL" clId="{265EDE7E-8960-482E-BE3B-AB9358251C6F}" dt="2023-06-13T05:02:14.883" v="67" actId="2696"/>
        <pc:sldMkLst>
          <pc:docMk/>
          <pc:sldMk cId="1707375737" sldId="416"/>
        </pc:sldMkLst>
      </pc:sldChg>
      <pc:sldChg chg="del">
        <pc:chgData name="Josep Maria Herrera Marimon" userId="ec91813b-a46b-450e-90f5-79432b30d154" providerId="ADAL" clId="{265EDE7E-8960-482E-BE3B-AB9358251C6F}" dt="2023-06-13T05:01:56.535" v="65" actId="2696"/>
        <pc:sldMkLst>
          <pc:docMk/>
          <pc:sldMk cId="3839802053" sldId="416"/>
        </pc:sldMkLst>
      </pc:sldChg>
      <pc:sldChg chg="del">
        <pc:chgData name="Josep Maria Herrera Marimon" userId="ec91813b-a46b-450e-90f5-79432b30d154" providerId="ADAL" clId="{265EDE7E-8960-482E-BE3B-AB9358251C6F}" dt="2023-06-09T12:07:03.008" v="10" actId="2696"/>
        <pc:sldMkLst>
          <pc:docMk/>
          <pc:sldMk cId="1078710735" sldId="417"/>
        </pc:sldMkLst>
      </pc:sldChg>
      <pc:sldChg chg="addSp delSp modSp add mod">
        <pc:chgData name="Josep Maria Herrera Marimon" userId="ec91813b-a46b-450e-90f5-79432b30d154" providerId="ADAL" clId="{265EDE7E-8960-482E-BE3B-AB9358251C6F}" dt="2023-06-13T05:54:25.367" v="170" actId="20577"/>
        <pc:sldMkLst>
          <pc:docMk/>
          <pc:sldMk cId="1438217836" sldId="417"/>
        </pc:sldMkLst>
      </pc:sldChg>
      <pc:sldChg chg="addSp delSp modSp add mod">
        <pc:chgData name="Josep Maria Herrera Marimon" userId="ec91813b-a46b-450e-90f5-79432b30d154" providerId="ADAL" clId="{265EDE7E-8960-482E-BE3B-AB9358251C6F}" dt="2023-06-13T06:20:05.152" v="705" actId="14100"/>
        <pc:sldMkLst>
          <pc:docMk/>
          <pc:sldMk cId="227195369" sldId="418"/>
        </pc:sldMkLst>
      </pc:sldChg>
      <pc:sldChg chg="del">
        <pc:chgData name="Josep Maria Herrera Marimon" userId="ec91813b-a46b-450e-90f5-79432b30d154" providerId="ADAL" clId="{265EDE7E-8960-482E-BE3B-AB9358251C6F}" dt="2023-06-09T12:07:03.008" v="10" actId="2696"/>
        <pc:sldMkLst>
          <pc:docMk/>
          <pc:sldMk cId="4161381833" sldId="418"/>
        </pc:sldMkLst>
      </pc:sldChg>
      <pc:sldChg chg="addSp delSp modSp add mod">
        <pc:chgData name="Josep Maria Herrera Marimon" userId="ec91813b-a46b-450e-90f5-79432b30d154" providerId="ADAL" clId="{265EDE7E-8960-482E-BE3B-AB9358251C6F}" dt="2023-06-13T06:33:33.361" v="799" actId="12"/>
        <pc:sldMkLst>
          <pc:docMk/>
          <pc:sldMk cId="3357514590" sldId="419"/>
        </pc:sldMkLst>
      </pc:sldChg>
      <pc:sldChg chg="del">
        <pc:chgData name="Josep Maria Herrera Marimon" userId="ec91813b-a46b-450e-90f5-79432b30d154" providerId="ADAL" clId="{265EDE7E-8960-482E-BE3B-AB9358251C6F}" dt="2023-06-09T12:07:03.008" v="10" actId="2696"/>
        <pc:sldMkLst>
          <pc:docMk/>
          <pc:sldMk cId="4041687601" sldId="419"/>
        </pc:sldMkLst>
      </pc:sldChg>
      <pc:sldChg chg="addSp delSp modSp add mod">
        <pc:chgData name="Josep Maria Herrera Marimon" userId="ec91813b-a46b-450e-90f5-79432b30d154" providerId="ADAL" clId="{265EDE7E-8960-482E-BE3B-AB9358251C6F}" dt="2023-06-13T07:44:48.914" v="847" actId="20577"/>
        <pc:sldMkLst>
          <pc:docMk/>
          <pc:sldMk cId="1016325114" sldId="420"/>
        </pc:sldMkLst>
      </pc:sldChg>
      <pc:sldChg chg="del">
        <pc:chgData name="Josep Maria Herrera Marimon" userId="ec91813b-a46b-450e-90f5-79432b30d154" providerId="ADAL" clId="{265EDE7E-8960-482E-BE3B-AB9358251C6F}" dt="2023-06-09T12:07:03.008" v="10" actId="2696"/>
        <pc:sldMkLst>
          <pc:docMk/>
          <pc:sldMk cId="1304626465" sldId="420"/>
        </pc:sldMkLst>
      </pc:sldChg>
      <pc:sldChg chg="addSp delSp modSp add mod">
        <pc:chgData name="Josep Maria Herrera Marimon" userId="ec91813b-a46b-450e-90f5-79432b30d154" providerId="ADAL" clId="{265EDE7E-8960-482E-BE3B-AB9358251C6F}" dt="2023-06-13T07:48:17.318" v="863" actId="13926"/>
        <pc:sldMkLst>
          <pc:docMk/>
          <pc:sldMk cId="96474683" sldId="421"/>
        </pc:sldMkLst>
      </pc:sldChg>
      <pc:sldChg chg="addSp delSp modSp add mod">
        <pc:chgData name="Josep Maria Herrera Marimon" userId="ec91813b-a46b-450e-90f5-79432b30d154" providerId="ADAL" clId="{265EDE7E-8960-482E-BE3B-AB9358251C6F}" dt="2023-06-13T07:49:26.043" v="868" actId="478"/>
        <pc:sldMkLst>
          <pc:docMk/>
          <pc:sldMk cId="2764355645" sldId="422"/>
        </pc:sldMkLst>
      </pc:sldChg>
      <pc:sldChg chg="addSp delSp modSp add mod">
        <pc:chgData name="Josep Maria Herrera Marimon" userId="ec91813b-a46b-450e-90f5-79432b30d154" providerId="ADAL" clId="{265EDE7E-8960-482E-BE3B-AB9358251C6F}" dt="2023-06-13T07:51:49.891" v="933" actId="14100"/>
        <pc:sldMkLst>
          <pc:docMk/>
          <pc:sldMk cId="1452393040" sldId="423"/>
        </pc:sldMkLst>
      </pc:sldChg>
      <pc:sldChg chg="addSp delSp modSp add mod">
        <pc:chgData name="Josep Maria Herrera Marimon" userId="ec91813b-a46b-450e-90f5-79432b30d154" providerId="ADAL" clId="{265EDE7E-8960-482E-BE3B-AB9358251C6F}" dt="2023-06-13T07:54:17.487" v="1025" actId="1076"/>
        <pc:sldMkLst>
          <pc:docMk/>
          <pc:sldMk cId="913374407" sldId="424"/>
        </pc:sldMkLst>
      </pc:sldChg>
      <pc:sldChg chg="delSp modSp add mod">
        <pc:chgData name="Josep Maria Herrera Marimon" userId="ec91813b-a46b-450e-90f5-79432b30d154" providerId="ADAL" clId="{265EDE7E-8960-482E-BE3B-AB9358251C6F}" dt="2023-06-13T07:59:00.080" v="1126" actId="20577"/>
        <pc:sldMkLst>
          <pc:docMk/>
          <pc:sldMk cId="3064632979" sldId="425"/>
        </pc:sldMkLst>
      </pc:sldChg>
      <pc:sldChg chg="addSp delSp modSp add mod">
        <pc:chgData name="Josep Maria Herrera Marimon" userId="ec91813b-a46b-450e-90f5-79432b30d154" providerId="ADAL" clId="{265EDE7E-8960-482E-BE3B-AB9358251C6F}" dt="2023-06-13T08:11:42.549" v="1174" actId="1076"/>
        <pc:sldMkLst>
          <pc:docMk/>
          <pc:sldMk cId="910669299" sldId="426"/>
        </pc:sldMkLst>
      </pc:sldChg>
      <pc:sldChg chg="modSp add mod">
        <pc:chgData name="Josep Maria Herrera Marimon" userId="ec91813b-a46b-450e-90f5-79432b30d154" providerId="ADAL" clId="{265EDE7E-8960-482E-BE3B-AB9358251C6F}" dt="2023-06-13T11:52:50.390" v="1214" actId="20577"/>
        <pc:sldMkLst>
          <pc:docMk/>
          <pc:sldMk cId="3278387277" sldId="427"/>
        </pc:sldMkLst>
      </pc:sldChg>
      <pc:sldChg chg="modSp add mod">
        <pc:chgData name="Josep Maria Herrera Marimon" userId="ec91813b-a46b-450e-90f5-79432b30d154" providerId="ADAL" clId="{265EDE7E-8960-482E-BE3B-AB9358251C6F}" dt="2023-06-13T11:53:19.273" v="1227" actId="20577"/>
        <pc:sldMkLst>
          <pc:docMk/>
          <pc:sldMk cId="3535431228" sldId="428"/>
        </pc:sldMkLst>
      </pc:sldChg>
      <pc:sldChg chg="add">
        <pc:chgData name="Josep Maria Herrera Marimon" userId="ec91813b-a46b-450e-90f5-79432b30d154" providerId="ADAL" clId="{265EDE7E-8960-482E-BE3B-AB9358251C6F}" dt="2023-06-13T11:54:34.338" v="1241"/>
        <pc:sldMkLst>
          <pc:docMk/>
          <pc:sldMk cId="984428806" sldId="429"/>
        </pc:sldMkLst>
      </pc:sldChg>
      <pc:sldChg chg="modSp add del mod">
        <pc:chgData name="Josep Maria Herrera Marimon" userId="ec91813b-a46b-450e-90f5-79432b30d154" providerId="ADAL" clId="{265EDE7E-8960-482E-BE3B-AB9358251C6F}" dt="2023-06-13T11:54:30.508" v="1240" actId="2696"/>
        <pc:sldMkLst>
          <pc:docMk/>
          <pc:sldMk cId="1070033722" sldId="429"/>
        </pc:sldMkLst>
      </pc:sldChg>
      <pc:sldChg chg="modSp add mod">
        <pc:chgData name="Josep Maria Herrera Marimon" userId="ec91813b-a46b-450e-90f5-79432b30d154" providerId="ADAL" clId="{265EDE7E-8960-482E-BE3B-AB9358251C6F}" dt="2023-06-13T11:53:59.408" v="1239" actId="20577"/>
        <pc:sldMkLst>
          <pc:docMk/>
          <pc:sldMk cId="743164043" sldId="430"/>
        </pc:sldMkLst>
      </pc:sldChg>
      <pc:sldChg chg="modSp add mod">
        <pc:chgData name="Josep Maria Herrera Marimon" userId="ec91813b-a46b-450e-90f5-79432b30d154" providerId="ADAL" clId="{265EDE7E-8960-482E-BE3B-AB9358251C6F}" dt="2023-06-13T12:47:54.562" v="1273" actId="20577"/>
        <pc:sldMkLst>
          <pc:docMk/>
          <pc:sldMk cId="3252739445" sldId="431"/>
        </pc:sldMkLst>
      </pc:sldChg>
      <pc:sldChg chg="modSp add mod">
        <pc:chgData name="Josep Maria Herrera Marimon" userId="ec91813b-a46b-450e-90f5-79432b30d154" providerId="ADAL" clId="{265EDE7E-8960-482E-BE3B-AB9358251C6F}" dt="2023-06-13T12:48:01.976" v="1281" actId="20577"/>
        <pc:sldMkLst>
          <pc:docMk/>
          <pc:sldMk cId="47218141" sldId="432"/>
        </pc:sldMkLst>
      </pc:sldChg>
      <pc:sldChg chg="addSp delSp modSp add mod">
        <pc:chgData name="Josep Maria Herrera Marimon" userId="ec91813b-a46b-450e-90f5-79432b30d154" providerId="ADAL" clId="{265EDE7E-8960-482E-BE3B-AB9358251C6F}" dt="2023-06-14T05:32:10.611" v="3253" actId="20577"/>
        <pc:sldMkLst>
          <pc:docMk/>
          <pc:sldMk cId="2228756506" sldId="433"/>
        </pc:sldMkLst>
      </pc:sldChg>
      <pc:sldChg chg="addSp delSp modSp add del mod">
        <pc:chgData name="Josep Maria Herrera Marimon" userId="ec91813b-a46b-450e-90f5-79432b30d154" providerId="ADAL" clId="{265EDE7E-8960-482E-BE3B-AB9358251C6F}" dt="2023-06-14T05:28:57.881" v="3113" actId="2696"/>
        <pc:sldMkLst>
          <pc:docMk/>
          <pc:sldMk cId="1181081451" sldId="434"/>
        </pc:sldMkLst>
      </pc:sldChg>
      <pc:sldChg chg="addSp modSp add mod">
        <pc:chgData name="Josep Maria Herrera Marimon" userId="ec91813b-a46b-450e-90f5-79432b30d154" providerId="ADAL" clId="{265EDE7E-8960-482E-BE3B-AB9358251C6F}" dt="2023-06-14T13:35:13.981" v="4407" actId="14100"/>
        <pc:sldMkLst>
          <pc:docMk/>
          <pc:sldMk cId="3687114822" sldId="434"/>
        </pc:sldMkLst>
      </pc:sldChg>
      <pc:sldChg chg="addSp delSp modSp add del mod">
        <pc:chgData name="Josep Maria Herrera Marimon" userId="ec91813b-a46b-450e-90f5-79432b30d154" providerId="ADAL" clId="{265EDE7E-8960-482E-BE3B-AB9358251C6F}" dt="2023-06-14T05:28:57.881" v="3113" actId="2696"/>
        <pc:sldMkLst>
          <pc:docMk/>
          <pc:sldMk cId="133882602" sldId="435"/>
        </pc:sldMkLst>
      </pc:sldChg>
      <pc:sldChg chg="add">
        <pc:chgData name="Josep Maria Herrera Marimon" userId="ec91813b-a46b-450e-90f5-79432b30d154" providerId="ADAL" clId="{265EDE7E-8960-482E-BE3B-AB9358251C6F}" dt="2023-06-14T05:29:00.514" v="3114"/>
        <pc:sldMkLst>
          <pc:docMk/>
          <pc:sldMk cId="1705927042" sldId="435"/>
        </pc:sldMkLst>
      </pc:sldChg>
      <pc:sldChg chg="addSp delSp modSp add mod">
        <pc:chgData name="Josep Maria Herrera Marimon" userId="ec91813b-a46b-450e-90f5-79432b30d154" providerId="ADAL" clId="{265EDE7E-8960-482E-BE3B-AB9358251C6F}" dt="2023-06-14T11:21:29.728" v="3896" actId="20577"/>
        <pc:sldMkLst>
          <pc:docMk/>
          <pc:sldMk cId="3837458877" sldId="436"/>
        </pc:sldMkLst>
      </pc:sldChg>
      <pc:sldChg chg="addSp modSp add mod">
        <pc:chgData name="Josep Maria Herrera Marimon" userId="ec91813b-a46b-450e-90f5-79432b30d154" providerId="ADAL" clId="{265EDE7E-8960-482E-BE3B-AB9358251C6F}" dt="2023-06-14T11:21:44.625" v="3900"/>
        <pc:sldMkLst>
          <pc:docMk/>
          <pc:sldMk cId="4161819071" sldId="437"/>
        </pc:sldMkLst>
      </pc:sldChg>
      <pc:sldChg chg="addSp delSp modSp add mod">
        <pc:chgData name="Josep Maria Herrera Marimon" userId="ec91813b-a46b-450e-90f5-79432b30d154" providerId="ADAL" clId="{265EDE7E-8960-482E-BE3B-AB9358251C6F}" dt="2023-06-14T11:21:47.092" v="3901"/>
        <pc:sldMkLst>
          <pc:docMk/>
          <pc:sldMk cId="3170302261" sldId="438"/>
        </pc:sldMkLst>
      </pc:sldChg>
      <pc:sldChg chg="addSp delSp modSp add del mod">
        <pc:chgData name="Josep Maria Herrera Marimon" userId="ec91813b-a46b-450e-90f5-79432b30d154" providerId="ADAL" clId="{265EDE7E-8960-482E-BE3B-AB9358251C6F}" dt="2023-06-14T07:25:42.049" v="3602" actId="47"/>
        <pc:sldMkLst>
          <pc:docMk/>
          <pc:sldMk cId="3179122372" sldId="439"/>
        </pc:sldMkLst>
      </pc:sldChg>
      <pc:sldChg chg="addSp delSp modSp add mod">
        <pc:chgData name="Josep Maria Herrera Marimon" userId="ec91813b-a46b-450e-90f5-79432b30d154" providerId="ADAL" clId="{265EDE7E-8960-482E-BE3B-AB9358251C6F}" dt="2023-06-14T13:54:54.235" v="4515" actId="20577"/>
        <pc:sldMkLst>
          <pc:docMk/>
          <pc:sldMk cId="776674572" sldId="440"/>
        </pc:sldMkLst>
      </pc:sldChg>
      <pc:sldChg chg="addSp modSp add del mod">
        <pc:chgData name="Josep Maria Herrera Marimon" userId="ec91813b-a46b-450e-90f5-79432b30d154" providerId="ADAL" clId="{265EDE7E-8960-482E-BE3B-AB9358251C6F}" dt="2023-06-14T11:21:57.428" v="3904" actId="47"/>
        <pc:sldMkLst>
          <pc:docMk/>
          <pc:sldMk cId="2454382323" sldId="441"/>
        </pc:sldMkLst>
      </pc:sldChg>
      <pc:sldChg chg="add del">
        <pc:chgData name="Josep Maria Herrera Marimon" userId="ec91813b-a46b-450e-90f5-79432b30d154" providerId="ADAL" clId="{265EDE7E-8960-482E-BE3B-AB9358251C6F}" dt="2023-06-14T09:04:42.231" v="3747" actId="47"/>
        <pc:sldMkLst>
          <pc:docMk/>
          <pc:sldMk cId="1819297467" sldId="442"/>
        </pc:sldMkLst>
      </pc:sldChg>
      <pc:sldChg chg="add del">
        <pc:chgData name="Josep Maria Herrera Marimon" userId="ec91813b-a46b-450e-90f5-79432b30d154" providerId="ADAL" clId="{265EDE7E-8960-482E-BE3B-AB9358251C6F}" dt="2023-06-14T09:04:43.058" v="3748" actId="47"/>
        <pc:sldMkLst>
          <pc:docMk/>
          <pc:sldMk cId="1204747651" sldId="443"/>
        </pc:sldMkLst>
      </pc:sldChg>
      <pc:sldChg chg="add del">
        <pc:chgData name="Josep Maria Herrera Marimon" userId="ec91813b-a46b-450e-90f5-79432b30d154" providerId="ADAL" clId="{265EDE7E-8960-482E-BE3B-AB9358251C6F}" dt="2023-06-14T09:04:44.604" v="3749" actId="47"/>
        <pc:sldMkLst>
          <pc:docMk/>
          <pc:sldMk cId="222607015" sldId="444"/>
        </pc:sldMkLst>
      </pc:sldChg>
      <pc:sldChg chg="add del">
        <pc:chgData name="Josep Maria Herrera Marimon" userId="ec91813b-a46b-450e-90f5-79432b30d154" providerId="ADAL" clId="{265EDE7E-8960-482E-BE3B-AB9358251C6F}" dt="2023-06-14T09:04:45.082" v="3750" actId="47"/>
        <pc:sldMkLst>
          <pc:docMk/>
          <pc:sldMk cId="3455340620" sldId="445"/>
        </pc:sldMkLst>
      </pc:sldChg>
      <pc:sldChg chg="add del">
        <pc:chgData name="Josep Maria Herrera Marimon" userId="ec91813b-a46b-450e-90f5-79432b30d154" providerId="ADAL" clId="{265EDE7E-8960-482E-BE3B-AB9358251C6F}" dt="2023-06-14T09:04:46.034" v="3751" actId="47"/>
        <pc:sldMkLst>
          <pc:docMk/>
          <pc:sldMk cId="3234261945" sldId="446"/>
        </pc:sldMkLst>
      </pc:sldChg>
      <pc:sldChg chg="addSp delSp add mod">
        <pc:chgData name="Josep Maria Herrera Marimon" userId="ec91813b-a46b-450e-90f5-79432b30d154" providerId="ADAL" clId="{265EDE7E-8960-482E-BE3B-AB9358251C6F}" dt="2023-06-14T13:35:48.809" v="4410" actId="478"/>
        <pc:sldMkLst>
          <pc:docMk/>
          <pc:sldMk cId="1532007744" sldId="447"/>
        </pc:sldMkLst>
      </pc:sldChg>
      <pc:sldChg chg="delSp modSp add del mod">
        <pc:chgData name="Josep Maria Herrera Marimon" userId="ec91813b-a46b-450e-90f5-79432b30d154" providerId="ADAL" clId="{265EDE7E-8960-482E-BE3B-AB9358251C6F}" dt="2023-06-14T05:28:57.881" v="3113" actId="2696"/>
        <pc:sldMkLst>
          <pc:docMk/>
          <pc:sldMk cId="1889936334" sldId="447"/>
        </pc:sldMkLst>
      </pc:sldChg>
      <pc:sldChg chg="addSp delSp modSp add mod">
        <pc:chgData name="Josep Maria Herrera Marimon" userId="ec91813b-a46b-450e-90f5-79432b30d154" providerId="ADAL" clId="{265EDE7E-8960-482E-BE3B-AB9358251C6F}" dt="2023-06-14T11:21:39.537" v="3898"/>
        <pc:sldMkLst>
          <pc:docMk/>
          <pc:sldMk cId="1592848847" sldId="448"/>
        </pc:sldMkLst>
      </pc:sldChg>
      <pc:sldChg chg="addSp delSp modSp add mod">
        <pc:chgData name="Josep Maria Herrera Marimon" userId="ec91813b-a46b-450e-90f5-79432b30d154" providerId="ADAL" clId="{265EDE7E-8960-482E-BE3B-AB9358251C6F}" dt="2023-06-14T11:21:42.283" v="3899"/>
        <pc:sldMkLst>
          <pc:docMk/>
          <pc:sldMk cId="2377860639" sldId="449"/>
        </pc:sldMkLst>
      </pc:sldChg>
      <pc:sldChg chg="delSp modSp add mod">
        <pc:chgData name="Josep Maria Herrera Marimon" userId="ec91813b-a46b-450e-90f5-79432b30d154" providerId="ADAL" clId="{265EDE7E-8960-482E-BE3B-AB9358251C6F}" dt="2023-06-14T05:37:27.271" v="3274" actId="5793"/>
        <pc:sldMkLst>
          <pc:docMk/>
          <pc:sldMk cId="1259852005" sldId="450"/>
        </pc:sldMkLst>
      </pc:sldChg>
      <pc:sldChg chg="delSp modSp add mod">
        <pc:chgData name="Josep Maria Herrera Marimon" userId="ec91813b-a46b-450e-90f5-79432b30d154" providerId="ADAL" clId="{265EDE7E-8960-482E-BE3B-AB9358251C6F}" dt="2023-06-14T05:48:38.732" v="3322" actId="5793"/>
        <pc:sldMkLst>
          <pc:docMk/>
          <pc:sldMk cId="2228856731" sldId="451"/>
        </pc:sldMkLst>
      </pc:sldChg>
      <pc:sldChg chg="addSp delSp modSp add mod">
        <pc:chgData name="Josep Maria Herrera Marimon" userId="ec91813b-a46b-450e-90f5-79432b30d154" providerId="ADAL" clId="{265EDE7E-8960-482E-BE3B-AB9358251C6F}" dt="2023-06-14T11:21:08.322" v="3866" actId="20577"/>
        <pc:sldMkLst>
          <pc:docMk/>
          <pc:sldMk cId="2458016184" sldId="452"/>
        </pc:sldMkLst>
      </pc:sldChg>
      <pc:sldChg chg="modSp add mod">
        <pc:chgData name="Josep Maria Herrera Marimon" userId="ec91813b-a46b-450e-90f5-79432b30d154" providerId="ADAL" clId="{265EDE7E-8960-482E-BE3B-AB9358251C6F}" dt="2023-06-14T11:21:35.704" v="3897"/>
        <pc:sldMkLst>
          <pc:docMk/>
          <pc:sldMk cId="514975812" sldId="453"/>
        </pc:sldMkLst>
      </pc:sldChg>
      <pc:sldChg chg="addSp delSp modSp add mod ord">
        <pc:chgData name="Josep Maria Herrera Marimon" userId="ec91813b-a46b-450e-90f5-79432b30d154" providerId="ADAL" clId="{265EDE7E-8960-482E-BE3B-AB9358251C6F}" dt="2023-06-14T11:20:36.512" v="3839" actId="1076"/>
        <pc:sldMkLst>
          <pc:docMk/>
          <pc:sldMk cId="1476887883" sldId="454"/>
        </pc:sldMkLst>
      </pc:sldChg>
      <pc:sldChg chg="delSp modSp add mod">
        <pc:chgData name="Josep Maria Herrera Marimon" userId="ec91813b-a46b-450e-90f5-79432b30d154" providerId="ADAL" clId="{265EDE7E-8960-482E-BE3B-AB9358251C6F}" dt="2023-06-14T11:20:54.360" v="3846" actId="1076"/>
        <pc:sldMkLst>
          <pc:docMk/>
          <pc:sldMk cId="606407850" sldId="455"/>
        </pc:sldMkLst>
      </pc:sldChg>
      <pc:sldChg chg="delSp modSp add mod">
        <pc:chgData name="Josep Maria Herrera Marimon" userId="ec91813b-a46b-450e-90f5-79432b30d154" providerId="ADAL" clId="{265EDE7E-8960-482E-BE3B-AB9358251C6F}" dt="2023-06-14T11:52:51.139" v="4313" actId="20577"/>
        <pc:sldMkLst>
          <pc:docMk/>
          <pc:sldMk cId="4041387428" sldId="456"/>
        </pc:sldMkLst>
      </pc:sldChg>
      <pc:sldChg chg="addSp delSp modSp add mod">
        <pc:chgData name="Josep Maria Herrera Marimon" userId="ec91813b-a46b-450e-90f5-79432b30d154" providerId="ADAL" clId="{265EDE7E-8960-482E-BE3B-AB9358251C6F}" dt="2023-06-14T11:40:33.959" v="4233" actId="1076"/>
        <pc:sldMkLst>
          <pc:docMk/>
          <pc:sldMk cId="2931003349" sldId="457"/>
        </pc:sldMkLst>
      </pc:sldChg>
      <pc:sldChg chg="delSp modSp add mod">
        <pc:chgData name="Josep Maria Herrera Marimon" userId="ec91813b-a46b-450e-90f5-79432b30d154" providerId="ADAL" clId="{265EDE7E-8960-482E-BE3B-AB9358251C6F}" dt="2023-06-14T11:40:58.754" v="4281" actId="20577"/>
        <pc:sldMkLst>
          <pc:docMk/>
          <pc:sldMk cId="668223248" sldId="458"/>
        </pc:sldMkLst>
      </pc:sldChg>
      <pc:sldChg chg="modSp add mod">
        <pc:chgData name="Josep Maria Herrera Marimon" userId="ec91813b-a46b-450e-90f5-79432b30d154" providerId="ADAL" clId="{265EDE7E-8960-482E-BE3B-AB9358251C6F}" dt="2023-06-14T12:17:18.713" v="4391" actId="20577"/>
        <pc:sldMkLst>
          <pc:docMk/>
          <pc:sldMk cId="2723117609" sldId="459"/>
        </pc:sldMkLst>
      </pc:sldChg>
      <pc:sldChg chg="delSp modSp add mod">
        <pc:chgData name="Josep Maria Herrera Marimon" userId="ec91813b-a46b-450e-90f5-79432b30d154" providerId="ADAL" clId="{265EDE7E-8960-482E-BE3B-AB9358251C6F}" dt="2023-06-14T12:20:06.311" v="4394" actId="478"/>
        <pc:sldMkLst>
          <pc:docMk/>
          <pc:sldMk cId="2090144454" sldId="460"/>
        </pc:sldMkLst>
      </pc:sldChg>
      <pc:sldChg chg="addSp delSp modSp add mod">
        <pc:chgData name="Josep Maria Herrera Marimon" userId="ec91813b-a46b-450e-90f5-79432b30d154" providerId="ADAL" clId="{265EDE7E-8960-482E-BE3B-AB9358251C6F}" dt="2023-06-14T13:38:15.540" v="4437" actId="1076"/>
        <pc:sldMkLst>
          <pc:docMk/>
          <pc:sldMk cId="3830757283" sldId="461"/>
        </pc:sldMkLst>
      </pc:sldChg>
      <pc:sldChg chg="modSp add mod">
        <pc:chgData name="Josep Maria Herrera Marimon" userId="ec91813b-a46b-450e-90f5-79432b30d154" providerId="ADAL" clId="{265EDE7E-8960-482E-BE3B-AB9358251C6F}" dt="2023-06-14T21:24:56.067" v="4518"/>
        <pc:sldMkLst>
          <pc:docMk/>
          <pc:sldMk cId="413582869" sldId="462"/>
        </pc:sldMkLst>
      </pc:sldChg>
      <pc:sldMasterChg chg="delSldLayout">
        <pc:chgData name="Josep Maria Herrera Marimon" userId="ec91813b-a46b-450e-90f5-79432b30d154" providerId="ADAL" clId="{265EDE7E-8960-482E-BE3B-AB9358251C6F}" dt="2023-06-09T11:50:47.695" v="6" actId="47"/>
        <pc:sldMasterMkLst>
          <pc:docMk/>
          <pc:sldMasterMk cId="3530070867" sldId="2147483660"/>
        </pc:sldMasterMkLst>
        <pc:sldLayoutChg chg="del">
          <pc:chgData name="Josep Maria Herrera Marimon" userId="ec91813b-a46b-450e-90f5-79432b30d154" providerId="ADAL" clId="{265EDE7E-8960-482E-BE3B-AB9358251C6F}" dt="2023-06-09T11:50:47.695" v="6" actId="47"/>
          <pc:sldLayoutMkLst>
            <pc:docMk/>
            <pc:sldMasterMk cId="3530070867" sldId="2147483660"/>
            <pc:sldLayoutMk cId="2834220525" sldId="214748367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3CAD20-D606-40D8-B86C-D58AB1AC87E0}" type="datetimeFigureOut">
              <a:rPr lang="ca-ES" smtClean="0"/>
              <a:t>3/4/2025</a:t>
            </a:fld>
            <a:endParaRPr lang="ca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a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A57BA-587C-4E56-84BC-75E31C712953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434966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2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683184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6C761-1B45-AADE-B85C-EC8226F7D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EF139307-AFAA-A39C-6834-F0F7C45BE3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90B69E50-A922-40F5-AFF9-2B7C45789B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D84D33C4-87E5-65CF-C98B-1CD828E7C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3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803844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4D928-C309-B38A-3F58-3E590733C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E5EE07B0-7A77-5D68-0A37-58CCB04E08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1A535F6D-F26C-DA45-650E-AF0C459851C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EACF8916-5217-3E5B-E5F8-F6F35902C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4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876281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D023B-A495-F530-F11F-700CD742E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3E17092B-1AE0-5656-99A7-CF4BBCF6CA7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ADE11175-91CA-9932-1D9B-763F2FF82E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8CCD6325-FA29-659A-1CD9-E1CC14F06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5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502466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3FE6E-7DAF-87EB-825C-C5AAED44F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72D729DF-6AF1-00F0-0751-33D2240707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4CF3570C-2058-E33E-17AA-BFE1429BB4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F1084704-F9F7-488D-1AC4-5C7DB78F6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6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650763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90E9D-016C-51DF-C24B-5B3602422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imagen de diapositiva 1">
            <a:extLst>
              <a:ext uri="{FF2B5EF4-FFF2-40B4-BE49-F238E27FC236}">
                <a16:creationId xmlns:a16="http://schemas.microsoft.com/office/drawing/2014/main" id="{B97F2CF0-B7F4-E946-3FE6-6B2EFEEDDC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Marcador de notas 2">
            <a:extLst>
              <a:ext uri="{FF2B5EF4-FFF2-40B4-BE49-F238E27FC236}">
                <a16:creationId xmlns:a16="http://schemas.microsoft.com/office/drawing/2014/main" id="{21DDC340-D0C6-8778-D1B2-FAA2711B40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8196" name="Marcador de número de diapositiva 3">
            <a:extLst>
              <a:ext uri="{FF2B5EF4-FFF2-40B4-BE49-F238E27FC236}">
                <a16:creationId xmlns:a16="http://schemas.microsoft.com/office/drawing/2014/main" id="{A0C2EB3F-F4DF-7770-2D5A-976BEACEE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5FF534-BE54-4C3F-8ACC-CF0D97819DB8}" type="slidenum">
              <a:rPr lang="es-ES" altLang="es-ES" smtClean="0"/>
              <a:pPr/>
              <a:t>7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698436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8193" y="1344305"/>
            <a:ext cx="9638646" cy="2387600"/>
          </a:xfrm>
        </p:spPr>
        <p:txBody>
          <a:bodyPr anchor="b"/>
          <a:lstStyle>
            <a:lvl1pPr algn="l">
              <a:defRPr sz="4400">
                <a:solidFill>
                  <a:srgbClr val="004E9A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8193" y="3731906"/>
            <a:ext cx="9029046" cy="982138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83838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D916A99-4E67-4EE0-8D7D-880C2C5C58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8194" y="5254858"/>
            <a:ext cx="4632779" cy="1474787"/>
          </a:xfrm>
          <a:noFill/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rgbClr val="FFFFFF"/>
                </a:solidFill>
              </a:defRPr>
            </a:lvl1pPr>
            <a:lvl5pPr marL="1828800" indent="0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5pPr>
          </a:lstStyle>
          <a:p>
            <a:pPr>
              <a:lnSpc>
                <a:spcPct val="150000"/>
              </a:lnSpc>
            </a:pPr>
            <a:r>
              <a:rPr lang="ca-ES" dirty="0">
                <a:solidFill>
                  <a:srgbClr val="838383"/>
                </a:solidFill>
              </a:rPr>
              <a:t>AUTOR DEL DOCUMENTO </a:t>
            </a:r>
          </a:p>
          <a:p>
            <a:pPr>
              <a:lnSpc>
                <a:spcPct val="150000"/>
              </a:lnSpc>
            </a:pPr>
            <a:r>
              <a:rPr lang="ca-ES" dirty="0" err="1">
                <a:solidFill>
                  <a:srgbClr val="838383"/>
                </a:solidFill>
              </a:rPr>
              <a:t>Asignatura</a:t>
            </a:r>
            <a:r>
              <a:rPr lang="ca-ES" dirty="0">
                <a:solidFill>
                  <a:srgbClr val="838383"/>
                </a:solidFill>
              </a:rPr>
              <a:t> del documento </a:t>
            </a:r>
          </a:p>
          <a:p>
            <a:pPr>
              <a:lnSpc>
                <a:spcPct val="150000"/>
              </a:lnSpc>
            </a:pPr>
            <a:r>
              <a:rPr lang="ca-ES" dirty="0" err="1">
                <a:solidFill>
                  <a:srgbClr val="838383"/>
                </a:solidFill>
              </a:rPr>
              <a:t>Fecha</a:t>
            </a:r>
            <a:r>
              <a:rPr lang="ca-ES" dirty="0">
                <a:solidFill>
                  <a:srgbClr val="838383"/>
                </a:solidFill>
              </a:rPr>
              <a:t> de </a:t>
            </a:r>
            <a:r>
              <a:rPr lang="ca-ES" dirty="0" err="1">
                <a:solidFill>
                  <a:srgbClr val="838383"/>
                </a:solidFill>
              </a:rPr>
              <a:t>elaboración</a:t>
            </a:r>
            <a:endParaRPr lang="es-ES" dirty="0">
              <a:solidFill>
                <a:srgbClr val="838383"/>
              </a:solidFill>
            </a:endParaRPr>
          </a:p>
          <a:p>
            <a:pPr lvl="4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85186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CA7C69CD-A5B3-4FC4-B8E5-B65D0C6B43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80658DE3-2342-4DBF-AE04-5731FAB373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74936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8DBCBE1F-F9EE-490B-8A51-BE63E919AE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BA6256E9-0408-4123-86DA-F581F616EA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3911555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866779"/>
            <a:ext cx="10515600" cy="81438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10" name="Marcador de texto 7">
            <a:extLst>
              <a:ext uri="{FF2B5EF4-FFF2-40B4-BE49-F238E27FC236}">
                <a16:creationId xmlns:a16="http://schemas.microsoft.com/office/drawing/2014/main" id="{6806BCC8-FED1-48C3-A239-01EAA1183F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11" name="Marcador de texto 7">
            <a:extLst>
              <a:ext uri="{FF2B5EF4-FFF2-40B4-BE49-F238E27FC236}">
                <a16:creationId xmlns:a16="http://schemas.microsoft.com/office/drawing/2014/main" id="{A6975A3D-E158-4E26-8254-10AEEA918C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3671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6" name="Marcador de texto 7">
            <a:extLst>
              <a:ext uri="{FF2B5EF4-FFF2-40B4-BE49-F238E27FC236}">
                <a16:creationId xmlns:a16="http://schemas.microsoft.com/office/drawing/2014/main" id="{45F7DEDC-92E8-4AB7-885B-E03AB0C4F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7" name="Marcador de texto 7">
            <a:extLst>
              <a:ext uri="{FF2B5EF4-FFF2-40B4-BE49-F238E27FC236}">
                <a16:creationId xmlns:a16="http://schemas.microsoft.com/office/drawing/2014/main" id="{55410DE9-6B68-42DF-B5C7-3612C932C6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2591762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Marcador de texto 7">
            <a:extLst>
              <a:ext uri="{FF2B5EF4-FFF2-40B4-BE49-F238E27FC236}">
                <a16:creationId xmlns:a16="http://schemas.microsoft.com/office/drawing/2014/main" id="{60C0FD65-FD87-4A89-A18B-AAC38AD67E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6" name="Marcador de texto 7">
            <a:extLst>
              <a:ext uri="{FF2B5EF4-FFF2-40B4-BE49-F238E27FC236}">
                <a16:creationId xmlns:a16="http://schemas.microsoft.com/office/drawing/2014/main" id="{5CA99008-5AD7-4E48-B719-D67D9E2889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401820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987427"/>
            <a:ext cx="3932238" cy="10699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564AD844-721D-4E8E-807B-CE109D5A7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6DB55C13-6F34-4397-B394-424830AC06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343089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987427"/>
            <a:ext cx="3932238" cy="10699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8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F8A3CE7B-7A0A-4B0A-9220-CAE7DA8A0F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</p:spTree>
    <p:extLst>
      <p:ext uri="{BB962C8B-B14F-4D97-AF65-F5344CB8AC3E}">
        <p14:creationId xmlns:p14="http://schemas.microsoft.com/office/powerpoint/2010/main" val="3710088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6ECB5-36B7-5DE5-C679-37AB58236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159BF2-C46B-20C4-A0DF-6EECE3771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273CDF-9A0D-A114-D1B7-0A1B6476D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3205C-ADB9-4084-B0F8-18DE8D9C5431}" type="datetimeFigureOut">
              <a:rPr lang="es-ES" smtClean="0"/>
              <a:t>03/04/2025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B65221-9006-85F5-E98B-714D8CD6E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B6D8E6-7026-9885-F07C-C788077B2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6612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062707"/>
            <a:ext cx="11018440" cy="781968"/>
          </a:xfrm>
          <a:prstGeom prst="rect">
            <a:avLst/>
          </a:prstGeom>
        </p:spPr>
        <p:txBody>
          <a:bodyPr anchor="ctr"/>
          <a:lstStyle>
            <a:lvl1pPr algn="l">
              <a:defRPr sz="3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0"/>
          </p:nvPr>
        </p:nvSpPr>
        <p:spPr>
          <a:xfrm>
            <a:off x="838200" y="1844678"/>
            <a:ext cx="11018440" cy="22323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" dirty="0"/>
              <a:t>Haga clic para modificar el estilo de texto 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822690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866326"/>
            <a:ext cx="10515600" cy="1131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2219417"/>
            <a:ext cx="10515600" cy="3957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33166" y="102378"/>
            <a:ext cx="2743200" cy="435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838383"/>
                </a:solidFill>
                <a:latin typeface="+mj-lt"/>
              </a:defRPr>
            </a:lvl1pPr>
          </a:lstStyle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0070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04E9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89639F8-8852-EA41-2314-83927C1B1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8193" y="1344305"/>
            <a:ext cx="9638646" cy="2387600"/>
          </a:xfrm>
        </p:spPr>
        <p:txBody>
          <a:bodyPr/>
          <a:lstStyle/>
          <a:p>
            <a:r>
              <a:rPr lang="en-US" dirty="0"/>
              <a:t>CETI – M09 – Secure API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C7B231B-6E7A-F66A-79AE-E2F0D3FACE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58194" y="5254858"/>
            <a:ext cx="4632779" cy="1474787"/>
          </a:xfrm>
        </p:spPr>
        <p:txBody>
          <a:bodyPr/>
          <a:lstStyle/>
          <a:p>
            <a:r>
              <a:rPr lang="en-US" dirty="0" err="1"/>
              <a:t>Txema</a:t>
            </a:r>
            <a:r>
              <a:rPr lang="en-US" dirty="0"/>
              <a:t> Herrera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D82426-2DE9-509C-B432-79254BFFD3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942183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65252" y="17591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API Key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82F3ECD-1889-4A9B-EACC-A6C3127B20D9}"/>
              </a:ext>
            </a:extLst>
          </p:cNvPr>
          <p:cNvSpPr/>
          <p:nvPr/>
        </p:nvSpPr>
        <p:spPr>
          <a:xfrm>
            <a:off x="4511040" y="3041355"/>
            <a:ext cx="985520" cy="38764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E5A3C61-007C-E370-D0F8-D0F3A6BA760C}"/>
              </a:ext>
            </a:extLst>
          </p:cNvPr>
          <p:cNvSpPr/>
          <p:nvPr/>
        </p:nvSpPr>
        <p:spPr>
          <a:xfrm>
            <a:off x="4958080" y="3442199"/>
            <a:ext cx="985520" cy="38764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F939F86-6123-9169-51E1-8FB511864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385" y="175918"/>
            <a:ext cx="4837230" cy="586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71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53FA1-4D53-72D3-680D-C94A85C21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19E0B07-5009-A69B-F652-E3C91B76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252" y="17591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API Key</a:t>
            </a:r>
          </a:p>
        </p:txBody>
      </p:sp>
      <p:sp>
        <p:nvSpPr>
          <p:cNvPr id="7171" name="Marcador de texto 4">
            <a:extLst>
              <a:ext uri="{FF2B5EF4-FFF2-40B4-BE49-F238E27FC236}">
                <a16:creationId xmlns:a16="http://schemas.microsoft.com/office/drawing/2014/main" id="{07EFC485-876C-8E77-CCA0-6DD9495A53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302167" y="972230"/>
            <a:ext cx="11310713" cy="551765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s-ES" dirty="0"/>
              <a:t>Ejecutamos el código ApiKey.py de la carpeta </a:t>
            </a:r>
            <a:r>
              <a:rPr lang="es-ES" dirty="0" err="1"/>
              <a:t>ValidacionAutentificacionConPostman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2AE27C7-1353-E179-CA1F-8E8C6C608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439" y="1774394"/>
            <a:ext cx="7384791" cy="4907688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8BAEA14-4358-B023-B4AF-54767AACD3E7}"/>
              </a:ext>
            </a:extLst>
          </p:cNvPr>
          <p:cNvSpPr/>
          <p:nvPr/>
        </p:nvSpPr>
        <p:spPr>
          <a:xfrm>
            <a:off x="4023360" y="2529840"/>
            <a:ext cx="2509520" cy="4978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6C6CF34-BBBC-C027-6CDB-B847B6E4DA0A}"/>
              </a:ext>
            </a:extLst>
          </p:cNvPr>
          <p:cNvSpPr/>
          <p:nvPr/>
        </p:nvSpPr>
        <p:spPr>
          <a:xfrm>
            <a:off x="4511040" y="3041355"/>
            <a:ext cx="985520" cy="38764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5742E62-F8DA-A499-BEF7-40C85DD1856D}"/>
              </a:ext>
            </a:extLst>
          </p:cNvPr>
          <p:cNvSpPr/>
          <p:nvPr/>
        </p:nvSpPr>
        <p:spPr>
          <a:xfrm>
            <a:off x="4958080" y="3442199"/>
            <a:ext cx="985520" cy="38764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F81BD5E-4652-F72F-78A3-A61171FA8951}"/>
              </a:ext>
            </a:extLst>
          </p:cNvPr>
          <p:cNvSpPr/>
          <p:nvPr/>
        </p:nvSpPr>
        <p:spPr>
          <a:xfrm>
            <a:off x="8524240" y="3525520"/>
            <a:ext cx="1442720" cy="11582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09F22E1E-1F76-92F7-1CAF-64707B19FD9A}"/>
              </a:ext>
            </a:extLst>
          </p:cNvPr>
          <p:cNvSpPr/>
          <p:nvPr/>
        </p:nvSpPr>
        <p:spPr>
          <a:xfrm>
            <a:off x="3901439" y="5273040"/>
            <a:ext cx="3027681" cy="14935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167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B56A5-49AA-829F-33A5-0E28CEF82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CC53497-F2B3-1774-39C1-2C2FB5B9B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252" y="17591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Basic </a:t>
            </a:r>
            <a:r>
              <a:rPr lang="es-ES" altLang="es-ES" dirty="0" err="1">
                <a:solidFill>
                  <a:srgbClr val="0070C0"/>
                </a:solidFill>
              </a:rPr>
              <a:t>Auth</a:t>
            </a:r>
            <a:endParaRPr lang="es-ES" altLang="es-ES" dirty="0">
              <a:solidFill>
                <a:srgbClr val="0070C0"/>
              </a:solidFill>
            </a:endParaRPr>
          </a:p>
        </p:txBody>
      </p:sp>
      <p:sp>
        <p:nvSpPr>
          <p:cNvPr id="7171" name="Marcador de texto 4">
            <a:extLst>
              <a:ext uri="{FF2B5EF4-FFF2-40B4-BE49-F238E27FC236}">
                <a16:creationId xmlns:a16="http://schemas.microsoft.com/office/drawing/2014/main" id="{50A67B3C-4A19-2FAB-600F-59957FC950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302167" y="972230"/>
            <a:ext cx="11310713" cy="551765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s-ES" dirty="0"/>
              <a:t>Ejecutamos el código BasicAuth.py de la carpeta </a:t>
            </a:r>
            <a:r>
              <a:rPr lang="es-ES" dirty="0" err="1"/>
              <a:t>ValidacionAutentificacionConPostman</a:t>
            </a: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81ED36-D496-163A-434D-3CCF42159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360" y="1755806"/>
            <a:ext cx="8223289" cy="4926276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D57D5FFB-7640-FA93-C2D6-22BBFCFD63DC}"/>
              </a:ext>
            </a:extLst>
          </p:cNvPr>
          <p:cNvSpPr/>
          <p:nvPr/>
        </p:nvSpPr>
        <p:spPr>
          <a:xfrm>
            <a:off x="3383280" y="2611120"/>
            <a:ext cx="2875280" cy="4876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D5E917B-67F1-C4DF-E00A-FF0A7FDDAA15}"/>
              </a:ext>
            </a:extLst>
          </p:cNvPr>
          <p:cNvSpPr/>
          <p:nvPr/>
        </p:nvSpPr>
        <p:spPr>
          <a:xfrm>
            <a:off x="4023360" y="3112475"/>
            <a:ext cx="1412240" cy="96168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A8B075C-D362-3D62-7F2C-370E20B59E29}"/>
              </a:ext>
            </a:extLst>
          </p:cNvPr>
          <p:cNvSpPr/>
          <p:nvPr/>
        </p:nvSpPr>
        <p:spPr>
          <a:xfrm>
            <a:off x="8394793" y="3688080"/>
            <a:ext cx="1412240" cy="762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729EE79-07BA-5CA6-E0A5-6C2895703278}"/>
              </a:ext>
            </a:extLst>
          </p:cNvPr>
          <p:cNvSpPr/>
          <p:nvPr/>
        </p:nvSpPr>
        <p:spPr>
          <a:xfrm>
            <a:off x="3383280" y="5100320"/>
            <a:ext cx="3220720" cy="15817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4321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A9AE5-2AC8-F08B-2719-5437CC3E2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47F86D0-F478-4480-D429-7FAABBA38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252" y="17591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 err="1">
                <a:solidFill>
                  <a:srgbClr val="0070C0"/>
                </a:solidFill>
              </a:rPr>
              <a:t>Bearer</a:t>
            </a:r>
            <a:r>
              <a:rPr lang="es-ES" altLang="es-ES" dirty="0">
                <a:solidFill>
                  <a:srgbClr val="0070C0"/>
                </a:solidFill>
              </a:rPr>
              <a:t> Token</a:t>
            </a:r>
          </a:p>
        </p:txBody>
      </p:sp>
      <p:sp>
        <p:nvSpPr>
          <p:cNvPr id="7171" name="Marcador de texto 4">
            <a:extLst>
              <a:ext uri="{FF2B5EF4-FFF2-40B4-BE49-F238E27FC236}">
                <a16:creationId xmlns:a16="http://schemas.microsoft.com/office/drawing/2014/main" id="{8732D224-C245-DEA7-4D49-1A7B56AA82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302167" y="972230"/>
            <a:ext cx="11310713" cy="551765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s-ES" dirty="0"/>
              <a:t>Ejecutamos el código BearerToken.py de la carpeta </a:t>
            </a:r>
            <a:r>
              <a:rPr lang="es-ES" dirty="0" err="1"/>
              <a:t>ValidacionAutentificacionConPostman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256B3C2-40EC-9EA8-5994-39764F841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880" y="1873596"/>
            <a:ext cx="7553562" cy="4984404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0341307-E5FB-D223-1428-7546280CFD29}"/>
              </a:ext>
            </a:extLst>
          </p:cNvPr>
          <p:cNvSpPr/>
          <p:nvPr/>
        </p:nvSpPr>
        <p:spPr>
          <a:xfrm>
            <a:off x="3881120" y="2661920"/>
            <a:ext cx="2926080" cy="558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6C5C58E-8C01-1F08-F3BB-D29788A56E90}"/>
              </a:ext>
            </a:extLst>
          </p:cNvPr>
          <p:cNvSpPr/>
          <p:nvPr/>
        </p:nvSpPr>
        <p:spPr>
          <a:xfrm>
            <a:off x="4775200" y="3566160"/>
            <a:ext cx="975360" cy="44288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762232A1-7F98-0A8A-AB10-18230D52BB6A}"/>
              </a:ext>
            </a:extLst>
          </p:cNvPr>
          <p:cNvSpPr/>
          <p:nvPr/>
        </p:nvSpPr>
        <p:spPr>
          <a:xfrm>
            <a:off x="8585200" y="3637281"/>
            <a:ext cx="680720" cy="44288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A749C2F-E966-B25C-1E53-9A64922C93DF}"/>
              </a:ext>
            </a:extLst>
          </p:cNvPr>
          <p:cNvSpPr/>
          <p:nvPr/>
        </p:nvSpPr>
        <p:spPr>
          <a:xfrm>
            <a:off x="3738880" y="4981531"/>
            <a:ext cx="3068320" cy="196790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2732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6782C-3ABD-AADA-E879-0A52D3546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4C72556-EB23-CE9F-AE97-7E2216BBF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252" y="17591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JWT</a:t>
            </a:r>
          </a:p>
        </p:txBody>
      </p:sp>
      <p:sp>
        <p:nvSpPr>
          <p:cNvPr id="7171" name="Marcador de texto 4">
            <a:extLst>
              <a:ext uri="{FF2B5EF4-FFF2-40B4-BE49-F238E27FC236}">
                <a16:creationId xmlns:a16="http://schemas.microsoft.com/office/drawing/2014/main" id="{2036BF9A-B474-C80C-46B1-6D7DB981A5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302167" y="972230"/>
            <a:ext cx="11310713" cy="551765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s-ES" dirty="0"/>
              <a:t>Ejecutamos el código jwt1.py de la carpeta </a:t>
            </a:r>
            <a:r>
              <a:rPr lang="es-ES" dirty="0" err="1"/>
              <a:t>ValidacionAutentificacionConPostman</a:t>
            </a:r>
            <a:r>
              <a:rPr lang="es-ES" dirty="0"/>
              <a:t> (</a:t>
            </a:r>
            <a:r>
              <a:rPr lang="es-ES" dirty="0">
                <a:highlight>
                  <a:srgbClr val="FFFF00"/>
                </a:highlight>
              </a:rPr>
              <a:t>Ojo, no poner el nombre jwt.py que </a:t>
            </a:r>
            <a:r>
              <a:rPr lang="es-ES" dirty="0" err="1">
                <a:highlight>
                  <a:srgbClr val="FFFF00"/>
                </a:highlight>
              </a:rPr>
              <a:t>que</a:t>
            </a:r>
            <a:r>
              <a:rPr lang="es-ES" dirty="0">
                <a:highlight>
                  <a:srgbClr val="FFFF00"/>
                </a:highlight>
              </a:rPr>
              <a:t> es una librería</a:t>
            </a:r>
            <a:r>
              <a:rPr lang="es-ES" dirty="0"/>
              <a:t>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9FC1597-3816-B6C1-73EB-8A0DB6563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480" y="1873448"/>
            <a:ext cx="8041411" cy="4984552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36F810C-8048-6DB6-6655-B14FE924457C}"/>
              </a:ext>
            </a:extLst>
          </p:cNvPr>
          <p:cNvSpPr/>
          <p:nvPr/>
        </p:nvSpPr>
        <p:spPr>
          <a:xfrm>
            <a:off x="4866640" y="2753360"/>
            <a:ext cx="1696720" cy="4267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5096D52-E6AD-B1C6-C198-4692D39DBC6F}"/>
              </a:ext>
            </a:extLst>
          </p:cNvPr>
          <p:cNvSpPr/>
          <p:nvPr/>
        </p:nvSpPr>
        <p:spPr>
          <a:xfrm>
            <a:off x="6837680" y="3545840"/>
            <a:ext cx="538480" cy="4064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3E334CA-FFBD-3B82-46E9-EDD49759FDA6}"/>
              </a:ext>
            </a:extLst>
          </p:cNvPr>
          <p:cNvSpPr/>
          <p:nvPr/>
        </p:nvSpPr>
        <p:spPr>
          <a:xfrm>
            <a:off x="7985760" y="3616960"/>
            <a:ext cx="744017" cy="3352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ECEC0CF-CB3D-8C45-ABAD-6FD8B027595A}"/>
              </a:ext>
            </a:extLst>
          </p:cNvPr>
          <p:cNvSpPr/>
          <p:nvPr/>
        </p:nvSpPr>
        <p:spPr>
          <a:xfrm>
            <a:off x="4155440" y="3965915"/>
            <a:ext cx="2052320" cy="7889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18F2951-5185-AF96-7F88-E89ED9CED897}"/>
              </a:ext>
            </a:extLst>
          </p:cNvPr>
          <p:cNvSpPr/>
          <p:nvPr/>
        </p:nvSpPr>
        <p:spPr>
          <a:xfrm>
            <a:off x="4140429" y="5885770"/>
            <a:ext cx="6578371" cy="79631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0928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8C3C-6721-5C35-B99F-EE12F7575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CE8A030-B425-2068-CA59-EF5137791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252" y="175918"/>
            <a:ext cx="8264525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>
                <a:solidFill>
                  <a:srgbClr val="0070C0"/>
                </a:solidFill>
              </a:rPr>
              <a:t>JWT</a:t>
            </a:r>
          </a:p>
        </p:txBody>
      </p:sp>
      <p:sp>
        <p:nvSpPr>
          <p:cNvPr id="7171" name="Marcador de texto 4">
            <a:extLst>
              <a:ext uri="{FF2B5EF4-FFF2-40B4-BE49-F238E27FC236}">
                <a16:creationId xmlns:a16="http://schemas.microsoft.com/office/drawing/2014/main" id="{CAC06B1D-ADBE-49DE-26EF-299F5F17ED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449075" y="852305"/>
            <a:ext cx="11173965" cy="551765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s-ES" dirty="0"/>
              <a:t>Ahora usamos el token que nos ha devuelto para autentificarse con </a:t>
            </a:r>
            <a:r>
              <a:rPr lang="es-ES" dirty="0" err="1"/>
              <a:t>Bearer</a:t>
            </a:r>
            <a:r>
              <a:rPr lang="es-ES" dirty="0"/>
              <a:t> Token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B3FF77C-8AD6-545F-1F16-F0D593188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1469610"/>
            <a:ext cx="8462835" cy="5212472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393BB5A-DE0E-E949-B1DE-05AF573DBC81}"/>
              </a:ext>
            </a:extLst>
          </p:cNvPr>
          <p:cNvSpPr/>
          <p:nvPr/>
        </p:nvSpPr>
        <p:spPr>
          <a:xfrm>
            <a:off x="3647440" y="2438400"/>
            <a:ext cx="1920240" cy="3860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14C40E7-FC77-7DD3-F1A1-E9C7B28429F8}"/>
              </a:ext>
            </a:extLst>
          </p:cNvPr>
          <p:cNvSpPr/>
          <p:nvPr/>
        </p:nvSpPr>
        <p:spPr>
          <a:xfrm>
            <a:off x="3647440" y="3429000"/>
            <a:ext cx="894080" cy="36427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F78459C-D031-BBF6-0C16-255AAB9B9DFB}"/>
              </a:ext>
            </a:extLst>
          </p:cNvPr>
          <p:cNvSpPr/>
          <p:nvPr/>
        </p:nvSpPr>
        <p:spPr>
          <a:xfrm>
            <a:off x="7680960" y="3525520"/>
            <a:ext cx="2763520" cy="2677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F8A7901-0FB9-6624-C667-625F3CE7FE06}"/>
              </a:ext>
            </a:extLst>
          </p:cNvPr>
          <p:cNvSpPr/>
          <p:nvPr/>
        </p:nvSpPr>
        <p:spPr>
          <a:xfrm>
            <a:off x="2824035" y="5720080"/>
            <a:ext cx="2814765" cy="8636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1027278"/>
      </p:ext>
    </p:extLst>
  </p:cSld>
  <p:clrMapOvr>
    <a:masterClrMapping/>
  </p:clrMapOvr>
</p:sld>
</file>

<file path=ppt/theme/theme1.xml><?xml version="1.0" encoding="utf-8"?>
<a:theme xmlns:a="http://schemas.openxmlformats.org/drawingml/2006/main" name="M20_P_FP_CAT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dirty="0" smtClean="0">
            <a:solidFill>
              <a:srgbClr val="838383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20_P_FP_CAT" id="{E1A703D2-DCA9-47FD-8365-EEA526BFC89C}" vid="{592018BE-9F3F-46EC-8656-92BFEC8FE2B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M20_P_FP_CAT</Template>
  <TotalTime>19570</TotalTime>
  <Words>93</Words>
  <Application>Microsoft Office PowerPoint</Application>
  <PresentationFormat>Panorámica</PresentationFormat>
  <Paragraphs>19</Paragraphs>
  <Slides>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M20_P_FP_CAT</vt:lpstr>
      <vt:lpstr>CETI – M09 – Secure API</vt:lpstr>
      <vt:lpstr>API Key</vt:lpstr>
      <vt:lpstr>API Key</vt:lpstr>
      <vt:lpstr>Basic Auth</vt:lpstr>
      <vt:lpstr>Bearer Token</vt:lpstr>
      <vt:lpstr>JWT</vt:lpstr>
      <vt:lpstr>JWT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ASIX - M09 - Implantació Web</dc:title>
  <dc:creator>Josep Maria Herrera Marimon</dc:creator>
  <cp:lastModifiedBy>Josep Maria Herrera Marimon</cp:lastModifiedBy>
  <cp:revision>1</cp:revision>
  <dcterms:created xsi:type="dcterms:W3CDTF">2022-07-28T16:44:08Z</dcterms:created>
  <dcterms:modified xsi:type="dcterms:W3CDTF">2025-04-03T07:28:52Z</dcterms:modified>
</cp:coreProperties>
</file>