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382" r:id="rId5"/>
    <p:sldId id="284" r:id="rId6"/>
    <p:sldId id="285" r:id="rId7"/>
    <p:sldId id="286" r:id="rId8"/>
    <p:sldId id="289" r:id="rId9"/>
    <p:sldId id="290" r:id="rId10"/>
    <p:sldId id="291" r:id="rId11"/>
    <p:sldId id="292" r:id="rId12"/>
    <p:sldId id="288" r:id="rId13"/>
    <p:sldId id="265" r:id="rId14"/>
    <p:sldId id="325" r:id="rId15"/>
    <p:sldId id="326" r:id="rId16"/>
    <p:sldId id="293" r:id="rId17"/>
    <p:sldId id="283" r:id="rId18"/>
    <p:sldId id="267" r:id="rId19"/>
    <p:sldId id="294" r:id="rId20"/>
    <p:sldId id="295" r:id="rId21"/>
    <p:sldId id="296" r:id="rId22"/>
    <p:sldId id="410" r:id="rId23"/>
    <p:sldId id="297" r:id="rId24"/>
    <p:sldId id="298" r:id="rId25"/>
    <p:sldId id="299" r:id="rId26"/>
    <p:sldId id="303" r:id="rId27"/>
    <p:sldId id="407" r:id="rId28"/>
    <p:sldId id="300" r:id="rId29"/>
    <p:sldId id="377" r:id="rId30"/>
    <p:sldId id="301" r:id="rId31"/>
    <p:sldId id="327" r:id="rId32"/>
    <p:sldId id="304" r:id="rId33"/>
    <p:sldId id="305" r:id="rId34"/>
    <p:sldId id="306" r:id="rId35"/>
    <p:sldId id="307" r:id="rId36"/>
    <p:sldId id="308" r:id="rId37"/>
    <p:sldId id="408" r:id="rId38"/>
    <p:sldId id="372" r:id="rId39"/>
    <p:sldId id="373" r:id="rId40"/>
    <p:sldId id="374" r:id="rId41"/>
    <p:sldId id="375" r:id="rId42"/>
    <p:sldId id="376" r:id="rId43"/>
    <p:sldId id="309" r:id="rId44"/>
    <p:sldId id="385" r:id="rId45"/>
    <p:sldId id="311" r:id="rId46"/>
    <p:sldId id="409" r:id="rId47"/>
    <p:sldId id="386" r:id="rId48"/>
    <p:sldId id="387" r:id="rId49"/>
    <p:sldId id="388" r:id="rId50"/>
    <p:sldId id="389" r:id="rId51"/>
    <p:sldId id="390" r:id="rId52"/>
    <p:sldId id="392" r:id="rId53"/>
    <p:sldId id="393" r:id="rId54"/>
    <p:sldId id="391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C6BDD-2F6E-4AD5-BB1D-5B86012BBD03}" v="1" dt="2025-09-25T13:27:14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 Maria Herrera Marimon" userId="ec91813b-a46b-450e-90f5-79432b30d154" providerId="ADAL" clId="{2326265D-3140-4495-8C9D-CAEEEF19C32E}"/>
    <pc:docChg chg="undo custSel addSld delSld modSld sldOrd">
      <pc:chgData name="Josep Maria Herrera Marimon" userId="ec91813b-a46b-450e-90f5-79432b30d154" providerId="ADAL" clId="{2326265D-3140-4495-8C9D-CAEEEF19C32E}" dt="2022-11-30T18:10:55.802" v="4366" actId="404"/>
      <pc:docMkLst>
        <pc:docMk/>
      </pc:docMkLst>
      <pc:sldChg chg="modSp mod">
        <pc:chgData name="Josep Maria Herrera Marimon" userId="ec91813b-a46b-450e-90f5-79432b30d154" providerId="ADAL" clId="{2326265D-3140-4495-8C9D-CAEEEF19C32E}" dt="2022-09-09T16:18:09.327" v="27" actId="20577"/>
        <pc:sldMkLst>
          <pc:docMk/>
          <pc:sldMk cId="1942183190" sldId="256"/>
        </pc:sldMkLst>
      </pc:sldChg>
      <pc:sldChg chg="modSp mod">
        <pc:chgData name="Josep Maria Herrera Marimon" userId="ec91813b-a46b-450e-90f5-79432b30d154" providerId="ADAL" clId="{2326265D-3140-4495-8C9D-CAEEEF19C32E}" dt="2022-09-10T14:58:43.855" v="699" actId="20577"/>
        <pc:sldMkLst>
          <pc:docMk/>
          <pc:sldMk cId="3044182988" sldId="257"/>
        </pc:sldMkLst>
      </pc:sldChg>
      <pc:sldChg chg="modSp mod">
        <pc:chgData name="Josep Maria Herrera Marimon" userId="ec91813b-a46b-450e-90f5-79432b30d154" providerId="ADAL" clId="{2326265D-3140-4495-8C9D-CAEEEF19C32E}" dt="2022-09-10T09:34:01.641" v="670" actId="20577"/>
        <pc:sldMkLst>
          <pc:docMk/>
          <pc:sldMk cId="4085468298" sldId="259"/>
        </pc:sldMkLst>
      </pc:sldChg>
      <pc:sldChg chg="modSp mod">
        <pc:chgData name="Josep Maria Herrera Marimon" userId="ec91813b-a46b-450e-90f5-79432b30d154" providerId="ADAL" clId="{2326265D-3140-4495-8C9D-CAEEEF19C32E}" dt="2022-09-09T16:20:56.534" v="41" actId="20577"/>
        <pc:sldMkLst>
          <pc:docMk/>
          <pc:sldMk cId="3375276284" sldId="260"/>
        </pc:sldMkLst>
      </pc:sldChg>
      <pc:sldChg chg="addSp delSp modSp add mod">
        <pc:chgData name="Josep Maria Herrera Marimon" userId="ec91813b-a46b-450e-90f5-79432b30d154" providerId="ADAL" clId="{2326265D-3140-4495-8C9D-CAEEEF19C32E}" dt="2022-09-09T16:30:46.264" v="74"/>
        <pc:sldMkLst>
          <pc:docMk/>
          <pc:sldMk cId="662041785" sldId="261"/>
        </pc:sldMkLst>
      </pc:sldChg>
      <pc:sldChg chg="del">
        <pc:chgData name="Josep Maria Herrera Marimon" userId="ec91813b-a46b-450e-90f5-79432b30d154" providerId="ADAL" clId="{2326265D-3140-4495-8C9D-CAEEEF19C32E}" dt="2022-09-09T16:21:08.104" v="46" actId="47"/>
        <pc:sldMkLst>
          <pc:docMk/>
          <pc:sldMk cId="840770800" sldId="261"/>
        </pc:sldMkLst>
      </pc:sldChg>
      <pc:sldChg chg="addSp modSp add">
        <pc:chgData name="Josep Maria Herrera Marimon" userId="ec91813b-a46b-450e-90f5-79432b30d154" providerId="ADAL" clId="{2326265D-3140-4495-8C9D-CAEEEF19C32E}" dt="2022-09-09T16:30:59.075" v="75"/>
        <pc:sldMkLst>
          <pc:docMk/>
          <pc:sldMk cId="1231761056" sldId="262"/>
        </pc:sldMkLst>
      </pc:sldChg>
      <pc:sldChg chg="del">
        <pc:chgData name="Josep Maria Herrera Marimon" userId="ec91813b-a46b-450e-90f5-79432b30d154" providerId="ADAL" clId="{2326265D-3140-4495-8C9D-CAEEEF19C32E}" dt="2022-09-09T16:21:09.837" v="47" actId="47"/>
        <pc:sldMkLst>
          <pc:docMk/>
          <pc:sldMk cId="2053424092" sldId="262"/>
        </pc:sldMkLst>
      </pc:sldChg>
      <pc:sldChg chg="add del">
        <pc:chgData name="Josep Maria Herrera Marimon" userId="ec91813b-a46b-450e-90f5-79432b30d154" providerId="ADAL" clId="{2326265D-3140-4495-8C9D-CAEEEF19C32E}" dt="2022-09-10T15:02:26.023" v="703"/>
        <pc:sldMkLst>
          <pc:docMk/>
          <pc:sldMk cId="3451974728" sldId="263"/>
        </pc:sldMkLst>
      </pc:sldChg>
      <pc:sldChg chg="addSp delSp modSp add del mod">
        <pc:chgData name="Josep Maria Herrera Marimon" userId="ec91813b-a46b-450e-90f5-79432b30d154" providerId="ADAL" clId="{2326265D-3140-4495-8C9D-CAEEEF19C32E}" dt="2022-09-10T15:01:56.360" v="700" actId="2696"/>
        <pc:sldMkLst>
          <pc:docMk/>
          <pc:sldMk cId="3716548651" sldId="263"/>
        </pc:sldMkLst>
      </pc:sldChg>
      <pc:sldChg chg="del">
        <pc:chgData name="Josep Maria Herrera Marimon" userId="ec91813b-a46b-450e-90f5-79432b30d154" providerId="ADAL" clId="{2326265D-3140-4495-8C9D-CAEEEF19C32E}" dt="2022-09-09T16:21:02.645" v="42" actId="47"/>
        <pc:sldMkLst>
          <pc:docMk/>
          <pc:sldMk cId="464114118" sldId="264"/>
        </pc:sldMkLst>
      </pc:sldChg>
      <pc:sldChg chg="addSp modSp add mod ord">
        <pc:chgData name="Josep Maria Herrera Marimon" userId="ec91813b-a46b-450e-90f5-79432b30d154" providerId="ADAL" clId="{2326265D-3140-4495-8C9D-CAEEEF19C32E}" dt="2022-09-10T15:02:44.199" v="705"/>
        <pc:sldMkLst>
          <pc:docMk/>
          <pc:sldMk cId="3668775585" sldId="264"/>
        </pc:sldMkLst>
      </pc:sldChg>
      <pc:sldChg chg="addSp modSp add mod">
        <pc:chgData name="Josep Maria Herrera Marimon" userId="ec91813b-a46b-450e-90f5-79432b30d154" providerId="ADAL" clId="{2326265D-3140-4495-8C9D-CAEEEF19C32E}" dt="2022-09-09T18:38:24.407" v="181" actId="20577"/>
        <pc:sldMkLst>
          <pc:docMk/>
          <pc:sldMk cId="126874389" sldId="265"/>
        </pc:sldMkLst>
      </pc:sldChg>
      <pc:sldChg chg="del">
        <pc:chgData name="Josep Maria Herrera Marimon" userId="ec91813b-a46b-450e-90f5-79432b30d154" providerId="ADAL" clId="{2326265D-3140-4495-8C9D-CAEEEF19C32E}" dt="2022-09-09T16:21:04.004" v="43" actId="47"/>
        <pc:sldMkLst>
          <pc:docMk/>
          <pc:sldMk cId="4200366489" sldId="265"/>
        </pc:sldMkLst>
      </pc:sldChg>
      <pc:sldChg chg="addSp delSp modSp add mod ord">
        <pc:chgData name="Josep Maria Herrera Marimon" userId="ec91813b-a46b-450e-90f5-79432b30d154" providerId="ADAL" clId="{2326265D-3140-4495-8C9D-CAEEEF19C32E}" dt="2022-09-10T09:34:23.152" v="674"/>
        <pc:sldMkLst>
          <pc:docMk/>
          <pc:sldMk cId="305733266" sldId="266"/>
        </pc:sldMkLst>
      </pc:sldChg>
      <pc:sldChg chg="del">
        <pc:chgData name="Josep Maria Herrera Marimon" userId="ec91813b-a46b-450e-90f5-79432b30d154" providerId="ADAL" clId="{2326265D-3140-4495-8C9D-CAEEEF19C32E}" dt="2022-09-09T16:21:05.349" v="44" actId="47"/>
        <pc:sldMkLst>
          <pc:docMk/>
          <pc:sldMk cId="1700945982" sldId="266"/>
        </pc:sldMkLst>
      </pc:sldChg>
      <pc:sldChg chg="addSp modSp add mod">
        <pc:chgData name="Josep Maria Herrera Marimon" userId="ec91813b-a46b-450e-90f5-79432b30d154" providerId="ADAL" clId="{2326265D-3140-4495-8C9D-CAEEEF19C32E}" dt="2022-09-10T14:53:21.920" v="690" actId="1076"/>
        <pc:sldMkLst>
          <pc:docMk/>
          <pc:sldMk cId="2475425123" sldId="267"/>
        </pc:sldMkLst>
      </pc:sldChg>
      <pc:sldChg chg="del">
        <pc:chgData name="Josep Maria Herrera Marimon" userId="ec91813b-a46b-450e-90f5-79432b30d154" providerId="ADAL" clId="{2326265D-3140-4495-8C9D-CAEEEF19C32E}" dt="2022-09-09T16:21:06.341" v="45" actId="47"/>
        <pc:sldMkLst>
          <pc:docMk/>
          <pc:sldMk cId="4131219684" sldId="267"/>
        </pc:sldMkLst>
      </pc:sldChg>
      <pc:sldChg chg="add del">
        <pc:chgData name="Josep Maria Herrera Marimon" userId="ec91813b-a46b-450e-90f5-79432b30d154" providerId="ADAL" clId="{2326265D-3140-4495-8C9D-CAEEEF19C32E}" dt="2022-09-10T15:25:25.823" v="803" actId="47"/>
        <pc:sldMkLst>
          <pc:docMk/>
          <pc:sldMk cId="3419121840" sldId="268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1141827866" sldId="269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1623586183" sldId="270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3642441978" sldId="271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361011145" sldId="272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1639543704" sldId="273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577123533" sldId="274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3118814480" sldId="275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401806741" sldId="276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3411598298" sldId="277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1207761266" sldId="278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189609529" sldId="279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3992601101" sldId="280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129937937" sldId="281"/>
        </pc:sldMkLst>
      </pc:sldChg>
      <pc:sldChg chg="add del">
        <pc:chgData name="Josep Maria Herrera Marimon" userId="ec91813b-a46b-450e-90f5-79432b30d154" providerId="ADAL" clId="{2326265D-3140-4495-8C9D-CAEEEF19C32E}" dt="2022-09-24T10:58:12.691" v="1160" actId="47"/>
        <pc:sldMkLst>
          <pc:docMk/>
          <pc:sldMk cId="3478708126" sldId="282"/>
        </pc:sldMkLst>
      </pc:sldChg>
      <pc:sldChg chg="addSp modSp add mod">
        <pc:chgData name="Josep Maria Herrera Marimon" userId="ec91813b-a46b-450e-90f5-79432b30d154" providerId="ADAL" clId="{2326265D-3140-4495-8C9D-CAEEEF19C32E}" dt="2022-09-10T15:23:10.559" v="753" actId="1076"/>
        <pc:sldMkLst>
          <pc:docMk/>
          <pc:sldMk cId="3044149634" sldId="283"/>
        </pc:sldMkLst>
      </pc:sldChg>
      <pc:sldChg chg="addSp delSp modSp add mod ord">
        <pc:chgData name="Josep Maria Herrera Marimon" userId="ec91813b-a46b-450e-90f5-79432b30d154" providerId="ADAL" clId="{2326265D-3140-4495-8C9D-CAEEEF19C32E}" dt="2022-09-10T15:07:27.859" v="714" actId="1076"/>
        <pc:sldMkLst>
          <pc:docMk/>
          <pc:sldMk cId="1553425288" sldId="284"/>
        </pc:sldMkLst>
      </pc:sldChg>
      <pc:sldChg chg="addSp delSp modSp add mod">
        <pc:chgData name="Josep Maria Herrera Marimon" userId="ec91813b-a46b-450e-90f5-79432b30d154" providerId="ADAL" clId="{2326265D-3140-4495-8C9D-CAEEEF19C32E}" dt="2022-09-09T18:54:27.746" v="282" actId="1076"/>
        <pc:sldMkLst>
          <pc:docMk/>
          <pc:sldMk cId="969294491" sldId="285"/>
        </pc:sldMkLst>
      </pc:sldChg>
      <pc:sldChg chg="addSp delSp modSp add mod">
        <pc:chgData name="Josep Maria Herrera Marimon" userId="ec91813b-a46b-450e-90f5-79432b30d154" providerId="ADAL" clId="{2326265D-3140-4495-8C9D-CAEEEF19C32E}" dt="2022-09-10T07:18:04.189" v="364" actId="1076"/>
        <pc:sldMkLst>
          <pc:docMk/>
          <pc:sldMk cId="1181149279" sldId="286"/>
        </pc:sldMkLst>
      </pc:sldChg>
      <pc:sldChg chg="addSp delSp modSp add del mod">
        <pc:chgData name="Josep Maria Herrera Marimon" userId="ec91813b-a46b-450e-90f5-79432b30d154" providerId="ADAL" clId="{2326265D-3140-4495-8C9D-CAEEEF19C32E}" dt="2022-09-10T07:18:26.980" v="371" actId="47"/>
        <pc:sldMkLst>
          <pc:docMk/>
          <pc:sldMk cId="3124790818" sldId="287"/>
        </pc:sldMkLst>
      </pc:sldChg>
      <pc:sldChg chg="add">
        <pc:chgData name="Josep Maria Herrera Marimon" userId="ec91813b-a46b-450e-90f5-79432b30d154" providerId="ADAL" clId="{2326265D-3140-4495-8C9D-CAEEEF19C32E}" dt="2022-09-10T06:43:52.510" v="326"/>
        <pc:sldMkLst>
          <pc:docMk/>
          <pc:sldMk cId="2746573522" sldId="288"/>
        </pc:sldMkLst>
      </pc:sldChg>
      <pc:sldChg chg="addSp delSp modSp add mod">
        <pc:chgData name="Josep Maria Herrera Marimon" userId="ec91813b-a46b-450e-90f5-79432b30d154" providerId="ADAL" clId="{2326265D-3140-4495-8C9D-CAEEEF19C32E}" dt="2022-09-10T07:18:24.763" v="370" actId="1076"/>
        <pc:sldMkLst>
          <pc:docMk/>
          <pc:sldMk cId="3393982612" sldId="289"/>
        </pc:sldMkLst>
      </pc:sldChg>
      <pc:sldChg chg="addSp delSp modSp add mod">
        <pc:chgData name="Josep Maria Herrera Marimon" userId="ec91813b-a46b-450e-90f5-79432b30d154" providerId="ADAL" clId="{2326265D-3140-4495-8C9D-CAEEEF19C32E}" dt="2022-09-10T07:19:07.381" v="387" actId="1076"/>
        <pc:sldMkLst>
          <pc:docMk/>
          <pc:sldMk cId="907026409" sldId="290"/>
        </pc:sldMkLst>
      </pc:sldChg>
      <pc:sldChg chg="addSp delSp modSp add mod">
        <pc:chgData name="Josep Maria Herrera Marimon" userId="ec91813b-a46b-450e-90f5-79432b30d154" providerId="ADAL" clId="{2326265D-3140-4495-8C9D-CAEEEF19C32E}" dt="2022-09-10T08:20:33.369" v="405" actId="1076"/>
        <pc:sldMkLst>
          <pc:docMk/>
          <pc:sldMk cId="3463128825" sldId="291"/>
        </pc:sldMkLst>
      </pc:sldChg>
      <pc:sldChg chg="addSp delSp modSp add mod">
        <pc:chgData name="Josep Maria Herrera Marimon" userId="ec91813b-a46b-450e-90f5-79432b30d154" providerId="ADAL" clId="{2326265D-3140-4495-8C9D-CAEEEF19C32E}" dt="2022-09-10T08:23:27.128" v="459" actId="1076"/>
        <pc:sldMkLst>
          <pc:docMk/>
          <pc:sldMk cId="2139764507" sldId="292"/>
        </pc:sldMkLst>
      </pc:sldChg>
      <pc:sldChg chg="addSp delSp modSp add mod">
        <pc:chgData name="Josep Maria Herrera Marimon" userId="ec91813b-a46b-450e-90f5-79432b30d154" providerId="ADAL" clId="{2326265D-3140-4495-8C9D-CAEEEF19C32E}" dt="2022-09-10T15:09:16.217" v="747" actId="14100"/>
        <pc:sldMkLst>
          <pc:docMk/>
          <pc:sldMk cId="3555088601" sldId="293"/>
        </pc:sldMkLst>
      </pc:sldChg>
      <pc:sldChg chg="addSp delSp modSp add mod">
        <pc:chgData name="Josep Maria Herrera Marimon" userId="ec91813b-a46b-450e-90f5-79432b30d154" providerId="ADAL" clId="{2326265D-3140-4495-8C9D-CAEEEF19C32E}" dt="2022-09-10T15:25:35.035" v="807" actId="1076"/>
        <pc:sldMkLst>
          <pc:docMk/>
          <pc:sldMk cId="1801226085" sldId="294"/>
        </pc:sldMkLst>
      </pc:sldChg>
      <pc:sldChg chg="addSp delSp modSp add mod">
        <pc:chgData name="Josep Maria Herrera Marimon" userId="ec91813b-a46b-450e-90f5-79432b30d154" providerId="ADAL" clId="{2326265D-3140-4495-8C9D-CAEEEF19C32E}" dt="2022-09-10T15:26:29.599" v="831" actId="1076"/>
        <pc:sldMkLst>
          <pc:docMk/>
          <pc:sldMk cId="461984928" sldId="295"/>
        </pc:sldMkLst>
      </pc:sldChg>
      <pc:sldChg chg="addSp delSp modSp add mod">
        <pc:chgData name="Josep Maria Herrera Marimon" userId="ec91813b-a46b-450e-90f5-79432b30d154" providerId="ADAL" clId="{2326265D-3140-4495-8C9D-CAEEEF19C32E}" dt="2022-09-10T15:27:30.535" v="858" actId="1076"/>
        <pc:sldMkLst>
          <pc:docMk/>
          <pc:sldMk cId="3295065137" sldId="296"/>
        </pc:sldMkLst>
      </pc:sldChg>
      <pc:sldChg chg="addSp delSp modSp add mod">
        <pc:chgData name="Josep Maria Herrera Marimon" userId="ec91813b-a46b-450e-90f5-79432b30d154" providerId="ADAL" clId="{2326265D-3140-4495-8C9D-CAEEEF19C32E}" dt="2022-09-10T15:42:54.849" v="893" actId="1076"/>
        <pc:sldMkLst>
          <pc:docMk/>
          <pc:sldMk cId="229111148" sldId="297"/>
        </pc:sldMkLst>
      </pc:sldChg>
      <pc:sldChg chg="addSp delSp modSp add mod">
        <pc:chgData name="Josep Maria Herrera Marimon" userId="ec91813b-a46b-450e-90f5-79432b30d154" providerId="ADAL" clId="{2326265D-3140-4495-8C9D-CAEEEF19C32E}" dt="2022-09-10T15:44:13.113" v="907" actId="1076"/>
        <pc:sldMkLst>
          <pc:docMk/>
          <pc:sldMk cId="538130739" sldId="298"/>
        </pc:sldMkLst>
      </pc:sldChg>
      <pc:sldChg chg="addSp delSp modSp add mod">
        <pc:chgData name="Josep Maria Herrera Marimon" userId="ec91813b-a46b-450e-90f5-79432b30d154" providerId="ADAL" clId="{2326265D-3140-4495-8C9D-CAEEEF19C32E}" dt="2022-09-10T15:45:01.329" v="925" actId="1076"/>
        <pc:sldMkLst>
          <pc:docMk/>
          <pc:sldMk cId="2597606731" sldId="299"/>
        </pc:sldMkLst>
      </pc:sldChg>
      <pc:sldChg chg="addSp delSp modSp add mod">
        <pc:chgData name="Josep Maria Herrera Marimon" userId="ec91813b-a46b-450e-90f5-79432b30d154" providerId="ADAL" clId="{2326265D-3140-4495-8C9D-CAEEEF19C32E}" dt="2022-09-10T15:57:31.673" v="943" actId="1076"/>
        <pc:sldMkLst>
          <pc:docMk/>
          <pc:sldMk cId="2695351236" sldId="300"/>
        </pc:sldMkLst>
      </pc:sldChg>
      <pc:sldChg chg="add del">
        <pc:chgData name="Josep Maria Herrera Marimon" userId="ec91813b-a46b-450e-90f5-79432b30d154" providerId="ADAL" clId="{2326265D-3140-4495-8C9D-CAEEEF19C32E}" dt="2022-09-10T15:51:44.686" v="926" actId="47"/>
        <pc:sldMkLst>
          <pc:docMk/>
          <pc:sldMk cId="4189921015" sldId="300"/>
        </pc:sldMkLst>
      </pc:sldChg>
      <pc:sldChg chg="addSp delSp modSp add mod">
        <pc:chgData name="Josep Maria Herrera Marimon" userId="ec91813b-a46b-450e-90f5-79432b30d154" providerId="ADAL" clId="{2326265D-3140-4495-8C9D-CAEEEF19C32E}" dt="2022-09-10T15:58:57.119" v="951" actId="1076"/>
        <pc:sldMkLst>
          <pc:docMk/>
          <pc:sldMk cId="3066504614" sldId="301"/>
        </pc:sldMkLst>
      </pc:sldChg>
      <pc:sldChg chg="addSp delSp modSp add mod">
        <pc:chgData name="Josep Maria Herrera Marimon" userId="ec91813b-a46b-450e-90f5-79432b30d154" providerId="ADAL" clId="{2326265D-3140-4495-8C9D-CAEEEF19C32E}" dt="2022-09-18T16:04:33.840" v="961" actId="1076"/>
        <pc:sldMkLst>
          <pc:docMk/>
          <pc:sldMk cId="59015583" sldId="302"/>
        </pc:sldMkLst>
      </pc:sldChg>
      <pc:sldChg chg="addSp delSp modSp add mod">
        <pc:chgData name="Josep Maria Herrera Marimon" userId="ec91813b-a46b-450e-90f5-79432b30d154" providerId="ADAL" clId="{2326265D-3140-4495-8C9D-CAEEEF19C32E}" dt="2022-09-18T16:06:05.742" v="994" actId="1076"/>
        <pc:sldMkLst>
          <pc:docMk/>
          <pc:sldMk cId="2655332578" sldId="303"/>
        </pc:sldMkLst>
      </pc:sldChg>
      <pc:sldChg chg="add del">
        <pc:chgData name="Josep Maria Herrera Marimon" userId="ec91813b-a46b-450e-90f5-79432b30d154" providerId="ADAL" clId="{2326265D-3140-4495-8C9D-CAEEEF19C32E}" dt="2022-09-18T16:11:38.707" v="996"/>
        <pc:sldMkLst>
          <pc:docMk/>
          <pc:sldMk cId="1886927003" sldId="304"/>
        </pc:sldMkLst>
      </pc:sldChg>
      <pc:sldChg chg="addSp delSp modSp add mod">
        <pc:chgData name="Josep Maria Herrera Marimon" userId="ec91813b-a46b-450e-90f5-79432b30d154" providerId="ADAL" clId="{2326265D-3140-4495-8C9D-CAEEEF19C32E}" dt="2022-09-18T16:13:25.878" v="1029" actId="1076"/>
        <pc:sldMkLst>
          <pc:docMk/>
          <pc:sldMk cId="1958377915" sldId="304"/>
        </pc:sldMkLst>
      </pc:sldChg>
      <pc:sldChg chg="addSp delSp modSp add mod">
        <pc:chgData name="Josep Maria Herrera Marimon" userId="ec91813b-a46b-450e-90f5-79432b30d154" providerId="ADAL" clId="{2326265D-3140-4495-8C9D-CAEEEF19C32E}" dt="2022-09-18T20:41:19.479" v="1076" actId="14100"/>
        <pc:sldMkLst>
          <pc:docMk/>
          <pc:sldMk cId="2232882997" sldId="305"/>
        </pc:sldMkLst>
      </pc:sldChg>
      <pc:sldChg chg="addSp delSp modSp add mod">
        <pc:chgData name="Josep Maria Herrera Marimon" userId="ec91813b-a46b-450e-90f5-79432b30d154" providerId="ADAL" clId="{2326265D-3140-4495-8C9D-CAEEEF19C32E}" dt="2022-09-18T20:40:38.024" v="1066" actId="1076"/>
        <pc:sldMkLst>
          <pc:docMk/>
          <pc:sldMk cId="2577937457" sldId="306"/>
        </pc:sldMkLst>
      </pc:sldChg>
      <pc:sldChg chg="addSp modSp add mod">
        <pc:chgData name="Josep Maria Herrera Marimon" userId="ec91813b-a46b-450e-90f5-79432b30d154" providerId="ADAL" clId="{2326265D-3140-4495-8C9D-CAEEEF19C32E}" dt="2022-09-18T20:41:49.202" v="1089" actId="1076"/>
        <pc:sldMkLst>
          <pc:docMk/>
          <pc:sldMk cId="864387917" sldId="307"/>
        </pc:sldMkLst>
      </pc:sldChg>
      <pc:sldChg chg="addSp modSp add mod">
        <pc:chgData name="Josep Maria Herrera Marimon" userId="ec91813b-a46b-450e-90f5-79432b30d154" providerId="ADAL" clId="{2326265D-3140-4495-8C9D-CAEEEF19C32E}" dt="2022-09-18T20:42:36.710" v="1101" actId="1076"/>
        <pc:sldMkLst>
          <pc:docMk/>
          <pc:sldMk cId="2334525432" sldId="308"/>
        </pc:sldMkLst>
      </pc:sldChg>
      <pc:sldChg chg="addSp delSp modSp add mod modClrScheme chgLayout">
        <pc:chgData name="Josep Maria Herrera Marimon" userId="ec91813b-a46b-450e-90f5-79432b30d154" providerId="ADAL" clId="{2326265D-3140-4495-8C9D-CAEEEF19C32E}" dt="2022-09-18T21:25:56.719" v="1122" actId="1076"/>
        <pc:sldMkLst>
          <pc:docMk/>
          <pc:sldMk cId="2909103406" sldId="309"/>
        </pc:sldMkLst>
      </pc:sldChg>
      <pc:sldChg chg="modSp del mod">
        <pc:chgData name="Josep Maria Herrera Marimon" userId="ec91813b-a46b-450e-90f5-79432b30d154" providerId="ADAL" clId="{2326265D-3140-4495-8C9D-CAEEEF19C32E}" dt="2022-11-06T17:21:35.812" v="3634" actId="47"/>
        <pc:sldMkLst>
          <pc:docMk/>
          <pc:sldMk cId="1093126752" sldId="310"/>
        </pc:sldMkLst>
      </pc:sldChg>
      <pc:sldChg chg="del">
        <pc:chgData name="Josep Maria Herrera Marimon" userId="ec91813b-a46b-450e-90f5-79432b30d154" providerId="ADAL" clId="{2326265D-3140-4495-8C9D-CAEEEF19C32E}" dt="2022-10-24T16:59:13.122" v="3630" actId="2696"/>
        <pc:sldMkLst>
          <pc:docMk/>
          <pc:sldMk cId="2317138252" sldId="310"/>
        </pc:sldMkLst>
      </pc:sldChg>
      <pc:sldChg chg="addSp modSp add del mod">
        <pc:chgData name="Josep Maria Herrera Marimon" userId="ec91813b-a46b-450e-90f5-79432b30d154" providerId="ADAL" clId="{2326265D-3140-4495-8C9D-CAEEEF19C32E}" dt="2022-10-21T13:20:00.254" v="3626" actId="47"/>
        <pc:sldMkLst>
          <pc:docMk/>
          <pc:sldMk cId="2513994415" sldId="310"/>
        </pc:sldMkLst>
      </pc:sldChg>
      <pc:sldChg chg="add del">
        <pc:chgData name="Josep Maria Herrera Marimon" userId="ec91813b-a46b-450e-90f5-79432b30d154" providerId="ADAL" clId="{2326265D-3140-4495-8C9D-CAEEEF19C32E}" dt="2022-10-24T16:59:33.869" v="3632"/>
        <pc:sldMkLst>
          <pc:docMk/>
          <pc:sldMk cId="3480025098" sldId="310"/>
        </pc:sldMkLst>
      </pc:sldChg>
      <pc:sldChg chg="addSp modSp add mod">
        <pc:chgData name="Josep Maria Herrera Marimon" userId="ec91813b-a46b-450e-90f5-79432b30d154" providerId="ADAL" clId="{2326265D-3140-4495-8C9D-CAEEEF19C32E}" dt="2022-09-24T10:59:06.401" v="1173" actId="1076"/>
        <pc:sldMkLst>
          <pc:docMk/>
          <pc:sldMk cId="839332997" sldId="311"/>
        </pc:sldMkLst>
      </pc:sldChg>
      <pc:sldChg chg="addSp delSp modSp add mod">
        <pc:chgData name="Josep Maria Herrera Marimon" userId="ec91813b-a46b-450e-90f5-79432b30d154" providerId="ADAL" clId="{2326265D-3140-4495-8C9D-CAEEEF19C32E}" dt="2022-09-24T15:10:08.388" v="1220" actId="1076"/>
        <pc:sldMkLst>
          <pc:docMk/>
          <pc:sldMk cId="1705670585" sldId="312"/>
        </pc:sldMkLst>
      </pc:sldChg>
      <pc:sldChg chg="addSp modSp add mod">
        <pc:chgData name="Josep Maria Herrera Marimon" userId="ec91813b-a46b-450e-90f5-79432b30d154" providerId="ADAL" clId="{2326265D-3140-4495-8C9D-CAEEEF19C32E}" dt="2022-09-24T15:12:16.516" v="1230" actId="1076"/>
        <pc:sldMkLst>
          <pc:docMk/>
          <pc:sldMk cId="626603363" sldId="313"/>
        </pc:sldMkLst>
      </pc:sldChg>
      <pc:sldChg chg="addSp delSp modSp add mod">
        <pc:chgData name="Josep Maria Herrera Marimon" userId="ec91813b-a46b-450e-90f5-79432b30d154" providerId="ADAL" clId="{2326265D-3140-4495-8C9D-CAEEEF19C32E}" dt="2022-09-24T15:22:32.941" v="1251" actId="14100"/>
        <pc:sldMkLst>
          <pc:docMk/>
          <pc:sldMk cId="1816943045" sldId="314"/>
        </pc:sldMkLst>
      </pc:sldChg>
      <pc:sldChg chg="addSp modSp add mod">
        <pc:chgData name="Josep Maria Herrera Marimon" userId="ec91813b-a46b-450e-90f5-79432b30d154" providerId="ADAL" clId="{2326265D-3140-4495-8C9D-CAEEEF19C32E}" dt="2022-09-24T15:27:05.575" v="1284" actId="20577"/>
        <pc:sldMkLst>
          <pc:docMk/>
          <pc:sldMk cId="2976584828" sldId="315"/>
        </pc:sldMkLst>
      </pc:sldChg>
      <pc:sldChg chg="addSp modSp add mod">
        <pc:chgData name="Josep Maria Herrera Marimon" userId="ec91813b-a46b-450e-90f5-79432b30d154" providerId="ADAL" clId="{2326265D-3140-4495-8C9D-CAEEEF19C32E}" dt="2022-09-24T15:30:18.573" v="1306" actId="14100"/>
        <pc:sldMkLst>
          <pc:docMk/>
          <pc:sldMk cId="3264827276" sldId="316"/>
        </pc:sldMkLst>
      </pc:sldChg>
      <pc:sldChg chg="addSp modSp add mod">
        <pc:chgData name="Josep Maria Herrera Marimon" userId="ec91813b-a46b-450e-90f5-79432b30d154" providerId="ADAL" clId="{2326265D-3140-4495-8C9D-CAEEEF19C32E}" dt="2022-09-24T15:37:49.715" v="1315" actId="20577"/>
        <pc:sldMkLst>
          <pc:docMk/>
          <pc:sldMk cId="631781604" sldId="317"/>
        </pc:sldMkLst>
      </pc:sldChg>
      <pc:sldChg chg="addSp modSp add mod">
        <pc:chgData name="Josep Maria Herrera Marimon" userId="ec91813b-a46b-450e-90f5-79432b30d154" providerId="ADAL" clId="{2326265D-3140-4495-8C9D-CAEEEF19C32E}" dt="2022-09-24T15:40:33.703" v="1348" actId="1076"/>
        <pc:sldMkLst>
          <pc:docMk/>
          <pc:sldMk cId="3137141341" sldId="318"/>
        </pc:sldMkLst>
      </pc:sldChg>
      <pc:sldChg chg="addSp modSp add mod">
        <pc:chgData name="Josep Maria Herrera Marimon" userId="ec91813b-a46b-450e-90f5-79432b30d154" providerId="ADAL" clId="{2326265D-3140-4495-8C9D-CAEEEF19C32E}" dt="2022-10-09T17:08:11.064" v="1412" actId="6549"/>
        <pc:sldMkLst>
          <pc:docMk/>
          <pc:sldMk cId="1496550212" sldId="319"/>
        </pc:sldMkLst>
      </pc:sldChg>
      <pc:sldChg chg="addSp modSp add mod">
        <pc:chgData name="Josep Maria Herrera Marimon" userId="ec91813b-a46b-450e-90f5-79432b30d154" providerId="ADAL" clId="{2326265D-3140-4495-8C9D-CAEEEF19C32E}" dt="2022-11-30T18:10:55.802" v="4366" actId="404"/>
        <pc:sldMkLst>
          <pc:docMk/>
          <pc:sldMk cId="4068256226" sldId="320"/>
        </pc:sldMkLst>
      </pc:sldChg>
      <pc:sldChg chg="addSp modSp add del mod">
        <pc:chgData name="Josep Maria Herrera Marimon" userId="ec91813b-a46b-450e-90f5-79432b30d154" providerId="ADAL" clId="{2326265D-3140-4495-8C9D-CAEEEF19C32E}" dt="2022-10-10T22:13:46.862" v="2172" actId="2696"/>
        <pc:sldMkLst>
          <pc:docMk/>
          <pc:sldMk cId="1281599756" sldId="321"/>
        </pc:sldMkLst>
      </pc:sldChg>
      <pc:sldChg chg="addSp modSp add mod">
        <pc:chgData name="Josep Maria Herrera Marimon" userId="ec91813b-a46b-450e-90f5-79432b30d154" providerId="ADAL" clId="{2326265D-3140-4495-8C9D-CAEEEF19C32E}" dt="2022-10-11T05:27:48.293" v="2245" actId="403"/>
        <pc:sldMkLst>
          <pc:docMk/>
          <pc:sldMk cId="3532100789" sldId="321"/>
        </pc:sldMkLst>
      </pc:sldChg>
      <pc:sldChg chg="addSp modSp add mod">
        <pc:chgData name="Josep Maria Herrera Marimon" userId="ec91813b-a46b-450e-90f5-79432b30d154" providerId="ADAL" clId="{2326265D-3140-4495-8C9D-CAEEEF19C32E}" dt="2022-10-12T11:25:07.931" v="2360" actId="14100"/>
        <pc:sldMkLst>
          <pc:docMk/>
          <pc:sldMk cId="1589881183" sldId="322"/>
        </pc:sldMkLst>
      </pc:sldChg>
      <pc:sldChg chg="addSp modSp add mod">
        <pc:chgData name="Josep Maria Herrera Marimon" userId="ec91813b-a46b-450e-90f5-79432b30d154" providerId="ADAL" clId="{2326265D-3140-4495-8C9D-CAEEEF19C32E}" dt="2022-09-24T15:53:27.080" v="1382" actId="20577"/>
        <pc:sldMkLst>
          <pc:docMk/>
          <pc:sldMk cId="3419176879" sldId="323"/>
        </pc:sldMkLst>
      </pc:sldChg>
      <pc:sldChg chg="add">
        <pc:chgData name="Josep Maria Herrera Marimon" userId="ec91813b-a46b-450e-90f5-79432b30d154" providerId="ADAL" clId="{2326265D-3140-4495-8C9D-CAEEEF19C32E}" dt="2022-10-09T08:24:27.625" v="1383"/>
        <pc:sldMkLst>
          <pc:docMk/>
          <pc:sldMk cId="2200135931" sldId="325"/>
        </pc:sldMkLst>
      </pc:sldChg>
      <pc:sldChg chg="add">
        <pc:chgData name="Josep Maria Herrera Marimon" userId="ec91813b-a46b-450e-90f5-79432b30d154" providerId="ADAL" clId="{2326265D-3140-4495-8C9D-CAEEEF19C32E}" dt="2022-10-09T08:24:34.247" v="1384"/>
        <pc:sldMkLst>
          <pc:docMk/>
          <pc:sldMk cId="1753398851" sldId="326"/>
        </pc:sldMkLst>
      </pc:sldChg>
      <pc:sldChg chg="add">
        <pc:chgData name="Josep Maria Herrera Marimon" userId="ec91813b-a46b-450e-90f5-79432b30d154" providerId="ADAL" clId="{2326265D-3140-4495-8C9D-CAEEEF19C32E}" dt="2022-10-09T09:15:47.893" v="1385"/>
        <pc:sldMkLst>
          <pc:docMk/>
          <pc:sldMk cId="3171783237" sldId="327"/>
        </pc:sldMkLst>
      </pc:sldChg>
      <pc:sldChg chg="addSp modSp add mod">
        <pc:chgData name="Josep Maria Herrera Marimon" userId="ec91813b-a46b-450e-90f5-79432b30d154" providerId="ADAL" clId="{2326265D-3140-4495-8C9D-CAEEEF19C32E}" dt="2022-10-10T05:43:28.376" v="1609" actId="1076"/>
        <pc:sldMkLst>
          <pc:docMk/>
          <pc:sldMk cId="2634995760" sldId="328"/>
        </pc:sldMkLst>
      </pc:sldChg>
      <pc:sldChg chg="addSp delSp modSp add mod">
        <pc:chgData name="Josep Maria Herrera Marimon" userId="ec91813b-a46b-450e-90f5-79432b30d154" providerId="ADAL" clId="{2326265D-3140-4495-8C9D-CAEEEF19C32E}" dt="2022-10-10T06:04:17.051" v="1646" actId="1076"/>
        <pc:sldMkLst>
          <pc:docMk/>
          <pc:sldMk cId="827247394" sldId="329"/>
        </pc:sldMkLst>
      </pc:sldChg>
      <pc:sldChg chg="addSp delSp modSp add mod">
        <pc:chgData name="Josep Maria Herrera Marimon" userId="ec91813b-a46b-450e-90f5-79432b30d154" providerId="ADAL" clId="{2326265D-3140-4495-8C9D-CAEEEF19C32E}" dt="2022-10-10T06:10:13.906" v="1748" actId="1076"/>
        <pc:sldMkLst>
          <pc:docMk/>
          <pc:sldMk cId="3155771213" sldId="330"/>
        </pc:sldMkLst>
      </pc:sldChg>
      <pc:sldChg chg="addSp modSp add mod">
        <pc:chgData name="Josep Maria Herrera Marimon" userId="ec91813b-a46b-450e-90f5-79432b30d154" providerId="ADAL" clId="{2326265D-3140-4495-8C9D-CAEEEF19C32E}" dt="2022-10-10T08:25:36.904" v="1889" actId="1076"/>
        <pc:sldMkLst>
          <pc:docMk/>
          <pc:sldMk cId="3387398156" sldId="331"/>
        </pc:sldMkLst>
      </pc:sldChg>
      <pc:sldChg chg="addSp delSp modSp add mod">
        <pc:chgData name="Josep Maria Herrera Marimon" userId="ec91813b-a46b-450e-90f5-79432b30d154" providerId="ADAL" clId="{2326265D-3140-4495-8C9D-CAEEEF19C32E}" dt="2022-10-10T19:52:10.483" v="1943" actId="20577"/>
        <pc:sldMkLst>
          <pc:docMk/>
          <pc:sldMk cId="614239758" sldId="332"/>
        </pc:sldMkLst>
      </pc:sldChg>
      <pc:sldChg chg="addSp delSp modSp add mod">
        <pc:chgData name="Josep Maria Herrera Marimon" userId="ec91813b-a46b-450e-90f5-79432b30d154" providerId="ADAL" clId="{2326265D-3140-4495-8C9D-CAEEEF19C32E}" dt="2022-10-11T16:51:20.578" v="2290" actId="1076"/>
        <pc:sldMkLst>
          <pc:docMk/>
          <pc:sldMk cId="4027386003" sldId="333"/>
        </pc:sldMkLst>
      </pc:sldChg>
      <pc:sldChg chg="addSp delSp modSp add mod">
        <pc:chgData name="Josep Maria Herrera Marimon" userId="ec91813b-a46b-450e-90f5-79432b30d154" providerId="ADAL" clId="{2326265D-3140-4495-8C9D-CAEEEF19C32E}" dt="2022-10-10T22:02:00.716" v="2075" actId="1076"/>
        <pc:sldMkLst>
          <pc:docMk/>
          <pc:sldMk cId="320977755" sldId="334"/>
        </pc:sldMkLst>
      </pc:sldChg>
      <pc:sldChg chg="addSp delSp modSp add mod">
        <pc:chgData name="Josep Maria Herrera Marimon" userId="ec91813b-a46b-450e-90f5-79432b30d154" providerId="ADAL" clId="{2326265D-3140-4495-8C9D-CAEEEF19C32E}" dt="2022-10-10T06:30:14.541" v="1767" actId="1076"/>
        <pc:sldMkLst>
          <pc:docMk/>
          <pc:sldMk cId="1553535681" sldId="335"/>
        </pc:sldMkLst>
      </pc:sldChg>
      <pc:sldChg chg="addSp delSp modSp add mod">
        <pc:chgData name="Josep Maria Herrera Marimon" userId="ec91813b-a46b-450e-90f5-79432b30d154" providerId="ADAL" clId="{2326265D-3140-4495-8C9D-CAEEEF19C32E}" dt="2022-10-10T06:34:21.056" v="1805" actId="1076"/>
        <pc:sldMkLst>
          <pc:docMk/>
          <pc:sldMk cId="714488774" sldId="336"/>
        </pc:sldMkLst>
      </pc:sldChg>
      <pc:sldChg chg="addSp delSp modSp add mod">
        <pc:chgData name="Josep Maria Herrera Marimon" userId="ec91813b-a46b-450e-90f5-79432b30d154" providerId="ADAL" clId="{2326265D-3140-4495-8C9D-CAEEEF19C32E}" dt="2022-10-10T06:35:49.921" v="1812" actId="13926"/>
        <pc:sldMkLst>
          <pc:docMk/>
          <pc:sldMk cId="3716005245" sldId="337"/>
        </pc:sldMkLst>
      </pc:sldChg>
      <pc:sldChg chg="addSp modSp add mod">
        <pc:chgData name="Josep Maria Herrera Marimon" userId="ec91813b-a46b-450e-90f5-79432b30d154" providerId="ADAL" clId="{2326265D-3140-4495-8C9D-CAEEEF19C32E}" dt="2022-10-12T18:54:26.055" v="2591" actId="14100"/>
        <pc:sldMkLst>
          <pc:docMk/>
          <pc:sldMk cId="3050936730" sldId="338"/>
        </pc:sldMkLst>
      </pc:sldChg>
      <pc:sldChg chg="addSp modSp add mod">
        <pc:chgData name="Josep Maria Herrera Marimon" userId="ec91813b-a46b-450e-90f5-79432b30d154" providerId="ADAL" clId="{2326265D-3140-4495-8C9D-CAEEEF19C32E}" dt="2022-10-12T12:07:56.366" v="2441" actId="1076"/>
        <pc:sldMkLst>
          <pc:docMk/>
          <pc:sldMk cId="2721279982" sldId="339"/>
        </pc:sldMkLst>
      </pc:sldChg>
      <pc:sldChg chg="addSp delSp modSp add mod">
        <pc:chgData name="Josep Maria Herrera Marimon" userId="ec91813b-a46b-450e-90f5-79432b30d154" providerId="ADAL" clId="{2326265D-3140-4495-8C9D-CAEEEF19C32E}" dt="2022-10-12T19:02:02.704" v="2605" actId="1076"/>
        <pc:sldMkLst>
          <pc:docMk/>
          <pc:sldMk cId="2850291520" sldId="340"/>
        </pc:sldMkLst>
      </pc:sldChg>
      <pc:sldChg chg="addSp modSp add del mod">
        <pc:chgData name="Josep Maria Herrera Marimon" userId="ec91813b-a46b-450e-90f5-79432b30d154" providerId="ADAL" clId="{2326265D-3140-4495-8C9D-CAEEEF19C32E}" dt="2022-10-19T13:53:49.146" v="3585" actId="2696"/>
        <pc:sldMkLst>
          <pc:docMk/>
          <pc:sldMk cId="1476409980" sldId="341"/>
        </pc:sldMkLst>
      </pc:sldChg>
      <pc:sldChg chg="add">
        <pc:chgData name="Josep Maria Herrera Marimon" userId="ec91813b-a46b-450e-90f5-79432b30d154" providerId="ADAL" clId="{2326265D-3140-4495-8C9D-CAEEEF19C32E}" dt="2022-10-19T13:54:03.667" v="3586"/>
        <pc:sldMkLst>
          <pc:docMk/>
          <pc:sldMk cId="2435574900" sldId="341"/>
        </pc:sldMkLst>
      </pc:sldChg>
      <pc:sldChg chg="addSp modSp add del mod">
        <pc:chgData name="Josep Maria Herrera Marimon" userId="ec91813b-a46b-450e-90f5-79432b30d154" providerId="ADAL" clId="{2326265D-3140-4495-8C9D-CAEEEF19C32E}" dt="2022-10-19T13:53:49.146" v="3585" actId="2696"/>
        <pc:sldMkLst>
          <pc:docMk/>
          <pc:sldMk cId="3628143586" sldId="342"/>
        </pc:sldMkLst>
      </pc:sldChg>
      <pc:sldChg chg="add">
        <pc:chgData name="Josep Maria Herrera Marimon" userId="ec91813b-a46b-450e-90f5-79432b30d154" providerId="ADAL" clId="{2326265D-3140-4495-8C9D-CAEEEF19C32E}" dt="2022-10-19T13:54:03.667" v="3586"/>
        <pc:sldMkLst>
          <pc:docMk/>
          <pc:sldMk cId="4068203544" sldId="342"/>
        </pc:sldMkLst>
      </pc:sldChg>
      <pc:sldChg chg="addSp modSp add del mod">
        <pc:chgData name="Josep Maria Herrera Marimon" userId="ec91813b-a46b-450e-90f5-79432b30d154" providerId="ADAL" clId="{2326265D-3140-4495-8C9D-CAEEEF19C32E}" dt="2022-10-19T13:53:49.146" v="3585" actId="2696"/>
        <pc:sldMkLst>
          <pc:docMk/>
          <pc:sldMk cId="2486589760" sldId="343"/>
        </pc:sldMkLst>
      </pc:sldChg>
      <pc:sldChg chg="add">
        <pc:chgData name="Josep Maria Herrera Marimon" userId="ec91813b-a46b-450e-90f5-79432b30d154" providerId="ADAL" clId="{2326265D-3140-4495-8C9D-CAEEEF19C32E}" dt="2022-10-19T13:54:03.667" v="3586"/>
        <pc:sldMkLst>
          <pc:docMk/>
          <pc:sldMk cId="3435442540" sldId="343"/>
        </pc:sldMkLst>
      </pc:sldChg>
      <pc:sldChg chg="addSp modSp add mod">
        <pc:chgData name="Josep Maria Herrera Marimon" userId="ec91813b-a46b-450e-90f5-79432b30d154" providerId="ADAL" clId="{2326265D-3140-4495-8C9D-CAEEEF19C32E}" dt="2022-10-12T11:20:13.639" v="2334" actId="14100"/>
        <pc:sldMkLst>
          <pc:docMk/>
          <pc:sldMk cId="249271489" sldId="344"/>
        </pc:sldMkLst>
      </pc:sldChg>
      <pc:sldChg chg="addSp modSp add mod">
        <pc:chgData name="Josep Maria Herrera Marimon" userId="ec91813b-a46b-450e-90f5-79432b30d154" providerId="ADAL" clId="{2326265D-3140-4495-8C9D-CAEEEF19C32E}" dt="2022-10-12T11:21:33.480" v="2344" actId="20577"/>
        <pc:sldMkLst>
          <pc:docMk/>
          <pc:sldMk cId="548745596" sldId="345"/>
        </pc:sldMkLst>
      </pc:sldChg>
      <pc:sldChg chg="addSp modSp add mod">
        <pc:chgData name="Josep Maria Herrera Marimon" userId="ec91813b-a46b-450e-90f5-79432b30d154" providerId="ADAL" clId="{2326265D-3140-4495-8C9D-CAEEEF19C32E}" dt="2022-10-13T05:17:27.065" v="2822" actId="14100"/>
        <pc:sldMkLst>
          <pc:docMk/>
          <pc:sldMk cId="1406501507" sldId="346"/>
        </pc:sldMkLst>
      </pc:sldChg>
      <pc:sldChg chg="addSp delSp modSp add mod">
        <pc:chgData name="Josep Maria Herrera Marimon" userId="ec91813b-a46b-450e-90f5-79432b30d154" providerId="ADAL" clId="{2326265D-3140-4495-8C9D-CAEEEF19C32E}" dt="2022-10-13T05:29:39.724" v="2902" actId="1076"/>
        <pc:sldMkLst>
          <pc:docMk/>
          <pc:sldMk cId="2559884976" sldId="347"/>
        </pc:sldMkLst>
      </pc:sldChg>
      <pc:sldChg chg="add">
        <pc:chgData name="Josep Maria Herrera Marimon" userId="ec91813b-a46b-450e-90f5-79432b30d154" providerId="ADAL" clId="{2326265D-3140-4495-8C9D-CAEEEF19C32E}" dt="2022-10-13T05:31:23.151" v="2919"/>
        <pc:sldMkLst>
          <pc:docMk/>
          <pc:sldMk cId="469397399" sldId="348"/>
        </pc:sldMkLst>
      </pc:sldChg>
      <pc:sldChg chg="addSp modSp add del mod">
        <pc:chgData name="Josep Maria Herrera Marimon" userId="ec91813b-a46b-450e-90f5-79432b30d154" providerId="ADAL" clId="{2326265D-3140-4495-8C9D-CAEEEF19C32E}" dt="2022-10-13T05:31:20.448" v="2918" actId="2696"/>
        <pc:sldMkLst>
          <pc:docMk/>
          <pc:sldMk cId="676723948" sldId="348"/>
        </pc:sldMkLst>
      </pc:sldChg>
      <pc:sldChg chg="addSp modSp add mod">
        <pc:chgData name="Josep Maria Herrera Marimon" userId="ec91813b-a46b-450e-90f5-79432b30d154" providerId="ADAL" clId="{2326265D-3140-4495-8C9D-CAEEEF19C32E}" dt="2022-10-13T08:05:31.722" v="2968" actId="1076"/>
        <pc:sldMkLst>
          <pc:docMk/>
          <pc:sldMk cId="1665359663" sldId="349"/>
        </pc:sldMkLst>
      </pc:sldChg>
      <pc:sldChg chg="add del">
        <pc:chgData name="Josep Maria Herrera Marimon" userId="ec91813b-a46b-450e-90f5-79432b30d154" providerId="ADAL" clId="{2326265D-3140-4495-8C9D-CAEEEF19C32E}" dt="2022-11-07T18:10:08.963" v="3639" actId="47"/>
        <pc:sldMkLst>
          <pc:docMk/>
          <pc:sldMk cId="1777511942" sldId="350"/>
        </pc:sldMkLst>
      </pc:sldChg>
      <pc:sldChg chg="add del">
        <pc:chgData name="Josep Maria Herrera Marimon" userId="ec91813b-a46b-450e-90f5-79432b30d154" providerId="ADAL" clId="{2326265D-3140-4495-8C9D-CAEEEF19C32E}" dt="2022-11-07T18:10:09.884" v="3640" actId="47"/>
        <pc:sldMkLst>
          <pc:docMk/>
          <pc:sldMk cId="2622653291" sldId="351"/>
        </pc:sldMkLst>
      </pc:sldChg>
      <pc:sldChg chg="add del">
        <pc:chgData name="Josep Maria Herrera Marimon" userId="ec91813b-a46b-450e-90f5-79432b30d154" providerId="ADAL" clId="{2326265D-3140-4495-8C9D-CAEEEF19C32E}" dt="2022-11-07T18:10:10.599" v="3641" actId="47"/>
        <pc:sldMkLst>
          <pc:docMk/>
          <pc:sldMk cId="1769363477" sldId="352"/>
        </pc:sldMkLst>
      </pc:sldChg>
      <pc:sldChg chg="add del">
        <pc:chgData name="Josep Maria Herrera Marimon" userId="ec91813b-a46b-450e-90f5-79432b30d154" providerId="ADAL" clId="{2326265D-3140-4495-8C9D-CAEEEF19C32E}" dt="2022-11-07T18:10:12.681" v="3642" actId="47"/>
        <pc:sldMkLst>
          <pc:docMk/>
          <pc:sldMk cId="1442385113" sldId="353"/>
        </pc:sldMkLst>
      </pc:sldChg>
      <pc:sldChg chg="addSp delSp modSp add mod">
        <pc:chgData name="Josep Maria Herrera Marimon" userId="ec91813b-a46b-450e-90f5-79432b30d154" providerId="ADAL" clId="{2326265D-3140-4495-8C9D-CAEEEF19C32E}" dt="2022-10-17T07:26:57.531" v="3021"/>
        <pc:sldMkLst>
          <pc:docMk/>
          <pc:sldMk cId="857307745" sldId="354"/>
        </pc:sldMkLst>
      </pc:sldChg>
      <pc:sldChg chg="modSp add mod">
        <pc:chgData name="Josep Maria Herrera Marimon" userId="ec91813b-a46b-450e-90f5-79432b30d154" providerId="ADAL" clId="{2326265D-3140-4495-8C9D-CAEEEF19C32E}" dt="2022-10-17T16:29:49.464" v="3584" actId="6549"/>
        <pc:sldMkLst>
          <pc:docMk/>
          <pc:sldMk cId="2514871683" sldId="355"/>
        </pc:sldMkLst>
      </pc:sldChg>
      <pc:sldChg chg="addSp delSp modSp add mod">
        <pc:chgData name="Josep Maria Herrera Marimon" userId="ec91813b-a46b-450e-90f5-79432b30d154" providerId="ADAL" clId="{2326265D-3140-4495-8C9D-CAEEEF19C32E}" dt="2022-10-19T13:55:26.173" v="3621" actId="1076"/>
        <pc:sldMkLst>
          <pc:docMk/>
          <pc:sldMk cId="274327779" sldId="356"/>
        </pc:sldMkLst>
      </pc:sldChg>
      <pc:sldChg chg="add del">
        <pc:chgData name="Josep Maria Herrera Marimon" userId="ec91813b-a46b-450e-90f5-79432b30d154" providerId="ADAL" clId="{2326265D-3140-4495-8C9D-CAEEEF19C32E}" dt="2022-10-24T16:59:09.781" v="3629" actId="47"/>
        <pc:sldMkLst>
          <pc:docMk/>
          <pc:sldMk cId="371049726" sldId="357"/>
        </pc:sldMkLst>
      </pc:sldChg>
      <pc:sldChg chg="modSp del mod">
        <pc:chgData name="Josep Maria Herrera Marimon" userId="ec91813b-a46b-450e-90f5-79432b30d154" providerId="ADAL" clId="{2326265D-3140-4495-8C9D-CAEEEF19C32E}" dt="2022-11-13T09:07:12.132" v="3661" actId="2696"/>
        <pc:sldMkLst>
          <pc:docMk/>
          <pc:sldMk cId="1213760928" sldId="358"/>
        </pc:sldMkLst>
      </pc:sldChg>
      <pc:sldChg chg="add del">
        <pc:chgData name="Josep Maria Herrera Marimon" userId="ec91813b-a46b-450e-90f5-79432b30d154" providerId="ADAL" clId="{2326265D-3140-4495-8C9D-CAEEEF19C32E}" dt="2022-11-13T09:00:58.952" v="3652" actId="2696"/>
        <pc:sldMkLst>
          <pc:docMk/>
          <pc:sldMk cId="4005679576" sldId="358"/>
        </pc:sldMkLst>
      </pc:sldChg>
      <pc:sldChg chg="modSp del mod">
        <pc:chgData name="Josep Maria Herrera Marimon" userId="ec91813b-a46b-450e-90f5-79432b30d154" providerId="ADAL" clId="{2326265D-3140-4495-8C9D-CAEEEF19C32E}" dt="2022-11-13T09:07:12.132" v="3661" actId="2696"/>
        <pc:sldMkLst>
          <pc:docMk/>
          <pc:sldMk cId="67549386" sldId="359"/>
        </pc:sldMkLst>
      </pc:sldChg>
      <pc:sldChg chg="add del">
        <pc:chgData name="Josep Maria Herrera Marimon" userId="ec91813b-a46b-450e-90f5-79432b30d154" providerId="ADAL" clId="{2326265D-3140-4495-8C9D-CAEEEF19C32E}" dt="2022-11-13T09:00:58.952" v="3652" actId="2696"/>
        <pc:sldMkLst>
          <pc:docMk/>
          <pc:sldMk cId="3277029737" sldId="359"/>
        </pc:sldMkLst>
      </pc:sldChg>
      <pc:sldChg chg="modSp add del mod">
        <pc:chgData name="Josep Maria Herrera Marimon" userId="ec91813b-a46b-450e-90f5-79432b30d154" providerId="ADAL" clId="{2326265D-3140-4495-8C9D-CAEEEF19C32E}" dt="2022-11-13T09:00:58.952" v="3652" actId="2696"/>
        <pc:sldMkLst>
          <pc:docMk/>
          <pc:sldMk cId="2113928930" sldId="360"/>
        </pc:sldMkLst>
      </pc:sldChg>
      <pc:sldChg chg="modSp del mod">
        <pc:chgData name="Josep Maria Herrera Marimon" userId="ec91813b-a46b-450e-90f5-79432b30d154" providerId="ADAL" clId="{2326265D-3140-4495-8C9D-CAEEEF19C32E}" dt="2022-11-13T09:07:12.132" v="3661" actId="2696"/>
        <pc:sldMkLst>
          <pc:docMk/>
          <pc:sldMk cId="4278439564" sldId="360"/>
        </pc:sldMkLst>
      </pc:sldChg>
      <pc:sldChg chg="modSp mod">
        <pc:chgData name="Josep Maria Herrera Marimon" userId="ec91813b-a46b-450e-90f5-79432b30d154" providerId="ADAL" clId="{2326265D-3140-4495-8C9D-CAEEEF19C32E}" dt="2022-11-07T18:10:06.255" v="3638" actId="20577"/>
        <pc:sldMkLst>
          <pc:docMk/>
          <pc:sldMk cId="2761238199" sldId="362"/>
        </pc:sldMkLst>
      </pc:sldChg>
      <pc:sldChg chg="modSp mod">
        <pc:chgData name="Josep Maria Herrera Marimon" userId="ec91813b-a46b-450e-90f5-79432b30d154" providerId="ADAL" clId="{2326265D-3140-4495-8C9D-CAEEEF19C32E}" dt="2022-11-09T20:34:42.140" v="3645" actId="14100"/>
        <pc:sldMkLst>
          <pc:docMk/>
          <pc:sldMk cId="326317017" sldId="363"/>
        </pc:sldMkLst>
      </pc:sldChg>
      <pc:sldChg chg="modSp del mod">
        <pc:chgData name="Josep Maria Herrera Marimon" userId="ec91813b-a46b-450e-90f5-79432b30d154" providerId="ADAL" clId="{2326265D-3140-4495-8C9D-CAEEEF19C32E}" dt="2022-11-13T09:07:12.132" v="3661" actId="2696"/>
        <pc:sldMkLst>
          <pc:docMk/>
          <pc:sldMk cId="1110145236" sldId="364"/>
        </pc:sldMkLst>
      </pc:sldChg>
      <pc:sldChg chg="add del">
        <pc:chgData name="Josep Maria Herrera Marimon" userId="ec91813b-a46b-450e-90f5-79432b30d154" providerId="ADAL" clId="{2326265D-3140-4495-8C9D-CAEEEF19C32E}" dt="2022-11-13T09:00:58.952" v="3652" actId="2696"/>
        <pc:sldMkLst>
          <pc:docMk/>
          <pc:sldMk cId="3596319702" sldId="364"/>
        </pc:sldMkLst>
      </pc:sldChg>
      <pc:sldChg chg="modSp mod">
        <pc:chgData name="Josep Maria Herrera Marimon" userId="ec91813b-a46b-450e-90f5-79432b30d154" providerId="ADAL" clId="{2326265D-3140-4495-8C9D-CAEEEF19C32E}" dt="2022-11-13T10:17:47.232" v="3663"/>
        <pc:sldMkLst>
          <pc:docMk/>
          <pc:sldMk cId="3403852134" sldId="365"/>
        </pc:sldMkLst>
      </pc:sldChg>
      <pc:sldChg chg="addSp delSp modSp add mod">
        <pc:chgData name="Josep Maria Herrera Marimon" userId="ec91813b-a46b-450e-90f5-79432b30d154" providerId="ADAL" clId="{2326265D-3140-4495-8C9D-CAEEEF19C32E}" dt="2022-11-13T11:50:58.912" v="3735" actId="1076"/>
        <pc:sldMkLst>
          <pc:docMk/>
          <pc:sldMk cId="3852794779" sldId="366"/>
        </pc:sldMkLst>
      </pc:sldChg>
      <pc:sldChg chg="addSp delSp modSp add mod ord">
        <pc:chgData name="Josep Maria Herrera Marimon" userId="ec91813b-a46b-450e-90f5-79432b30d154" providerId="ADAL" clId="{2326265D-3140-4495-8C9D-CAEEEF19C32E}" dt="2022-11-21T17:17:37.824" v="4314"/>
        <pc:sldMkLst>
          <pc:docMk/>
          <pc:sldMk cId="3929424996" sldId="367"/>
        </pc:sldMkLst>
      </pc:sldChg>
      <pc:sldChg chg="addSp delSp modSp add mod">
        <pc:chgData name="Josep Maria Herrera Marimon" userId="ec91813b-a46b-450e-90f5-79432b30d154" providerId="ADAL" clId="{2326265D-3140-4495-8C9D-CAEEEF19C32E}" dt="2022-11-13T11:50:51.157" v="3731" actId="1076"/>
        <pc:sldMkLst>
          <pc:docMk/>
          <pc:sldMk cId="2657796561" sldId="368"/>
        </pc:sldMkLst>
      </pc:sldChg>
      <pc:sldChg chg="addSp delSp modSp add mod">
        <pc:chgData name="Josep Maria Herrera Marimon" userId="ec91813b-a46b-450e-90f5-79432b30d154" providerId="ADAL" clId="{2326265D-3140-4495-8C9D-CAEEEF19C32E}" dt="2022-11-16T16:31:56.807" v="4312" actId="20577"/>
        <pc:sldMkLst>
          <pc:docMk/>
          <pc:sldMk cId="2460278623" sldId="369"/>
        </pc:sldMkLst>
      </pc:sldChg>
    </pc:docChg>
  </pc:docChgLst>
  <pc:docChgLst>
    <pc:chgData name="Josep Maria Herrera Marimon" userId="ec91813b-a46b-450e-90f5-79432b30d154" providerId="ADAL" clId="{723DD70D-CBB8-48F3-81FF-3663365E5383}"/>
    <pc:docChg chg="undo custSel addSld delSld modSld">
      <pc:chgData name="Josep Maria Herrera Marimon" userId="ec91813b-a46b-450e-90f5-79432b30d154" providerId="ADAL" clId="{723DD70D-CBB8-48F3-81FF-3663365E5383}" dt="2024-11-11T20:10:06.330" v="502"/>
      <pc:docMkLst>
        <pc:docMk/>
      </pc:docMkLst>
      <pc:sldChg chg="del">
        <pc:chgData name="Josep Maria Herrera Marimon" userId="ec91813b-a46b-450e-90f5-79432b30d154" providerId="ADAL" clId="{723DD70D-CBB8-48F3-81FF-3663365E5383}" dt="2024-09-17T11:40:40.749" v="0" actId="47"/>
        <pc:sldMkLst>
          <pc:docMk/>
          <pc:sldMk cId="3044182988" sldId="257"/>
        </pc:sldMkLst>
      </pc:sldChg>
      <pc:sldChg chg="modSp mod">
        <pc:chgData name="Josep Maria Herrera Marimon" userId="ec91813b-a46b-450e-90f5-79432b30d154" providerId="ADAL" clId="{723DD70D-CBB8-48F3-81FF-3663365E5383}" dt="2024-09-17T11:40:48.418" v="3" actId="20577"/>
        <pc:sldMkLst>
          <pc:docMk/>
          <pc:sldMk cId="4085468298" sldId="259"/>
        </pc:sldMkLst>
      </pc:sldChg>
      <pc:sldChg chg="modSp mod">
        <pc:chgData name="Josep Maria Herrera Marimon" userId="ec91813b-a46b-450e-90f5-79432b30d154" providerId="ADAL" clId="{723DD70D-CBB8-48F3-81FF-3663365E5383}" dt="2024-09-17T11:42:34.142" v="44" actId="20577"/>
        <pc:sldMkLst>
          <pc:docMk/>
          <pc:sldMk cId="662041785" sldId="261"/>
        </pc:sldMkLst>
      </pc:sldChg>
      <pc:sldChg chg="addSp delSp modSp mod">
        <pc:chgData name="Josep Maria Herrera Marimon" userId="ec91813b-a46b-450e-90f5-79432b30d154" providerId="ADAL" clId="{723DD70D-CBB8-48F3-81FF-3663365E5383}" dt="2024-10-03T16:58:06.749" v="192" actId="20577"/>
        <pc:sldMkLst>
          <pc:docMk/>
          <pc:sldMk cId="1705670585" sldId="312"/>
        </pc:sldMkLst>
      </pc:sldChg>
      <pc:sldChg chg="modSp mod">
        <pc:chgData name="Josep Maria Herrera Marimon" userId="ec91813b-a46b-450e-90f5-79432b30d154" providerId="ADAL" clId="{723DD70D-CBB8-48F3-81FF-3663365E5383}" dt="2024-11-05T15:02:04.451" v="195" actId="13926"/>
        <pc:sldMkLst>
          <pc:docMk/>
          <pc:sldMk cId="326317017" sldId="363"/>
        </pc:sldMkLst>
      </pc:sldChg>
      <pc:sldChg chg="add">
        <pc:chgData name="Josep Maria Herrera Marimon" userId="ec91813b-a46b-450e-90f5-79432b30d154" providerId="ADAL" clId="{723DD70D-CBB8-48F3-81FF-3663365E5383}" dt="2024-10-03T15:03:14.391" v="45"/>
        <pc:sldMkLst>
          <pc:docMk/>
          <pc:sldMk cId="2920170638" sldId="405"/>
        </pc:sldMkLst>
      </pc:sldChg>
      <pc:sldChg chg="modSp add mod">
        <pc:chgData name="Josep Maria Herrera Marimon" userId="ec91813b-a46b-450e-90f5-79432b30d154" providerId="ADAL" clId="{723DD70D-CBB8-48F3-81FF-3663365E5383}" dt="2024-10-30T14:48:47.437" v="194" actId="207"/>
        <pc:sldMkLst>
          <pc:docMk/>
          <pc:sldMk cId="654841152" sldId="406"/>
        </pc:sldMkLst>
      </pc:sldChg>
      <pc:sldChg chg="delSp modSp add mod">
        <pc:chgData name="Josep Maria Herrera Marimon" userId="ec91813b-a46b-450e-90f5-79432b30d154" providerId="ADAL" clId="{723DD70D-CBB8-48F3-81FF-3663365E5383}" dt="2024-11-11T17:42:41.135" v="215" actId="20577"/>
        <pc:sldMkLst>
          <pc:docMk/>
          <pc:sldMk cId="1928199245" sldId="407"/>
        </pc:sldMkLst>
      </pc:sldChg>
      <pc:sldChg chg="modSp add mod">
        <pc:chgData name="Josep Maria Herrera Marimon" userId="ec91813b-a46b-450e-90f5-79432b30d154" providerId="ADAL" clId="{723DD70D-CBB8-48F3-81FF-3663365E5383}" dt="2024-11-11T17:43:03.267" v="226" actId="20577"/>
        <pc:sldMkLst>
          <pc:docMk/>
          <pc:sldMk cId="3868264901" sldId="408"/>
        </pc:sldMkLst>
      </pc:sldChg>
      <pc:sldChg chg="modSp add mod">
        <pc:chgData name="Josep Maria Herrera Marimon" userId="ec91813b-a46b-450e-90f5-79432b30d154" providerId="ADAL" clId="{723DD70D-CBB8-48F3-81FF-3663365E5383}" dt="2024-11-11T17:43:23.967" v="245" actId="20577"/>
        <pc:sldMkLst>
          <pc:docMk/>
          <pc:sldMk cId="2342505965" sldId="409"/>
        </pc:sldMkLst>
      </pc:sldChg>
      <pc:sldChg chg="modSp add mod">
        <pc:chgData name="Josep Maria Herrera Marimon" userId="ec91813b-a46b-450e-90f5-79432b30d154" providerId="ADAL" clId="{723DD70D-CBB8-48F3-81FF-3663365E5383}" dt="2024-11-11T17:44:16.814" v="268" actId="20577"/>
        <pc:sldMkLst>
          <pc:docMk/>
          <pc:sldMk cId="3312921893" sldId="410"/>
        </pc:sldMkLst>
      </pc:sldChg>
      <pc:sldChg chg="modSp add mod">
        <pc:chgData name="Josep Maria Herrera Marimon" userId="ec91813b-a46b-450e-90f5-79432b30d154" providerId="ADAL" clId="{723DD70D-CBB8-48F3-81FF-3663365E5383}" dt="2024-11-11T17:44:46.138" v="277" actId="20577"/>
        <pc:sldMkLst>
          <pc:docMk/>
          <pc:sldMk cId="3670157328" sldId="411"/>
        </pc:sldMkLst>
      </pc:sldChg>
      <pc:sldChg chg="modSp add mod">
        <pc:chgData name="Josep Maria Herrera Marimon" userId="ec91813b-a46b-450e-90f5-79432b30d154" providerId="ADAL" clId="{723DD70D-CBB8-48F3-81FF-3663365E5383}" dt="2024-11-11T17:45:03.873" v="286" actId="20577"/>
        <pc:sldMkLst>
          <pc:docMk/>
          <pc:sldMk cId="1014154394" sldId="412"/>
        </pc:sldMkLst>
      </pc:sldChg>
      <pc:sldChg chg="modSp add mod">
        <pc:chgData name="Josep Maria Herrera Marimon" userId="ec91813b-a46b-450e-90f5-79432b30d154" providerId="ADAL" clId="{723DD70D-CBB8-48F3-81FF-3663365E5383}" dt="2024-11-11T17:45:20.390" v="298" actId="20577"/>
        <pc:sldMkLst>
          <pc:docMk/>
          <pc:sldMk cId="1283961132" sldId="413"/>
        </pc:sldMkLst>
      </pc:sldChg>
      <pc:sldChg chg="modSp add mod">
        <pc:chgData name="Josep Maria Herrera Marimon" userId="ec91813b-a46b-450e-90f5-79432b30d154" providerId="ADAL" clId="{723DD70D-CBB8-48F3-81FF-3663365E5383}" dt="2024-11-11T17:45:51.298" v="317" actId="20577"/>
        <pc:sldMkLst>
          <pc:docMk/>
          <pc:sldMk cId="687013695" sldId="414"/>
        </pc:sldMkLst>
      </pc:sldChg>
      <pc:sldChg chg="modSp add mod">
        <pc:chgData name="Josep Maria Herrera Marimon" userId="ec91813b-a46b-450e-90f5-79432b30d154" providerId="ADAL" clId="{723DD70D-CBB8-48F3-81FF-3663365E5383}" dt="2024-11-11T17:46:14.865" v="321" actId="20577"/>
        <pc:sldMkLst>
          <pc:docMk/>
          <pc:sldMk cId="426633547" sldId="415"/>
        </pc:sldMkLst>
      </pc:sldChg>
      <pc:sldChg chg="delSp modSp add mod">
        <pc:chgData name="Josep Maria Herrera Marimon" userId="ec91813b-a46b-450e-90f5-79432b30d154" providerId="ADAL" clId="{723DD70D-CBB8-48F3-81FF-3663365E5383}" dt="2024-11-11T20:10:06.330" v="502"/>
        <pc:sldMkLst>
          <pc:docMk/>
          <pc:sldMk cId="1724085048" sldId="416"/>
        </pc:sldMkLst>
      </pc:sldChg>
    </pc:docChg>
  </pc:docChgLst>
  <pc:docChgLst>
    <pc:chgData name="Josep Maria Herrera Marimon" userId="ec91813b-a46b-450e-90f5-79432b30d154" providerId="ADAL" clId="{5357B500-F767-4904-B170-49BD2FB913EE}"/>
    <pc:docChg chg="addSld modSld">
      <pc:chgData name="Josep Maria Herrera Marimon" userId="ec91813b-a46b-450e-90f5-79432b30d154" providerId="ADAL" clId="{5357B500-F767-4904-B170-49BD2FB913EE}" dt="2023-02-22T20:41:37.870" v="2" actId="6549"/>
      <pc:docMkLst>
        <pc:docMk/>
      </pc:docMkLst>
      <pc:sldChg chg="modSp mod">
        <pc:chgData name="Josep Maria Herrera Marimon" userId="ec91813b-a46b-450e-90f5-79432b30d154" providerId="ADAL" clId="{5357B500-F767-4904-B170-49BD2FB913EE}" dt="2023-02-22T20:41:37.870" v="2" actId="6549"/>
        <pc:sldMkLst>
          <pc:docMk/>
          <pc:sldMk cId="59015583" sldId="302"/>
        </pc:sldMkLst>
      </pc:sldChg>
      <pc:sldChg chg="modSp add mod">
        <pc:chgData name="Josep Maria Herrera Marimon" userId="ec91813b-a46b-450e-90f5-79432b30d154" providerId="ADAL" clId="{5357B500-F767-4904-B170-49BD2FB913EE}" dt="2023-02-22T20:41:15.736" v="1" actId="207"/>
        <pc:sldMkLst>
          <pc:docMk/>
          <pc:sldMk cId="822312257" sldId="370"/>
        </pc:sldMkLst>
      </pc:sldChg>
    </pc:docChg>
  </pc:docChgLst>
  <pc:docChgLst>
    <pc:chgData name="Josep Maria Herrera Marimon" userId="ec91813b-a46b-450e-90f5-79432b30d154" providerId="ADAL" clId="{69546156-F1D8-4A79-9292-287FECA30E42}"/>
    <pc:docChg chg="undo custSel addSld delSld modSld delMainMaster">
      <pc:chgData name="Josep Maria Herrera Marimon" userId="ec91813b-a46b-450e-90f5-79432b30d154" providerId="ADAL" clId="{69546156-F1D8-4A79-9292-287FECA30E42}" dt="2023-10-23T14:38:18.653" v="1184" actId="1076"/>
      <pc:docMkLst>
        <pc:docMk/>
      </pc:docMkLst>
      <pc:sldChg chg="modSp mod">
        <pc:chgData name="Josep Maria Herrera Marimon" userId="ec91813b-a46b-450e-90f5-79432b30d154" providerId="ADAL" clId="{69546156-F1D8-4A79-9292-287FECA30E42}" dt="2023-09-15T16:49:23.652" v="1" actId="403"/>
        <pc:sldMkLst>
          <pc:docMk/>
          <pc:sldMk cId="3668775585" sldId="264"/>
        </pc:sldMkLst>
      </pc:sldChg>
      <pc:sldChg chg="modSp add del mod">
        <pc:chgData name="Josep Maria Herrera Marimon" userId="ec91813b-a46b-450e-90f5-79432b30d154" providerId="ADAL" clId="{69546156-F1D8-4A79-9292-287FECA30E42}" dt="2023-09-17T11:32:21.953" v="8" actId="207"/>
        <pc:sldMkLst>
          <pc:docMk/>
          <pc:sldMk cId="959599394" sldId="284"/>
        </pc:sldMkLst>
      </pc:sldChg>
      <pc:sldChg chg="del">
        <pc:chgData name="Josep Maria Herrera Marimon" userId="ec91813b-a46b-450e-90f5-79432b30d154" providerId="ADAL" clId="{69546156-F1D8-4A79-9292-287FECA30E42}" dt="2023-09-17T11:22:37.312" v="3" actId="47"/>
        <pc:sldMkLst>
          <pc:docMk/>
          <pc:sldMk cId="1553425288" sldId="284"/>
        </pc:sldMkLst>
      </pc:sldChg>
      <pc:sldChg chg="addSp delSp modSp mod">
        <pc:chgData name="Josep Maria Herrera Marimon" userId="ec91813b-a46b-450e-90f5-79432b30d154" providerId="ADAL" clId="{69546156-F1D8-4A79-9292-287FECA30E42}" dt="2023-09-22T15:56:35.959" v="1065" actId="20577"/>
        <pc:sldMkLst>
          <pc:docMk/>
          <pc:sldMk cId="2695351236" sldId="300"/>
        </pc:sldMkLst>
      </pc:sldChg>
      <pc:sldChg chg="del">
        <pc:chgData name="Josep Maria Herrera Marimon" userId="ec91813b-a46b-450e-90f5-79432b30d154" providerId="ADAL" clId="{69546156-F1D8-4A79-9292-287FECA30E42}" dt="2023-09-30T10:47:22.171" v="1152" actId="47"/>
        <pc:sldMkLst>
          <pc:docMk/>
          <pc:sldMk cId="59015583" sldId="302"/>
        </pc:sldMkLst>
      </pc:sldChg>
      <pc:sldChg chg="addSp modSp mod">
        <pc:chgData name="Josep Maria Herrera Marimon" userId="ec91813b-a46b-450e-90f5-79432b30d154" providerId="ADAL" clId="{69546156-F1D8-4A79-9292-287FECA30E42}" dt="2023-09-22T07:28:09.058" v="181" actId="14100"/>
        <pc:sldMkLst>
          <pc:docMk/>
          <pc:sldMk cId="2909103406" sldId="309"/>
        </pc:sldMkLst>
      </pc:sldChg>
      <pc:sldChg chg="del">
        <pc:chgData name="Josep Maria Herrera Marimon" userId="ec91813b-a46b-450e-90f5-79432b30d154" providerId="ADAL" clId="{69546156-F1D8-4A79-9292-287FECA30E42}" dt="2023-10-23T14:18:33.487" v="1182" actId="2696"/>
        <pc:sldMkLst>
          <pc:docMk/>
          <pc:sldMk cId="631781604" sldId="317"/>
        </pc:sldMkLst>
      </pc:sldChg>
      <pc:sldChg chg="add">
        <pc:chgData name="Josep Maria Herrera Marimon" userId="ec91813b-a46b-450e-90f5-79432b30d154" providerId="ADAL" clId="{69546156-F1D8-4A79-9292-287FECA30E42}" dt="2023-10-23T14:18:44.268" v="1183"/>
        <pc:sldMkLst>
          <pc:docMk/>
          <pc:sldMk cId="3171584792" sldId="317"/>
        </pc:sldMkLst>
      </pc:sldChg>
      <pc:sldChg chg="modSp mod">
        <pc:chgData name="Josep Maria Herrera Marimon" userId="ec91813b-a46b-450e-90f5-79432b30d154" providerId="ADAL" clId="{69546156-F1D8-4A79-9292-287FECA30E42}" dt="2023-10-23T14:38:18.653" v="1184" actId="1076"/>
        <pc:sldMkLst>
          <pc:docMk/>
          <pc:sldMk cId="4068256226" sldId="320"/>
        </pc:sldMkLst>
      </pc:sldChg>
      <pc:sldChg chg="modSp mod">
        <pc:chgData name="Josep Maria Herrera Marimon" userId="ec91813b-a46b-450e-90f5-79432b30d154" providerId="ADAL" clId="{69546156-F1D8-4A79-9292-287FECA30E42}" dt="2023-09-16T11:31:14.828" v="2" actId="20577"/>
        <pc:sldMkLst>
          <pc:docMk/>
          <pc:sldMk cId="2200135931" sldId="325"/>
        </pc:sldMkLst>
      </pc:sldChg>
      <pc:sldChg chg="modSp mod">
        <pc:chgData name="Josep Maria Herrera Marimon" userId="ec91813b-a46b-450e-90f5-79432b30d154" providerId="ADAL" clId="{69546156-F1D8-4A79-9292-287FECA30E42}" dt="2023-09-18T12:53:48.779" v="11" actId="20577"/>
        <pc:sldMkLst>
          <pc:docMk/>
          <pc:sldMk cId="1753398851" sldId="326"/>
        </pc:sldMkLst>
      </pc:sldChg>
      <pc:sldChg chg="modSp mod">
        <pc:chgData name="Josep Maria Herrera Marimon" userId="ec91813b-a46b-450e-90f5-79432b30d154" providerId="ADAL" clId="{69546156-F1D8-4A79-9292-287FECA30E42}" dt="2023-09-22T07:26:03.018" v="12" actId="1076"/>
        <pc:sldMkLst>
          <pc:docMk/>
          <pc:sldMk cId="2841058631" sldId="358"/>
        </pc:sldMkLst>
      </pc:sldChg>
      <pc:sldChg chg="addSp modSp mod">
        <pc:chgData name="Josep Maria Herrera Marimon" userId="ec91813b-a46b-450e-90f5-79432b30d154" providerId="ADAL" clId="{69546156-F1D8-4A79-9292-287FECA30E42}" dt="2023-10-09T13:36:10.683" v="1169" actId="14100"/>
        <pc:sldMkLst>
          <pc:docMk/>
          <pc:sldMk cId="909025603" sldId="359"/>
        </pc:sldMkLst>
      </pc:sldChg>
      <pc:sldChg chg="del">
        <pc:chgData name="Josep Maria Herrera Marimon" userId="ec91813b-a46b-450e-90f5-79432b30d154" providerId="ADAL" clId="{69546156-F1D8-4A79-9292-287FECA30E42}" dt="2023-10-20T10:12:41.342" v="1170" actId="47"/>
        <pc:sldMkLst>
          <pc:docMk/>
          <pc:sldMk cId="2393354610" sldId="361"/>
        </pc:sldMkLst>
      </pc:sldChg>
      <pc:sldChg chg="modSp add mod">
        <pc:chgData name="Josep Maria Herrera Marimon" userId="ec91813b-a46b-450e-90f5-79432b30d154" providerId="ADAL" clId="{69546156-F1D8-4A79-9292-287FECA30E42}" dt="2023-10-23T13:57:57.483" v="1178" actId="207"/>
        <pc:sldMkLst>
          <pc:docMk/>
          <pc:sldMk cId="3222460316" sldId="361"/>
        </pc:sldMkLst>
      </pc:sldChg>
      <pc:sldChg chg="modSp mod">
        <pc:chgData name="Josep Maria Herrera Marimon" userId="ec91813b-a46b-450e-90f5-79432b30d154" providerId="ADAL" clId="{69546156-F1D8-4A79-9292-287FECA30E42}" dt="2023-10-02T15:57:47.107" v="1163" actId="20577"/>
        <pc:sldMkLst>
          <pc:docMk/>
          <pc:sldMk cId="801927045" sldId="364"/>
        </pc:sldMkLst>
      </pc:sldChg>
      <pc:sldChg chg="del">
        <pc:chgData name="Josep Maria Herrera Marimon" userId="ec91813b-a46b-450e-90f5-79432b30d154" providerId="ADAL" clId="{69546156-F1D8-4A79-9292-287FECA30E42}" dt="2023-09-30T10:47:22.171" v="1152" actId="47"/>
        <pc:sldMkLst>
          <pc:docMk/>
          <pc:sldMk cId="822312257" sldId="370"/>
        </pc:sldMkLst>
      </pc:sldChg>
      <pc:sldChg chg="addSp delSp modSp add del mod">
        <pc:chgData name="Josep Maria Herrera Marimon" userId="ec91813b-a46b-450e-90f5-79432b30d154" providerId="ADAL" clId="{69546156-F1D8-4A79-9292-287FECA30E42}" dt="2023-09-29T12:56:05.694" v="1123" actId="47"/>
        <pc:sldMkLst>
          <pc:docMk/>
          <pc:sldMk cId="2748190973" sldId="371"/>
        </pc:sldMkLst>
      </pc:sldChg>
      <pc:sldChg chg="addSp delSp modSp add mod">
        <pc:chgData name="Josep Maria Herrera Marimon" userId="ec91813b-a46b-450e-90f5-79432b30d154" providerId="ADAL" clId="{69546156-F1D8-4A79-9292-287FECA30E42}" dt="2023-09-22T07:37:17.521" v="384" actId="1076"/>
        <pc:sldMkLst>
          <pc:docMk/>
          <pc:sldMk cId="309835073" sldId="372"/>
        </pc:sldMkLst>
      </pc:sldChg>
      <pc:sldChg chg="addSp delSp modSp add mod">
        <pc:chgData name="Josep Maria Herrera Marimon" userId="ec91813b-a46b-450e-90f5-79432b30d154" providerId="ADAL" clId="{69546156-F1D8-4A79-9292-287FECA30E42}" dt="2023-09-22T08:14:48.945" v="405" actId="1076"/>
        <pc:sldMkLst>
          <pc:docMk/>
          <pc:sldMk cId="134883998" sldId="373"/>
        </pc:sldMkLst>
      </pc:sldChg>
      <pc:sldChg chg="addSp delSp modSp add mod">
        <pc:chgData name="Josep Maria Herrera Marimon" userId="ec91813b-a46b-450e-90f5-79432b30d154" providerId="ADAL" clId="{69546156-F1D8-4A79-9292-287FECA30E42}" dt="2023-09-22T09:57:24.617" v="497" actId="14100"/>
        <pc:sldMkLst>
          <pc:docMk/>
          <pc:sldMk cId="1197220175" sldId="374"/>
        </pc:sldMkLst>
      </pc:sldChg>
      <pc:sldChg chg="addSp delSp modSp add mod">
        <pc:chgData name="Josep Maria Herrera Marimon" userId="ec91813b-a46b-450e-90f5-79432b30d154" providerId="ADAL" clId="{69546156-F1D8-4A79-9292-287FECA30E42}" dt="2023-09-22T10:03:22.635" v="727" actId="1076"/>
        <pc:sldMkLst>
          <pc:docMk/>
          <pc:sldMk cId="3481399311" sldId="375"/>
        </pc:sldMkLst>
      </pc:sldChg>
      <pc:sldChg chg="addSp delSp modSp add mod">
        <pc:chgData name="Josep Maria Herrera Marimon" userId="ec91813b-a46b-450e-90f5-79432b30d154" providerId="ADAL" clId="{69546156-F1D8-4A79-9292-287FECA30E42}" dt="2023-09-22T10:14:03.958" v="902" actId="14100"/>
        <pc:sldMkLst>
          <pc:docMk/>
          <pc:sldMk cId="2216814376" sldId="376"/>
        </pc:sldMkLst>
      </pc:sldChg>
      <pc:sldChg chg="addSp delSp modSp add mod">
        <pc:chgData name="Josep Maria Herrera Marimon" userId="ec91813b-a46b-450e-90f5-79432b30d154" providerId="ADAL" clId="{69546156-F1D8-4A79-9292-287FECA30E42}" dt="2023-09-22T15:59:24.557" v="1117" actId="14100"/>
        <pc:sldMkLst>
          <pc:docMk/>
          <pc:sldMk cId="2231193748" sldId="377"/>
        </pc:sldMkLst>
      </pc:sldChg>
      <pc:sldChg chg="modSp add mod">
        <pc:chgData name="Josep Maria Herrera Marimon" userId="ec91813b-a46b-450e-90f5-79432b30d154" providerId="ADAL" clId="{69546156-F1D8-4A79-9292-287FECA30E42}" dt="2023-09-25T22:06:37.165" v="1119" actId="207"/>
        <pc:sldMkLst>
          <pc:docMk/>
          <pc:sldMk cId="705286830" sldId="382"/>
        </pc:sldMkLst>
      </pc:sldChg>
      <pc:sldChg chg="modSp add mod">
        <pc:chgData name="Josep Maria Herrera Marimon" userId="ec91813b-a46b-450e-90f5-79432b30d154" providerId="ADAL" clId="{69546156-F1D8-4A79-9292-287FECA30E42}" dt="2023-09-25T22:06:42.905" v="1120" actId="207"/>
        <pc:sldMkLst>
          <pc:docMk/>
          <pc:sldMk cId="2488087279" sldId="383"/>
        </pc:sldMkLst>
      </pc:sldChg>
      <pc:sldChg chg="modSp add mod">
        <pc:chgData name="Josep Maria Herrera Marimon" userId="ec91813b-a46b-450e-90f5-79432b30d154" providerId="ADAL" clId="{69546156-F1D8-4A79-9292-287FECA30E42}" dt="2023-09-25T22:06:46.317" v="1121" actId="207"/>
        <pc:sldMkLst>
          <pc:docMk/>
          <pc:sldMk cId="721393507" sldId="384"/>
        </pc:sldMkLst>
      </pc:sldChg>
      <pc:sldChg chg="modSp add mod">
        <pc:chgData name="Josep Maria Herrera Marimon" userId="ec91813b-a46b-450e-90f5-79432b30d154" providerId="ADAL" clId="{69546156-F1D8-4A79-9292-287FECA30E42}" dt="2023-09-29T18:05:51.475" v="1151" actId="20577"/>
        <pc:sldMkLst>
          <pc:docMk/>
          <pc:sldMk cId="405515833" sldId="385"/>
        </pc:sldMkLst>
      </pc:sldChg>
      <pc:sldChg chg="modSp add mod">
        <pc:chgData name="Josep Maria Herrera Marimon" userId="ec91813b-a46b-450e-90f5-79432b30d154" providerId="ADAL" clId="{69546156-F1D8-4A79-9292-287FECA30E42}" dt="2023-09-30T10:48:35.784" v="1154" actId="207"/>
        <pc:sldMkLst>
          <pc:docMk/>
          <pc:sldMk cId="506742130" sldId="386"/>
        </pc:sldMkLst>
      </pc:sldChg>
      <pc:sldChg chg="modSp add mod">
        <pc:chgData name="Josep Maria Herrera Marimon" userId="ec91813b-a46b-450e-90f5-79432b30d154" providerId="ADAL" clId="{69546156-F1D8-4A79-9292-287FECA30E42}" dt="2023-09-30T10:48:39.131" v="1155" actId="207"/>
        <pc:sldMkLst>
          <pc:docMk/>
          <pc:sldMk cId="1571568628" sldId="387"/>
        </pc:sldMkLst>
      </pc:sldChg>
      <pc:sldChg chg="modSp add mod">
        <pc:chgData name="Josep Maria Herrera Marimon" userId="ec91813b-a46b-450e-90f5-79432b30d154" providerId="ADAL" clId="{69546156-F1D8-4A79-9292-287FECA30E42}" dt="2023-09-30T10:48:42.161" v="1156" actId="207"/>
        <pc:sldMkLst>
          <pc:docMk/>
          <pc:sldMk cId="1410432347" sldId="388"/>
        </pc:sldMkLst>
      </pc:sldChg>
      <pc:sldChg chg="modSp add mod">
        <pc:chgData name="Josep Maria Herrera Marimon" userId="ec91813b-a46b-450e-90f5-79432b30d154" providerId="ADAL" clId="{69546156-F1D8-4A79-9292-287FECA30E42}" dt="2023-09-30T10:48:45.279" v="1157" actId="207"/>
        <pc:sldMkLst>
          <pc:docMk/>
          <pc:sldMk cId="221381185" sldId="389"/>
        </pc:sldMkLst>
      </pc:sldChg>
      <pc:sldChg chg="modSp add mod">
        <pc:chgData name="Josep Maria Herrera Marimon" userId="ec91813b-a46b-450e-90f5-79432b30d154" providerId="ADAL" clId="{69546156-F1D8-4A79-9292-287FECA30E42}" dt="2023-09-30T10:48:49.203" v="1158" actId="207"/>
        <pc:sldMkLst>
          <pc:docMk/>
          <pc:sldMk cId="481203621" sldId="390"/>
        </pc:sldMkLst>
      </pc:sldChg>
      <pc:sldChg chg="modSp add mod">
        <pc:chgData name="Josep Maria Herrera Marimon" userId="ec91813b-a46b-450e-90f5-79432b30d154" providerId="ADAL" clId="{69546156-F1D8-4A79-9292-287FECA30E42}" dt="2023-09-30T10:49:00.405" v="1161" actId="207"/>
        <pc:sldMkLst>
          <pc:docMk/>
          <pc:sldMk cId="1453767224" sldId="391"/>
        </pc:sldMkLst>
      </pc:sldChg>
      <pc:sldChg chg="modSp add mod">
        <pc:chgData name="Josep Maria Herrera Marimon" userId="ec91813b-a46b-450e-90f5-79432b30d154" providerId="ADAL" clId="{69546156-F1D8-4A79-9292-287FECA30E42}" dt="2023-09-30T10:48:53.094" v="1159" actId="207"/>
        <pc:sldMkLst>
          <pc:docMk/>
          <pc:sldMk cId="1284537536" sldId="392"/>
        </pc:sldMkLst>
      </pc:sldChg>
      <pc:sldChg chg="modSp add mod">
        <pc:chgData name="Josep Maria Herrera Marimon" userId="ec91813b-a46b-450e-90f5-79432b30d154" providerId="ADAL" clId="{69546156-F1D8-4A79-9292-287FECA30E42}" dt="2023-09-30T10:48:56.780" v="1160" actId="207"/>
        <pc:sldMkLst>
          <pc:docMk/>
          <pc:sldMk cId="4089825398" sldId="393"/>
        </pc:sldMkLst>
      </pc:sldChg>
      <pc:sldChg chg="modSp add mod">
        <pc:chgData name="Josep Maria Herrera Marimon" userId="ec91813b-a46b-450e-90f5-79432b30d154" providerId="ADAL" clId="{69546156-F1D8-4A79-9292-287FECA30E42}" dt="2023-10-23T13:58:01.622" v="1179" actId="207"/>
        <pc:sldMkLst>
          <pc:docMk/>
          <pc:sldMk cId="2217508621" sldId="399"/>
        </pc:sldMkLst>
      </pc:sldChg>
      <pc:sldChg chg="modSp add mod">
        <pc:chgData name="Josep Maria Herrera Marimon" userId="ec91813b-a46b-450e-90f5-79432b30d154" providerId="ADAL" clId="{69546156-F1D8-4A79-9292-287FECA30E42}" dt="2023-10-23T13:58:05.380" v="1180" actId="207"/>
        <pc:sldMkLst>
          <pc:docMk/>
          <pc:sldMk cId="3464283726" sldId="400"/>
        </pc:sldMkLst>
      </pc:sldChg>
      <pc:sldChg chg="addSp delSp modSp add mod">
        <pc:chgData name="Josep Maria Herrera Marimon" userId="ec91813b-a46b-450e-90f5-79432b30d154" providerId="ADAL" clId="{69546156-F1D8-4A79-9292-287FECA30E42}" dt="2023-10-23T13:58:16.588" v="1181" actId="207"/>
        <pc:sldMkLst>
          <pc:docMk/>
          <pc:sldMk cId="542604235" sldId="401"/>
        </pc:sldMkLst>
      </pc:sldChg>
      <pc:sldMasterChg chg="del delSldLayout">
        <pc:chgData name="Josep Maria Herrera Marimon" userId="ec91813b-a46b-450e-90f5-79432b30d154" providerId="ADAL" clId="{69546156-F1D8-4A79-9292-287FECA30E42}" dt="2023-10-20T10:12:41.342" v="1170" actId="47"/>
        <pc:sldMasterMkLst>
          <pc:docMk/>
          <pc:sldMasterMk cId="1350642007" sldId="2147483670"/>
        </pc:sldMasterMkLst>
        <pc:sldLayoutChg chg="del">
          <pc:chgData name="Josep Maria Herrera Marimon" userId="ec91813b-a46b-450e-90f5-79432b30d154" providerId="ADAL" clId="{69546156-F1D8-4A79-9292-287FECA30E42}" dt="2023-10-20T10:12:41.342" v="1170" actId="47"/>
          <pc:sldLayoutMkLst>
            <pc:docMk/>
            <pc:sldMasterMk cId="1350642007" sldId="2147483670"/>
            <pc:sldLayoutMk cId="1814362670" sldId="2147483671"/>
          </pc:sldLayoutMkLst>
        </pc:sldLayoutChg>
        <pc:sldLayoutChg chg="del">
          <pc:chgData name="Josep Maria Herrera Marimon" userId="ec91813b-a46b-450e-90f5-79432b30d154" providerId="ADAL" clId="{69546156-F1D8-4A79-9292-287FECA30E42}" dt="2023-10-20T10:12:41.342" v="1170" actId="47"/>
          <pc:sldLayoutMkLst>
            <pc:docMk/>
            <pc:sldMasterMk cId="1350642007" sldId="2147483670"/>
            <pc:sldLayoutMk cId="2261473882" sldId="2147483672"/>
          </pc:sldLayoutMkLst>
        </pc:sldLayoutChg>
        <pc:sldLayoutChg chg="del">
          <pc:chgData name="Josep Maria Herrera Marimon" userId="ec91813b-a46b-450e-90f5-79432b30d154" providerId="ADAL" clId="{69546156-F1D8-4A79-9292-287FECA30E42}" dt="2023-10-20T10:12:41.342" v="1170" actId="47"/>
          <pc:sldLayoutMkLst>
            <pc:docMk/>
            <pc:sldMasterMk cId="1350642007" sldId="2147483670"/>
            <pc:sldLayoutMk cId="376923176" sldId="2147483673"/>
          </pc:sldLayoutMkLst>
        </pc:sldLayoutChg>
        <pc:sldLayoutChg chg="del">
          <pc:chgData name="Josep Maria Herrera Marimon" userId="ec91813b-a46b-450e-90f5-79432b30d154" providerId="ADAL" clId="{69546156-F1D8-4A79-9292-287FECA30E42}" dt="2023-10-20T10:12:41.342" v="1170" actId="47"/>
          <pc:sldLayoutMkLst>
            <pc:docMk/>
            <pc:sldMasterMk cId="1350642007" sldId="2147483670"/>
            <pc:sldLayoutMk cId="950215612" sldId="2147483674"/>
          </pc:sldLayoutMkLst>
        </pc:sldLayoutChg>
        <pc:sldLayoutChg chg="del">
          <pc:chgData name="Josep Maria Herrera Marimon" userId="ec91813b-a46b-450e-90f5-79432b30d154" providerId="ADAL" clId="{69546156-F1D8-4A79-9292-287FECA30E42}" dt="2023-10-20T10:12:41.342" v="1170" actId="47"/>
          <pc:sldLayoutMkLst>
            <pc:docMk/>
            <pc:sldMasterMk cId="1350642007" sldId="2147483670"/>
            <pc:sldLayoutMk cId="1632602911" sldId="2147483675"/>
          </pc:sldLayoutMkLst>
        </pc:sldLayoutChg>
      </pc:sldMasterChg>
    </pc:docChg>
  </pc:docChgLst>
  <pc:docChgLst>
    <pc:chgData name="Josep Maria Herrera Marimon" userId="ec91813b-a46b-450e-90f5-79432b30d154" providerId="ADAL" clId="{650192AF-9553-4EFB-AFAB-D69A07724EEF}"/>
    <pc:docChg chg="undo custSel addSld delSld modSld">
      <pc:chgData name="Josep Maria Herrera Marimon" userId="ec91813b-a46b-450e-90f5-79432b30d154" providerId="ADAL" clId="{650192AF-9553-4EFB-AFAB-D69A07724EEF}" dt="2022-07-29T18:38:38.724" v="107" actId="20577"/>
      <pc:docMkLst>
        <pc:docMk/>
      </pc:docMkLst>
      <pc:sldChg chg="modSp mod">
        <pc:chgData name="Josep Maria Herrera Marimon" userId="ec91813b-a46b-450e-90f5-79432b30d154" providerId="ADAL" clId="{650192AF-9553-4EFB-AFAB-D69A07724EEF}" dt="2022-07-29T18:38:38.724" v="107" actId="20577"/>
        <pc:sldMkLst>
          <pc:docMk/>
          <pc:sldMk cId="1942183190" sldId="256"/>
        </pc:sldMkLst>
      </pc:sldChg>
      <pc:sldChg chg="new del">
        <pc:chgData name="Josep Maria Herrera Marimon" userId="ec91813b-a46b-450e-90f5-79432b30d154" providerId="ADAL" clId="{650192AF-9553-4EFB-AFAB-D69A07724EEF}" dt="2022-07-29T15:16:09.945" v="83" actId="47"/>
        <pc:sldMkLst>
          <pc:docMk/>
          <pc:sldMk cId="3856697465" sldId="263"/>
        </pc:sldMkLst>
      </pc:sldChg>
      <pc:sldChg chg="addSp delSp modSp add mod">
        <pc:chgData name="Josep Maria Herrera Marimon" userId="ec91813b-a46b-450e-90f5-79432b30d154" providerId="ADAL" clId="{650192AF-9553-4EFB-AFAB-D69A07724EEF}" dt="2022-07-29T15:15:49.248" v="82" actId="14100"/>
        <pc:sldMkLst>
          <pc:docMk/>
          <pc:sldMk cId="464114118" sldId="264"/>
        </pc:sldMkLst>
      </pc:sldChg>
      <pc:sldChg chg="delSp modSp add mod">
        <pc:chgData name="Josep Maria Herrera Marimon" userId="ec91813b-a46b-450e-90f5-79432b30d154" providerId="ADAL" clId="{650192AF-9553-4EFB-AFAB-D69A07724EEF}" dt="2022-07-29T15:14:57.903" v="67" actId="1076"/>
        <pc:sldMkLst>
          <pc:docMk/>
          <pc:sldMk cId="4200366489" sldId="265"/>
        </pc:sldMkLst>
      </pc:sldChg>
    </pc:docChg>
  </pc:docChgLst>
  <pc:docChgLst>
    <pc:chgData name="Josep Maria Herrera Marimon" userId="ec91813b-a46b-450e-90f5-79432b30d154" providerId="ADAL" clId="{AFF4EFD1-8823-4EEE-9836-0BA835B97EE5}"/>
    <pc:docChg chg="undo custSel addSld modSld">
      <pc:chgData name="Josep Maria Herrera Marimon" userId="ec91813b-a46b-450e-90f5-79432b30d154" providerId="ADAL" clId="{AFF4EFD1-8823-4EEE-9836-0BA835B97EE5}" dt="2022-08-17T10:09:56.253" v="539"/>
      <pc:docMkLst>
        <pc:docMk/>
      </pc:docMkLst>
      <pc:sldChg chg="addSp modSp add mod">
        <pc:chgData name="Josep Maria Herrera Marimon" userId="ec91813b-a46b-450e-90f5-79432b30d154" providerId="ADAL" clId="{AFF4EFD1-8823-4EEE-9836-0BA835B97EE5}" dt="2022-08-17T10:01:09.113" v="255" actId="6549"/>
        <pc:sldMkLst>
          <pc:docMk/>
          <pc:sldMk cId="1700945982" sldId="266"/>
        </pc:sldMkLst>
      </pc:sldChg>
      <pc:sldChg chg="delSp modSp add mod">
        <pc:chgData name="Josep Maria Herrera Marimon" userId="ec91813b-a46b-450e-90f5-79432b30d154" providerId="ADAL" clId="{AFF4EFD1-8823-4EEE-9836-0BA835B97EE5}" dt="2022-08-17T10:09:56.253" v="539"/>
        <pc:sldMkLst>
          <pc:docMk/>
          <pc:sldMk cId="4131219684" sldId="267"/>
        </pc:sldMkLst>
      </pc:sldChg>
    </pc:docChg>
  </pc:docChgLst>
  <pc:docChgLst>
    <pc:chgData name="Josep Maria Herrera Marimon" userId="ec91813b-a46b-450e-90f5-79432b30d154" providerId="ADAL" clId="{99074558-1BE5-40DC-B20D-ECC49E24CD18}"/>
    <pc:docChg chg="custSel addSld delSld modSld sldOrd">
      <pc:chgData name="Josep Maria Herrera Marimon" userId="ec91813b-a46b-450e-90f5-79432b30d154" providerId="ADAL" clId="{99074558-1BE5-40DC-B20D-ECC49E24CD18}" dt="2025-09-25T13:29:03.102" v="46" actId="14100"/>
      <pc:docMkLst>
        <pc:docMk/>
      </pc:docMkLst>
      <pc:sldChg chg="addSp delSp modSp mod">
        <pc:chgData name="Josep Maria Herrera Marimon" userId="ec91813b-a46b-450e-90f5-79432b30d154" providerId="ADAL" clId="{99074558-1BE5-40DC-B20D-ECC49E24CD18}" dt="2025-09-25T13:26:31.828" v="6" actId="478"/>
        <pc:sldMkLst>
          <pc:docMk/>
          <pc:sldMk cId="461984928" sldId="295"/>
        </pc:sldMkLst>
        <pc:spChg chg="del">
          <ac:chgData name="Josep Maria Herrera Marimon" userId="ec91813b-a46b-450e-90f5-79432b30d154" providerId="ADAL" clId="{99074558-1BE5-40DC-B20D-ECC49E24CD18}" dt="2025-09-25T13:26:31.828" v="6" actId="478"/>
          <ac:spMkLst>
            <pc:docMk/>
            <pc:sldMk cId="461984928" sldId="295"/>
            <ac:spMk id="4" creationId="{B1675784-6182-D8AC-521B-256FE842BA96}"/>
          </ac:spMkLst>
        </pc:spChg>
        <pc:spChg chg="add mod">
          <ac:chgData name="Josep Maria Herrera Marimon" userId="ec91813b-a46b-450e-90f5-79432b30d154" providerId="ADAL" clId="{99074558-1BE5-40DC-B20D-ECC49E24CD18}" dt="2025-09-25T13:26:03.176" v="3" actId="1076"/>
          <ac:spMkLst>
            <pc:docMk/>
            <pc:sldMk cId="461984928" sldId="295"/>
            <ac:spMk id="6" creationId="{861816EF-2891-3F1B-E2A6-5C4117F3A1D0}"/>
          </ac:spMkLst>
        </pc:spChg>
        <pc:picChg chg="mod">
          <ac:chgData name="Josep Maria Herrera Marimon" userId="ec91813b-a46b-450e-90f5-79432b30d154" providerId="ADAL" clId="{99074558-1BE5-40DC-B20D-ECC49E24CD18}" dt="2025-09-25T13:26:04.877" v="4" actId="1076"/>
          <ac:picMkLst>
            <pc:docMk/>
            <pc:sldMk cId="461984928" sldId="295"/>
            <ac:picMk id="9" creationId="{F464AA78-2B2C-D38F-3FC7-8F0CED54871E}"/>
          </ac:picMkLst>
        </pc:picChg>
      </pc:sldChg>
      <pc:sldChg chg="addSp delSp modSp mod">
        <pc:chgData name="Josep Maria Herrera Marimon" userId="ec91813b-a46b-450e-90f5-79432b30d154" providerId="ADAL" clId="{99074558-1BE5-40DC-B20D-ECC49E24CD18}" dt="2025-09-25T13:26:56.940" v="12" actId="478"/>
        <pc:sldMkLst>
          <pc:docMk/>
          <pc:sldMk cId="3295065137" sldId="296"/>
        </pc:sldMkLst>
        <pc:spChg chg="del">
          <ac:chgData name="Josep Maria Herrera Marimon" userId="ec91813b-a46b-450e-90f5-79432b30d154" providerId="ADAL" clId="{99074558-1BE5-40DC-B20D-ECC49E24CD18}" dt="2025-09-25T13:26:56.940" v="12" actId="478"/>
          <ac:spMkLst>
            <pc:docMk/>
            <pc:sldMk cId="3295065137" sldId="296"/>
            <ac:spMk id="4" creationId="{06039793-9F6A-DADA-8F30-186EEBCECD55}"/>
          </ac:spMkLst>
        </pc:spChg>
        <pc:spChg chg="add mod">
          <ac:chgData name="Josep Maria Herrera Marimon" userId="ec91813b-a46b-450e-90f5-79432b30d154" providerId="ADAL" clId="{99074558-1BE5-40DC-B20D-ECC49E24CD18}" dt="2025-09-25T13:26:52.143" v="11" actId="14100"/>
          <ac:spMkLst>
            <pc:docMk/>
            <pc:sldMk cId="3295065137" sldId="296"/>
            <ac:spMk id="6" creationId="{0ADEF711-B651-6BF3-7E66-7E737E97C216}"/>
          </ac:spMkLst>
        </pc:spChg>
        <pc:picChg chg="mod">
          <ac:chgData name="Josep Maria Herrera Marimon" userId="ec91813b-a46b-450e-90f5-79432b30d154" providerId="ADAL" clId="{99074558-1BE5-40DC-B20D-ECC49E24CD18}" dt="2025-09-25T13:26:44.795" v="8" actId="1076"/>
          <ac:picMkLst>
            <pc:docMk/>
            <pc:sldMk cId="3295065137" sldId="296"/>
            <ac:picMk id="10" creationId="{A859FE5D-26FA-C307-6766-D0C401AB8B9D}"/>
          </ac:picMkLst>
        </pc:picChg>
      </pc:sldChg>
      <pc:sldChg chg="addSp delSp modSp mod">
        <pc:chgData name="Josep Maria Herrera Marimon" userId="ec91813b-a46b-450e-90f5-79432b30d154" providerId="ADAL" clId="{99074558-1BE5-40DC-B20D-ECC49E24CD18}" dt="2025-09-25T13:28:14.858" v="37" actId="1076"/>
        <pc:sldMkLst>
          <pc:docMk/>
          <pc:sldMk cId="229111148" sldId="297"/>
        </pc:sldMkLst>
        <pc:spChg chg="del">
          <ac:chgData name="Josep Maria Herrera Marimon" userId="ec91813b-a46b-450e-90f5-79432b30d154" providerId="ADAL" clId="{99074558-1BE5-40DC-B20D-ECC49E24CD18}" dt="2025-09-25T13:28:09.960" v="34" actId="478"/>
          <ac:spMkLst>
            <pc:docMk/>
            <pc:sldMk cId="229111148" sldId="297"/>
            <ac:spMk id="4" creationId="{653E358B-AA7C-FE65-320C-D504E8B5E5F2}"/>
          </ac:spMkLst>
        </pc:spChg>
        <pc:spChg chg="add mod">
          <ac:chgData name="Josep Maria Herrera Marimon" userId="ec91813b-a46b-450e-90f5-79432b30d154" providerId="ADAL" clId="{99074558-1BE5-40DC-B20D-ECC49E24CD18}" dt="2025-09-25T13:28:13.441" v="36" actId="1076"/>
          <ac:spMkLst>
            <pc:docMk/>
            <pc:sldMk cId="229111148" sldId="297"/>
            <ac:spMk id="7" creationId="{2C79B6D8-A2D9-96C1-EFD9-014BFCEBB1C8}"/>
          </ac:spMkLst>
        </pc:spChg>
        <pc:picChg chg="mod">
          <ac:chgData name="Josep Maria Herrera Marimon" userId="ec91813b-a46b-450e-90f5-79432b30d154" providerId="ADAL" clId="{99074558-1BE5-40DC-B20D-ECC49E24CD18}" dt="2025-09-25T13:28:14.858" v="37" actId="1076"/>
          <ac:picMkLst>
            <pc:docMk/>
            <pc:sldMk cId="229111148" sldId="297"/>
            <ac:picMk id="6" creationId="{FF584BB7-5B12-A6BA-A584-DA853720DC24}"/>
          </ac:picMkLst>
        </pc:picChg>
      </pc:sldChg>
      <pc:sldChg chg="addSp delSp modSp mod">
        <pc:chgData name="Josep Maria Herrera Marimon" userId="ec91813b-a46b-450e-90f5-79432b30d154" providerId="ADAL" clId="{99074558-1BE5-40DC-B20D-ECC49E24CD18}" dt="2025-09-25T13:28:38.255" v="42" actId="14100"/>
        <pc:sldMkLst>
          <pc:docMk/>
          <pc:sldMk cId="538130739" sldId="298"/>
        </pc:sldMkLst>
        <pc:spChg chg="del">
          <ac:chgData name="Josep Maria Herrera Marimon" userId="ec91813b-a46b-450e-90f5-79432b30d154" providerId="ADAL" clId="{99074558-1BE5-40DC-B20D-ECC49E24CD18}" dt="2025-09-25T13:28:29.628" v="38" actId="478"/>
          <ac:spMkLst>
            <pc:docMk/>
            <pc:sldMk cId="538130739" sldId="298"/>
            <ac:spMk id="4" creationId="{3BB86E92-6001-4C99-CD24-793563747917}"/>
          </ac:spMkLst>
        </pc:spChg>
        <pc:spChg chg="add mod">
          <ac:chgData name="Josep Maria Herrera Marimon" userId="ec91813b-a46b-450e-90f5-79432b30d154" providerId="ADAL" clId="{99074558-1BE5-40DC-B20D-ECC49E24CD18}" dt="2025-09-25T13:28:33.529" v="40" actId="1076"/>
          <ac:spMkLst>
            <pc:docMk/>
            <pc:sldMk cId="538130739" sldId="298"/>
            <ac:spMk id="7" creationId="{E3A408A5-7F1F-E59F-CF1B-32CA0A0CD2AE}"/>
          </ac:spMkLst>
        </pc:spChg>
        <pc:picChg chg="mod">
          <ac:chgData name="Josep Maria Herrera Marimon" userId="ec91813b-a46b-450e-90f5-79432b30d154" providerId="ADAL" clId="{99074558-1BE5-40DC-B20D-ECC49E24CD18}" dt="2025-09-25T13:28:38.255" v="42" actId="14100"/>
          <ac:picMkLst>
            <pc:docMk/>
            <pc:sldMk cId="538130739" sldId="298"/>
            <ac:picMk id="6" creationId="{C080743A-6B02-F5E6-45BE-6DA8BA308AFF}"/>
          </ac:picMkLst>
        </pc:picChg>
      </pc:sldChg>
      <pc:sldChg chg="addSp delSp modSp mod">
        <pc:chgData name="Josep Maria Herrera Marimon" userId="ec91813b-a46b-450e-90f5-79432b30d154" providerId="ADAL" clId="{99074558-1BE5-40DC-B20D-ECC49E24CD18}" dt="2025-09-25T13:29:03.102" v="46" actId="14100"/>
        <pc:sldMkLst>
          <pc:docMk/>
          <pc:sldMk cId="2597606731" sldId="299"/>
        </pc:sldMkLst>
        <pc:spChg chg="del">
          <ac:chgData name="Josep Maria Herrera Marimon" userId="ec91813b-a46b-450e-90f5-79432b30d154" providerId="ADAL" clId="{99074558-1BE5-40DC-B20D-ECC49E24CD18}" dt="2025-09-25T13:28:57.349" v="44" actId="478"/>
          <ac:spMkLst>
            <pc:docMk/>
            <pc:sldMk cId="2597606731" sldId="299"/>
            <ac:spMk id="4" creationId="{8AAD3117-B480-D186-C501-DC44ED45E297}"/>
          </ac:spMkLst>
        </pc:spChg>
        <pc:spChg chg="add mod">
          <ac:chgData name="Josep Maria Herrera Marimon" userId="ec91813b-a46b-450e-90f5-79432b30d154" providerId="ADAL" clId="{99074558-1BE5-40DC-B20D-ECC49E24CD18}" dt="2025-09-25T13:29:03.102" v="46" actId="14100"/>
          <ac:spMkLst>
            <pc:docMk/>
            <pc:sldMk cId="2597606731" sldId="299"/>
            <ac:spMk id="6" creationId="{B4A9339D-77CE-B665-A295-556B1E79D32C}"/>
          </ac:spMkLst>
        </pc:spChg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705670585" sldId="31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626603363" sldId="31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816943045" sldId="31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976584828" sldId="31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264827276" sldId="316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171584792" sldId="317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137141341" sldId="318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496550212" sldId="31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4068256226" sldId="320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532100789" sldId="321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589881183" sldId="32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419176879" sldId="32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634995760" sldId="328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827247394" sldId="32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155771213" sldId="330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387398156" sldId="331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614239758" sldId="33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4027386003" sldId="33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20977755" sldId="33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553535681" sldId="33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714488774" sldId="336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716005245" sldId="337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050936730" sldId="338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721279982" sldId="33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850291520" sldId="340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435574900" sldId="341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4068203544" sldId="34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435442540" sldId="34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49271489" sldId="34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548745596" sldId="34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406501507" sldId="346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559884976" sldId="347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469397399" sldId="348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665359663" sldId="34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857307745" sldId="35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514871683" sldId="35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74327779" sldId="356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841058631" sldId="358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909025603" sldId="35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197446111" sldId="360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222460316" sldId="361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761238199" sldId="36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26317017" sldId="36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801927045" sldId="36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403852134" sldId="36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852794779" sldId="366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929424996" sldId="367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657796561" sldId="368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460278623" sldId="36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217508621" sldId="399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464283726" sldId="400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542604235" sldId="401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411217359" sldId="40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657357628" sldId="40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645924396" sldId="40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2920170638" sldId="40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654841152" sldId="406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312921893" sldId="410"/>
        </pc:sldMkLst>
      </pc:sldChg>
      <pc:sldChg chg="addSp delSp modSp add mod ord">
        <pc:chgData name="Josep Maria Herrera Marimon" userId="ec91813b-a46b-450e-90f5-79432b30d154" providerId="ADAL" clId="{99074558-1BE5-40DC-B20D-ECC49E24CD18}" dt="2025-09-25T13:27:46.480" v="32" actId="14100"/>
        <pc:sldMkLst>
          <pc:docMk/>
          <pc:sldMk cId="3568525569" sldId="410"/>
        </pc:sldMkLst>
        <pc:spChg chg="mod">
          <ac:chgData name="Josep Maria Herrera Marimon" userId="ec91813b-a46b-450e-90f5-79432b30d154" providerId="ADAL" clId="{99074558-1BE5-40DC-B20D-ECC49E24CD18}" dt="2025-09-25T13:27:29.455" v="28" actId="20577"/>
          <ac:spMkLst>
            <pc:docMk/>
            <pc:sldMk cId="3568525569" sldId="410"/>
            <ac:spMk id="2" creationId="{90A087EB-B39F-7398-6B0A-1AA7668F6EA0}"/>
          </ac:spMkLst>
        </pc:spChg>
        <pc:spChg chg="del">
          <ac:chgData name="Josep Maria Herrera Marimon" userId="ec91813b-a46b-450e-90f5-79432b30d154" providerId="ADAL" clId="{99074558-1BE5-40DC-B20D-ECC49E24CD18}" dt="2025-09-25T13:27:41.128" v="29" actId="478"/>
          <ac:spMkLst>
            <pc:docMk/>
            <pc:sldMk cId="3568525569" sldId="410"/>
            <ac:spMk id="4" creationId="{7D9BF2C7-6053-93AD-F4FB-A125DBFF9FB0}"/>
          </ac:spMkLst>
        </pc:spChg>
        <pc:spChg chg="add mod">
          <ac:chgData name="Josep Maria Herrera Marimon" userId="ec91813b-a46b-450e-90f5-79432b30d154" providerId="ADAL" clId="{99074558-1BE5-40DC-B20D-ECC49E24CD18}" dt="2025-09-25T13:27:46.480" v="32" actId="14100"/>
          <ac:spMkLst>
            <pc:docMk/>
            <pc:sldMk cId="3568525569" sldId="410"/>
            <ac:spMk id="6" creationId="{7E5F2E7F-268D-E764-C8B4-998C1B13B1C7}"/>
          </ac:spMkLst>
        </pc:spChg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3670157328" sldId="411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014154394" sldId="412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283961132" sldId="413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687013695" sldId="414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426633547" sldId="415"/>
        </pc:sldMkLst>
      </pc:sldChg>
      <pc:sldChg chg="del">
        <pc:chgData name="Josep Maria Herrera Marimon" userId="ec91813b-a46b-450e-90f5-79432b30d154" providerId="ADAL" clId="{99074558-1BE5-40DC-B20D-ECC49E24CD18}" dt="2025-09-25T12:24:33.768" v="0" actId="47"/>
        <pc:sldMkLst>
          <pc:docMk/>
          <pc:sldMk cId="1724085048" sldId="416"/>
        </pc:sldMkLst>
      </pc:sldChg>
    </pc:docChg>
  </pc:docChgLst>
  <pc:docChgLst>
    <pc:chgData name="Josep Maria Herrera Marimon" userId="ec91813b-a46b-450e-90f5-79432b30d154" providerId="ADAL" clId="{5518CA18-D0E5-4FB3-AAED-F26D4077847D}"/>
    <pc:docChg chg="undo custSel addSld modSld">
      <pc:chgData name="Josep Maria Herrera Marimon" userId="ec91813b-a46b-450e-90f5-79432b30d154" providerId="ADAL" clId="{5518CA18-D0E5-4FB3-AAED-F26D4077847D}" dt="2023-11-29T08:37:44.337" v="151" actId="207"/>
      <pc:docMkLst>
        <pc:docMk/>
      </pc:docMkLst>
      <pc:sldChg chg="modSp add mod">
        <pc:chgData name="Josep Maria Herrera Marimon" userId="ec91813b-a46b-450e-90f5-79432b30d154" providerId="ADAL" clId="{5518CA18-D0E5-4FB3-AAED-F26D4077847D}" dt="2023-11-29T08:19:54.904" v="148" actId="20577"/>
        <pc:sldMkLst>
          <pc:docMk/>
          <pc:sldMk cId="411217359" sldId="402"/>
        </pc:sldMkLst>
      </pc:sldChg>
      <pc:sldChg chg="add">
        <pc:chgData name="Josep Maria Herrera Marimon" userId="ec91813b-a46b-450e-90f5-79432b30d154" providerId="ADAL" clId="{5518CA18-D0E5-4FB3-AAED-F26D4077847D}" dt="2023-11-29T08:33:36.532" v="149"/>
        <pc:sldMkLst>
          <pc:docMk/>
          <pc:sldMk cId="1657357628" sldId="403"/>
        </pc:sldMkLst>
      </pc:sldChg>
      <pc:sldChg chg="modSp add mod">
        <pc:chgData name="Josep Maria Herrera Marimon" userId="ec91813b-a46b-450e-90f5-79432b30d154" providerId="ADAL" clId="{5518CA18-D0E5-4FB3-AAED-F26D4077847D}" dt="2023-11-29T08:37:44.337" v="151" actId="207"/>
        <pc:sldMkLst>
          <pc:docMk/>
          <pc:sldMk cId="2645924396" sldId="4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 anchor="b"/>
          <a:lstStyle>
            <a:lvl1pPr algn="l">
              <a:defRPr sz="4400">
                <a:solidFill>
                  <a:srgbClr val="004E9A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83838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916A99-4E67-4EE0-8D7D-880C2C5C58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8194" y="5254858"/>
            <a:ext cx="4632779" cy="1474787"/>
          </a:xfrm>
          <a:noFill/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rgbClr val="FFFFFF"/>
                </a:solidFill>
              </a:defRPr>
            </a:lvl1pPr>
            <a:lvl5pPr marL="1828800" indent="0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ca-ES" dirty="0">
                <a:solidFill>
                  <a:srgbClr val="838383"/>
                </a:solidFill>
              </a:rPr>
              <a:t>AUTOR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Asignatura</a:t>
            </a:r>
            <a:r>
              <a:rPr lang="ca-ES" dirty="0">
                <a:solidFill>
                  <a:srgbClr val="838383"/>
                </a:solidFill>
              </a:rPr>
              <a:t>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Fecha</a:t>
            </a:r>
            <a:r>
              <a:rPr lang="ca-ES" dirty="0">
                <a:solidFill>
                  <a:srgbClr val="838383"/>
                </a:solidFill>
              </a:rPr>
              <a:t> de </a:t>
            </a:r>
            <a:r>
              <a:rPr lang="ca-ES" dirty="0" err="1">
                <a:solidFill>
                  <a:srgbClr val="838383"/>
                </a:solidFill>
              </a:rPr>
              <a:t>elaboración</a:t>
            </a:r>
            <a:endParaRPr lang="es-ES" dirty="0">
              <a:solidFill>
                <a:srgbClr val="838383"/>
              </a:solidFill>
            </a:endParaRPr>
          </a:p>
          <a:p>
            <a:pPr lvl="4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518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7C69CD-A5B3-4FC4-B8E5-B65D0C6B43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80658DE3-2342-4DBF-AE04-5731FAB373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749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DBCBE1F-F9EE-490B-8A51-BE63E919A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A6256E9-0408-4123-86DA-F581F616EA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9115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866779"/>
            <a:ext cx="10515600" cy="814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806BCC8-FED1-48C3-A239-01EAA1183F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A6975A3D-E158-4E26-8254-10AEEA918C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67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45F7DEDC-92E8-4AB7-885B-E03AB0C4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55410DE9-6B68-42DF-B5C7-3612C932C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259176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0C0FD65-FD87-4A89-A18B-AAC38AD6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5CA99008-5AD7-4E48-B719-D67D9E288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401820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64AD844-721D-4E8E-807B-CE109D5A7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DB55C13-6F34-4397-B394-424830AC0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4308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8A3CE7B-7A0A-4B0A-9220-CAE7DA8A0F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</p:spTree>
    <p:extLst>
      <p:ext uri="{BB962C8B-B14F-4D97-AF65-F5344CB8AC3E}">
        <p14:creationId xmlns:p14="http://schemas.microsoft.com/office/powerpoint/2010/main" val="371008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6ECB5-36B7-5DE5-C679-37AB58236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59BF2-C46B-20C4-A0DF-6EECE3771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73CDF-9A0D-A114-D1B7-0A1B6476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3205C-ADB9-4084-B0F8-18DE8D9C5431}" type="datetimeFigureOut">
              <a:rPr lang="es-ES" smtClean="0"/>
              <a:t>25/09/2025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65221-9006-85F5-E98B-714D8CD6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6D8E6-7026-9885-F07C-C788077B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61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866326"/>
            <a:ext cx="10515600" cy="1131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219417"/>
            <a:ext cx="10515600" cy="39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166" y="102378"/>
            <a:ext cx="2743200" cy="435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838383"/>
                </a:solidFill>
                <a:latin typeface="+mj-lt"/>
              </a:defRPr>
            </a:lvl1pPr>
          </a:lstStyle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07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4E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monlaues-my.sharepoint.com/:v:/g/personal/herreraj_monlau_com/Efrgfdy6snJAqJqb-htaXpcBFpQlkp84XhC6gNuJr0InRQ?e=GMco1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developer.android.com/guide/components/activities/intro-activitie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developer.android.com/guide/components/services?hl=es-419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developer.android.com/guide/topics/providers/content-providers?hl=es-419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eveloper.android.com/guide/components/broadcast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9639F8-8852-EA41-2314-83927C1B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/>
          <a:lstStyle/>
          <a:p>
            <a:r>
              <a:rPr lang="en-US" dirty="0"/>
              <a:t>DAM - </a:t>
            </a:r>
            <a:r>
              <a:rPr lang="en-US" dirty="0" err="1"/>
              <a:t>Applicaciones</a:t>
            </a:r>
            <a:r>
              <a:rPr lang="en-US" dirty="0"/>
              <a:t> </a:t>
            </a:r>
            <a:r>
              <a:rPr lang="en-US" dirty="0" err="1"/>
              <a:t>móviles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DA2480-6BDD-0690-FB98-833400885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/>
          <a:p>
            <a:r>
              <a:rPr lang="en-US" dirty="0" err="1"/>
              <a:t>Introducción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C7B231B-6E7A-F66A-79AE-E2F0D3FAC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8194" y="5254858"/>
            <a:ext cx="4632779" cy="1474787"/>
          </a:xfrm>
        </p:spPr>
        <p:txBody>
          <a:bodyPr/>
          <a:lstStyle/>
          <a:p>
            <a:r>
              <a:rPr lang="en-US" dirty="0" err="1"/>
              <a:t>Txema</a:t>
            </a:r>
            <a:r>
              <a:rPr lang="en-US" dirty="0"/>
              <a:t> Herrera</a:t>
            </a:r>
          </a:p>
        </p:txBody>
      </p:sp>
    </p:spTree>
    <p:extLst>
      <p:ext uri="{BB962C8B-B14F-4D97-AF65-F5344CB8AC3E}">
        <p14:creationId xmlns:p14="http://schemas.microsoft.com/office/powerpoint/2010/main" val="194218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C04-BC1D-FCBF-A35D-2288A338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/>
              <a:t>Temario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7D90C-59B3-5B02-0EDF-D00352334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748" y="985421"/>
            <a:ext cx="10515600" cy="5166804"/>
          </a:xfrm>
        </p:spPr>
        <p:txBody>
          <a:bodyPr>
            <a:normAutofit/>
          </a:bodyPr>
          <a:lstStyle/>
          <a:p>
            <a:r>
              <a:rPr lang="es-ES" dirty="0"/>
              <a:t>RA1/RA2:</a:t>
            </a:r>
          </a:p>
          <a:p>
            <a:pPr lvl="1"/>
            <a:r>
              <a:rPr lang="es-ES" sz="2000" dirty="0"/>
              <a:t>Instalación Android Studio</a:t>
            </a:r>
          </a:p>
          <a:p>
            <a:pPr lvl="1"/>
            <a:r>
              <a:rPr lang="es-ES" sz="2000" dirty="0"/>
              <a:t>Creación proyecto nuevo</a:t>
            </a:r>
          </a:p>
          <a:p>
            <a:pPr lvl="1"/>
            <a:r>
              <a:rPr lang="es-ES" sz="2000" dirty="0"/>
              <a:t>Layouts</a:t>
            </a:r>
          </a:p>
          <a:p>
            <a:pPr lvl="1"/>
            <a:r>
              <a:rPr lang="es-ES" sz="2000" dirty="0"/>
              <a:t>Actividades</a:t>
            </a:r>
          </a:p>
          <a:p>
            <a:pPr lvl="1"/>
            <a:r>
              <a:rPr lang="es-ES" sz="2000" dirty="0"/>
              <a:t>Listas</a:t>
            </a:r>
          </a:p>
          <a:p>
            <a:pPr lvl="1"/>
            <a:r>
              <a:rPr lang="es-ES" sz="2000" dirty="0" err="1"/>
              <a:t>Menus</a:t>
            </a:r>
            <a:endParaRPr lang="es-ES" sz="2000" dirty="0"/>
          </a:p>
          <a:p>
            <a:r>
              <a:rPr lang="es-ES" dirty="0"/>
              <a:t>RA3:</a:t>
            </a:r>
          </a:p>
          <a:p>
            <a:pPr lvl="1"/>
            <a:r>
              <a:rPr lang="es-ES" sz="2000" dirty="0"/>
              <a:t>Multimedia</a:t>
            </a:r>
          </a:p>
          <a:p>
            <a:pPr lvl="1"/>
            <a:r>
              <a:rPr lang="es-ES" sz="2000" dirty="0" err="1"/>
              <a:t>Firebase</a:t>
            </a:r>
            <a:endParaRPr lang="es-ES" sz="2000" dirty="0"/>
          </a:p>
          <a:p>
            <a:r>
              <a:rPr lang="es-ES" dirty="0"/>
              <a:t>RA4/RA5:</a:t>
            </a:r>
          </a:p>
          <a:p>
            <a:pPr lvl="1"/>
            <a:r>
              <a:rPr lang="es-ES" sz="2000" dirty="0"/>
              <a:t>Videojuego con Java</a:t>
            </a:r>
          </a:p>
          <a:p>
            <a:pPr lvl="1"/>
            <a:r>
              <a:rPr lang="es-ES" sz="2000" dirty="0"/>
              <a:t>Videojuego con Unity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46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89D29DA3-CCDC-5B0D-C5D9-948571B5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188640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Instalación </a:t>
            </a:r>
            <a:r>
              <a:rPr lang="es-ES" altLang="es-ES" dirty="0" err="1"/>
              <a:t>Andoid</a:t>
            </a:r>
            <a:r>
              <a:rPr lang="es-ES" altLang="es-ES" dirty="0"/>
              <a:t> Studio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6B48D2E4-C5F7-C08C-B702-60E51ED59A31}"/>
              </a:ext>
            </a:extLst>
          </p:cNvPr>
          <p:cNvSpPr txBox="1">
            <a:spLocks/>
          </p:cNvSpPr>
          <p:nvPr/>
        </p:nvSpPr>
        <p:spPr bwMode="auto">
          <a:xfrm>
            <a:off x="1424025" y="1304689"/>
            <a:ext cx="9343950" cy="424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ES" dirty="0"/>
              <a:t>Validar / Descargar Java</a:t>
            </a:r>
          </a:p>
          <a:p>
            <a:pPr marL="457200" indent="-457200"/>
            <a:r>
              <a:rPr lang="es-ES" dirty="0"/>
              <a:t>Descargar Android Studio</a:t>
            </a:r>
          </a:p>
          <a:p>
            <a:pPr marL="457200" indent="-457200"/>
            <a:r>
              <a:rPr lang="es-ES" dirty="0"/>
              <a:t>Instalar Android Studio</a:t>
            </a:r>
          </a:p>
          <a:p>
            <a:pPr marL="457200" indent="-457200"/>
            <a:r>
              <a:rPr lang="es-ES" dirty="0" err="1"/>
              <a:t>Blacklist</a:t>
            </a:r>
            <a:r>
              <a:rPr lang="es-ES" dirty="0"/>
              <a:t> del Windows Defender</a:t>
            </a:r>
          </a:p>
          <a:p>
            <a:pPr marL="457200" indent="-457200"/>
            <a:r>
              <a:rPr lang="es-ES" dirty="0"/>
              <a:t>Indicar JRE para el </a:t>
            </a:r>
            <a:r>
              <a:rPr lang="es-ES" dirty="0" err="1"/>
              <a:t>Gradle</a:t>
            </a:r>
            <a:endParaRPr lang="es-ES" dirty="0"/>
          </a:p>
          <a:p>
            <a:pPr marL="457200" indent="-457200"/>
            <a:r>
              <a:rPr lang="es-ES" dirty="0"/>
              <a:t>Añadir SDK</a:t>
            </a:r>
          </a:p>
          <a:p>
            <a:pPr marL="457200" indent="-457200"/>
            <a:r>
              <a:rPr lang="es-ES" dirty="0"/>
              <a:t>Poner HAMX</a:t>
            </a:r>
          </a:p>
          <a:p>
            <a:pPr marL="457200" indent="-457200"/>
            <a:r>
              <a:rPr lang="es-ES" dirty="0"/>
              <a:t>Incluir máquina virtual</a:t>
            </a:r>
          </a:p>
          <a:p>
            <a:pPr marL="457200" indent="-457200"/>
            <a:r>
              <a:rPr lang="es-ES" dirty="0"/>
              <a:t>Abrir Android Studio y actualizar</a:t>
            </a:r>
          </a:p>
          <a:p>
            <a:pPr marL="457200" indent="-457200"/>
            <a:endParaRPr lang="es-ES" dirty="0"/>
          </a:p>
          <a:p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750B988-8094-11AF-66AD-88E29627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741387"/>
            <a:ext cx="4706007" cy="221963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4721BC8-A087-7CED-969A-1E662F353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76" y="4356630"/>
            <a:ext cx="3448531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41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12F6702-28CA-A48A-8D48-223763E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Arquitectura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F11C351-687C-90EE-0A91-AAB52B968713}"/>
              </a:ext>
            </a:extLst>
          </p:cNvPr>
          <p:cNvGraphicFramePr>
            <a:graphicFrameLocks noGrp="1"/>
          </p:cNvGraphicFramePr>
          <p:nvPr/>
        </p:nvGraphicFramePr>
        <p:xfrm>
          <a:off x="1528904" y="1764030"/>
          <a:ext cx="9419456" cy="3329940"/>
        </p:xfrm>
        <a:graphic>
          <a:graphicData uri="http://schemas.openxmlformats.org/drawingml/2006/table">
            <a:tbl>
              <a:tblPr/>
              <a:tblGrid>
                <a:gridCol w="1494656">
                  <a:extLst>
                    <a:ext uri="{9D8B030D-6E8A-4147-A177-3AD203B41FA5}">
                      <a16:colId xmlns:a16="http://schemas.microsoft.com/office/drawing/2014/main" val="1413869813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142284928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99795294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75996674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0854390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Atributo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Android con Java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Android con Kotlin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Android con Flutter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iOS        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7181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Historia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Principal lenguaje desde inicio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Oficialmente respaldado desde 2017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SDK para múltiples plataformas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Sistema operativo de Apple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7452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Lenguaje/SDK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Java           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Kotlin         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Dart (Flutter)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Objective-C / Swift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075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Arquitectura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MVVM, MVP, etc.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MVVM, MVP, etc.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Widgets, MVVM  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MVC, MVVM, etc.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904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Ventajas   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Amplia documentación, Android Studio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Menos errores, Integración total, Eficiente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Multiplataforma, Hot reload, Personalizable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Ecosistema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cerrado,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Xcode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Swift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413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Desventajas         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Verbosidad, Falta características modernas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Curva de aprendizaje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Tamaño inicial grande, Integración API nativas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Limitado a Apple, Restricciones App Store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697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28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12F6702-28CA-A48A-8D48-223763E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Mi primer proyecto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A560F4-01D4-2FE7-A02D-B97145E81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8" y="2636821"/>
            <a:ext cx="5289817" cy="3642842"/>
          </a:xfrm>
          <a:prstGeom prst="rect">
            <a:avLst/>
          </a:prstGeom>
        </p:spPr>
      </p:pic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1DC6C659-8A34-FB50-48B0-79D2A3EB4836}"/>
              </a:ext>
            </a:extLst>
          </p:cNvPr>
          <p:cNvSpPr txBox="1">
            <a:spLocks/>
          </p:cNvSpPr>
          <p:nvPr/>
        </p:nvSpPr>
        <p:spPr bwMode="auto">
          <a:xfrm>
            <a:off x="919970" y="1115293"/>
            <a:ext cx="9343950" cy="424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/>
              <a:t>“</a:t>
            </a:r>
            <a:r>
              <a:rPr lang="es-ES" sz="2400" dirty="0" err="1"/>
              <a:t>Empty</a:t>
            </a:r>
            <a:r>
              <a:rPr lang="es-ES" sz="2400" dirty="0"/>
              <a:t> </a:t>
            </a:r>
            <a:r>
              <a:rPr lang="es-ES" sz="2400" dirty="0" err="1"/>
              <a:t>Views</a:t>
            </a:r>
            <a:r>
              <a:rPr lang="es-ES" sz="2400" dirty="0"/>
              <a:t> </a:t>
            </a:r>
            <a:r>
              <a:rPr lang="es-ES" sz="2400" dirty="0" err="1"/>
              <a:t>Activity</a:t>
            </a:r>
            <a:r>
              <a:rPr lang="es-ES" sz="2400" dirty="0"/>
              <a:t>” es la antigua versión.</a:t>
            </a:r>
          </a:p>
          <a:p>
            <a:pPr marL="0" indent="0">
              <a:buNone/>
            </a:pPr>
            <a:r>
              <a:rPr lang="es-ES" sz="2400" dirty="0">
                <a:highlight>
                  <a:srgbClr val="FFFF00"/>
                </a:highlight>
              </a:rPr>
              <a:t>Evitar espacios en la localización del proyecto</a:t>
            </a:r>
          </a:p>
          <a:p>
            <a:pPr marL="0" indent="0">
              <a:buNone/>
            </a:pPr>
            <a:r>
              <a:rPr lang="es-ES" sz="2400" dirty="0">
                <a:highlight>
                  <a:srgbClr val="FFFF00"/>
                </a:highlight>
              </a:rPr>
              <a:t>Cambiar a Java</a:t>
            </a:r>
            <a:r>
              <a:rPr lang="es-ES" sz="2400" dirty="0"/>
              <a:t> 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74BD797-59C8-8D5C-F4C7-F86D2D9820AA}"/>
              </a:ext>
            </a:extLst>
          </p:cNvPr>
          <p:cNvSpPr/>
          <p:nvPr/>
        </p:nvSpPr>
        <p:spPr>
          <a:xfrm>
            <a:off x="4399623" y="5832227"/>
            <a:ext cx="1512168" cy="4474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267AE4C-55C5-6FD6-D38D-0F05E96E6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2636821"/>
            <a:ext cx="5067560" cy="3835597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7649683-3D06-2076-D685-6435C3BE27F2}"/>
              </a:ext>
            </a:extLst>
          </p:cNvPr>
          <p:cNvSpPr/>
          <p:nvPr/>
        </p:nvSpPr>
        <p:spPr>
          <a:xfrm>
            <a:off x="8328248" y="4554619"/>
            <a:ext cx="864096" cy="530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59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</a:t>
            </a:r>
            <a:endParaRPr lang="es-ES" dirty="0"/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B9C1E84-EF54-458D-ADFE-3662B8CE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00" y="1031449"/>
            <a:ext cx="8842387" cy="52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9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- Project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27D507B-84B8-8F11-1A5D-667504E81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031449"/>
            <a:ext cx="5077724" cy="452026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5A10A0C-7330-7345-5C5C-65BAB21FC73E}"/>
              </a:ext>
            </a:extLst>
          </p:cNvPr>
          <p:cNvSpPr txBox="1"/>
          <p:nvPr/>
        </p:nvSpPr>
        <p:spPr>
          <a:xfrm>
            <a:off x="6276077" y="1156985"/>
            <a:ext cx="4390747" cy="4394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Carpeta </a:t>
            </a: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manifests: </a:t>
            </a:r>
            <a:endParaRPr lang="es-ES" dirty="0">
              <a:solidFill>
                <a:srgbClr val="000000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Carpeta </a:t>
            </a: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java: </a:t>
            </a:r>
            <a:endParaRPr lang="es-ES" dirty="0">
              <a:solidFill>
                <a:srgbClr val="000000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Carpeta </a:t>
            </a: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res: </a:t>
            </a:r>
            <a:endParaRPr lang="es-ES" dirty="0">
              <a:solidFill>
                <a:srgbClr val="000000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Drawable:</a:t>
            </a:r>
            <a:endParaRPr lang="es-ES" dirty="0">
              <a:solidFill>
                <a:srgbClr val="000000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Layout: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Mipmap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Values: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0" lvl="2" indent="-2286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Color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0" lvl="2" indent="-2286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String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0" lvl="2" indent="-2286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la-Latn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Styles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14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- Project 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75D9D4-4FE4-D889-C484-0312F630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56" y="1843987"/>
            <a:ext cx="3740772" cy="17339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AB848F3-185C-B65D-ADA4-77433F2DABC0}"/>
              </a:ext>
            </a:extLst>
          </p:cNvPr>
          <p:cNvSpPr txBox="1"/>
          <p:nvPr/>
        </p:nvSpPr>
        <p:spPr>
          <a:xfrm>
            <a:off x="4633110" y="3730424"/>
            <a:ext cx="66681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compileSdkVersion: versión de SDK que usa para compilar</a:t>
            </a:r>
            <a:endParaRPr lang="es-ES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minSdkVersion: SDK mínimo compatible</a:t>
            </a:r>
            <a:endParaRPr lang="es-ES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20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targetSdkVersion</a:t>
            </a:r>
            <a:r>
              <a:rPr lang="la-Latn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: SDK máximo compatible</a:t>
            </a:r>
            <a:endParaRPr lang="es-ES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buildTypes: información de la reléase o firmar una aplicación u optimizarla para que ocupe menos espacio</a:t>
            </a:r>
            <a:endParaRPr lang="es-ES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dependencies</a:t>
            </a:r>
            <a:endParaRPr lang="es-ES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98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- Ejecución </a:t>
            </a:r>
            <a:endParaRPr lang="es-ES" dirty="0"/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97AC8A6-DAC6-00BE-23F7-E69D7549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67" y="2044545"/>
            <a:ext cx="7679063" cy="35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2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- Editor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9DE0AB-6787-AFB8-3B67-67BF60E93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031449"/>
            <a:ext cx="4651880" cy="39882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13D79FB-C991-B2DF-FE58-B56458384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920" y="1031449"/>
            <a:ext cx="4979156" cy="26393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D83ADD1-7C53-1D44-B797-073C76D1F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318" y="3821547"/>
            <a:ext cx="523948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2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- Trazas 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9A49CA-6517-BDB3-344A-D80440ACBF72}"/>
              </a:ext>
            </a:extLst>
          </p:cNvPr>
          <p:cNvSpPr txBox="1"/>
          <p:nvPr/>
        </p:nvSpPr>
        <p:spPr>
          <a:xfrm>
            <a:off x="144112" y="1303034"/>
            <a:ext cx="60945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Errores de compilación</a:t>
            </a: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Errores de construcción (</a:t>
            </a:r>
            <a:r>
              <a:rPr lang="es-ES" sz="1800" dirty="0" err="1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build</a:t>
            </a:r>
            <a:r>
              <a:rPr lang="es-ES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)</a:t>
            </a: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Errores de instalación (run)</a:t>
            </a: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Errores de ejecución (</a:t>
            </a:r>
            <a:r>
              <a:rPr lang="es-ES" sz="1800" dirty="0" err="1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crash</a:t>
            </a:r>
            <a:r>
              <a:rPr lang="es-ES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)</a:t>
            </a:r>
          </a:p>
          <a:p>
            <a:pPr marL="1600200" lvl="3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Crear tag propios</a:t>
            </a:r>
            <a:endParaRPr lang="es-ES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283D978-EDD0-0375-B3F2-DDD485F0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431" y="1171853"/>
            <a:ext cx="2751137" cy="299552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E0CA908-9166-373B-DAC1-B2B2ACC86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035" y="1427205"/>
            <a:ext cx="4225540" cy="240070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7F0AB40-0946-606D-DAC4-3B059A449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444" y="3531322"/>
            <a:ext cx="3966520" cy="263863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3A3446B-D2DD-9A88-0134-8787CF3A2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035" y="3879979"/>
            <a:ext cx="3667637" cy="28293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9BEAD80-5051-0473-F7DE-5379DBFFC9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504" y="4970659"/>
            <a:ext cx="3886742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64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009A81B-9398-9A2A-5738-AD51BC87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8812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/>
              <a:t>Elementos de Android Studio - Project 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6C9B53-7E77-B2F4-0029-E89B7EFC0F53}"/>
              </a:ext>
            </a:extLst>
          </p:cNvPr>
          <p:cNvSpPr txBox="1"/>
          <p:nvPr/>
        </p:nvSpPr>
        <p:spPr>
          <a:xfrm>
            <a:off x="349929" y="1168479"/>
            <a:ext cx="6672308" cy="4431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Carpeta </a:t>
            </a: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manifests: Contiene el archivo AndroidManifest.xml </a:t>
            </a:r>
            <a:r>
              <a:rPr lang="es-E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que contiene información sobre la configuración del proyecto (número de versión, nombre de la Actividad principal, permisos que requiere la aplicación, etcétera).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Carpeta </a:t>
            </a: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java: Contiene los archivos de código fuente Java, incluido el código de prueba de JUnit.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Carpeta </a:t>
            </a: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res: Contiene todos los recursos sin código, como diseños XML, strings de IU e imágenes de mapa de bits.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Drawable: contiene los gif, jpg,</a:t>
            </a:r>
            <a:r>
              <a:rPr lang="es-ES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…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Layout: donde se localizan las vistas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Mipmap: se encuentra el icono de nuestra aplicación. Aquí vemos que tenemos un ic_launcher y después un ic_louncher_round porque en Android 7 es donde necesitamos iconos redondos. En las versiones anteriores con nuestro icono normal basta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Values: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0" lvl="2" indent="-2286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Color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0" lvl="2" indent="-2286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String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0" lvl="2" indent="-2286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la-Latn" sz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Styles</a:t>
            </a:r>
            <a:endParaRPr lang="es-ES" sz="10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649B83-AE78-C4B9-D16D-5D5FCEBEDD23}"/>
              </a:ext>
            </a:extLst>
          </p:cNvPr>
          <p:cNvSpPr txBox="1"/>
          <p:nvPr/>
        </p:nvSpPr>
        <p:spPr>
          <a:xfrm>
            <a:off x="6338656" y="1168479"/>
            <a:ext cx="473845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compileSdkVersion: versión de SDK que usa para compilar</a:t>
            </a:r>
            <a:endParaRPr lang="es-ES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minSdkVersion: SDK mínimo compatible</a:t>
            </a:r>
            <a:endParaRPr lang="es-ES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targetSdkVersion: SDK máximo compatible</a:t>
            </a:r>
            <a:endParaRPr lang="es-ES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buildTypes: información de la reléase o firmar una aplicación u optimizarla para que ocupe menos espacio</a:t>
            </a:r>
            <a:endParaRPr lang="es-ES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1143000" lvl="2" indent="-228600">
              <a:spcBef>
                <a:spcPts val="600"/>
              </a:spcBef>
              <a:spcAft>
                <a:spcPts val="6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la-Latn" sz="18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dependencies</a:t>
            </a:r>
            <a:endParaRPr lang="es-ES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573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F3904844-6C5A-F7DD-6241-F432E41B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Emuladores</a:t>
            </a:r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DDE3F701-D58E-17C7-DDB4-EDD475FB76D9}"/>
              </a:ext>
            </a:extLst>
          </p:cNvPr>
          <p:cNvSpPr txBox="1">
            <a:spLocks/>
          </p:cNvSpPr>
          <p:nvPr/>
        </p:nvSpPr>
        <p:spPr bwMode="auto">
          <a:xfrm>
            <a:off x="1163388" y="1097824"/>
            <a:ext cx="6444779" cy="196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/>
              <a:t>AVD Manager</a:t>
            </a:r>
          </a:p>
          <a:p>
            <a:pPr marL="342900" indent="-342900"/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Emulador Android			NOX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Altamente recomendable usar el móvil físico para probar</a:t>
            </a:r>
          </a:p>
          <a:p>
            <a:endParaRPr lang="es-ES" sz="2000" dirty="0"/>
          </a:p>
          <a:p>
            <a:pPr marL="342900" indent="-342900"/>
            <a:endParaRPr lang="es-ES" sz="2000" dirty="0"/>
          </a:p>
          <a:p>
            <a:endParaRPr lang="es-E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5DEE22-F084-A9E1-55C1-6D86A878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416" y="1042524"/>
            <a:ext cx="5468113" cy="10478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F52C656-FCD4-C880-C8F0-14B7C0D6B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287" y="2662488"/>
            <a:ext cx="3942686" cy="31529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D52045-CDBA-921B-D3AF-CF3DA7662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153" y="2787770"/>
            <a:ext cx="1435162" cy="297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4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F3904844-6C5A-F7DD-6241-F432E41B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Emuladores Android Studio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6EBB7FD-68F7-19B5-EFD3-6439C0655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89" y="1430187"/>
            <a:ext cx="2454385" cy="386104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5A24743-D5FC-B8B2-5E4B-0E3500EEF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612" y="1156744"/>
            <a:ext cx="5081148" cy="363956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5B4D4F1-2ED9-F5DB-6D2E-49B8BFDB0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60" y="4061259"/>
            <a:ext cx="4717426" cy="246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3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F3904844-6C5A-F7DD-6241-F432E41B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Emuladores Android Studio</a:t>
            </a:r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DDE3F701-D58E-17C7-DDB4-EDD475FB76D9}"/>
              </a:ext>
            </a:extLst>
          </p:cNvPr>
          <p:cNvSpPr txBox="1">
            <a:spLocks/>
          </p:cNvSpPr>
          <p:nvPr/>
        </p:nvSpPr>
        <p:spPr bwMode="auto">
          <a:xfrm>
            <a:off x="1163388" y="1097826"/>
            <a:ext cx="7020843" cy="29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Podemos cambiar la memoria RAM, aunque no en todos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6CEFECF-38A8-82A4-2B21-25585BC0E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807180"/>
            <a:ext cx="4321695" cy="38363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B7E426-F647-EC1C-141A-C0F14B9A4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0" y="1878125"/>
            <a:ext cx="5901672" cy="347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9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12F6702-28CA-A48A-8D48-223763E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Errores conocidos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D97DC82-7AE9-F747-D40A-5773828B6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77" y="1191959"/>
            <a:ext cx="3571167" cy="25947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55A914C-AFCC-DDC8-04EC-E4B610A1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166" y="1191959"/>
            <a:ext cx="3380664" cy="19152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B88C85C-1D8C-4DDA-A4D1-8AEC53CDA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77" y="3944313"/>
            <a:ext cx="3476852" cy="2581031"/>
          </a:xfrm>
          <a:prstGeom prst="rect">
            <a:avLst/>
          </a:prstGeom>
        </p:spPr>
      </p:pic>
      <p:pic>
        <p:nvPicPr>
          <p:cNvPr id="12" name="Imagen 1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3113D3E-EFAA-AB53-FBCC-232190327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115" y="3750817"/>
            <a:ext cx="4300815" cy="174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88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12F6702-28CA-A48A-8D48-223763E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Modo </a:t>
            </a:r>
            <a:r>
              <a:rPr lang="es-ES" dirty="0" err="1"/>
              <a:t>debug</a:t>
            </a:r>
            <a:endParaRPr lang="es-ES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2AEF97DC-5ABB-9FEE-1C81-5393E88CEF1F}"/>
              </a:ext>
            </a:extLst>
          </p:cNvPr>
          <p:cNvSpPr txBox="1">
            <a:spLocks/>
          </p:cNvSpPr>
          <p:nvPr/>
        </p:nvSpPr>
        <p:spPr bwMode="auto">
          <a:xfrm>
            <a:off x="1163389" y="1097824"/>
            <a:ext cx="2929218" cy="91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hlinkClick r:id="rId2"/>
              </a:rPr>
              <a:t>Video</a:t>
            </a:r>
            <a:r>
              <a:rPr lang="es-ES" sz="2000" dirty="0"/>
              <a:t> explicativo</a:t>
            </a:r>
          </a:p>
          <a:p>
            <a:endParaRPr lang="es-ES" sz="2000" dirty="0"/>
          </a:p>
          <a:p>
            <a:endParaRPr lang="es-ES" sz="2000" dirty="0"/>
          </a:p>
          <a:p>
            <a:pPr marL="342900" indent="-342900"/>
            <a:endParaRPr lang="es-ES" sz="2000" dirty="0"/>
          </a:p>
          <a:p>
            <a:endParaRPr lang="es-ES" sz="2000" dirty="0"/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9F04F7F-025F-F02F-0CB4-9BAB6248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89" y="1762742"/>
            <a:ext cx="2710815" cy="24447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00BEC0B-A543-D918-1A37-A5D88241B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624" y="2419209"/>
            <a:ext cx="780206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4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 err="1"/>
              <a:t>AppCenter</a:t>
            </a:r>
            <a:endParaRPr lang="es-ES" dirty="0"/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2D3BB78-9155-D654-0115-DBB256DC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73" y="1036573"/>
            <a:ext cx="3905250" cy="3506470"/>
          </a:xfrm>
          <a:prstGeom prst="rect">
            <a:avLst/>
          </a:prstGeom>
        </p:spPr>
      </p:pic>
      <p:pic>
        <p:nvPicPr>
          <p:cNvPr id="4" name="Imagen 3" descr="Interfaz de usuario gráfica, Aplicación, Sitio web&#10;&#10;Descripción generada automáticamente">
            <a:extLst>
              <a:ext uri="{FF2B5EF4-FFF2-40B4-BE49-F238E27FC236}">
                <a16:creationId xmlns:a16="http://schemas.microsoft.com/office/drawing/2014/main" id="{250C3D29-4EB8-42C5-5506-17044E750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710" y="1036573"/>
            <a:ext cx="3994150" cy="2902585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1F74F3B-CA75-A519-8B70-D19FA4954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785" y="2368626"/>
            <a:ext cx="34480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25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7B93F71-D297-67E8-C018-2E3464DCC7BA}"/>
              </a:ext>
            </a:extLst>
          </p:cNvPr>
          <p:cNvSpPr txBox="1"/>
          <p:nvPr/>
        </p:nvSpPr>
        <p:spPr>
          <a:xfrm>
            <a:off x="1822142" y="1497276"/>
            <a:ext cx="6094520" cy="262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799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• Actividades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6799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• Fragmentos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6799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• Servicios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6799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• Proveedores de contenidos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6799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• Receptores de emisiones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67995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• </a:t>
            </a:r>
            <a:r>
              <a:rPr lang="es-ES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Intents</a:t>
            </a:r>
            <a:endParaRPr lang="es-ES" sz="12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26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197282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 - Actividades</a:t>
            </a:r>
          </a:p>
        </p:txBody>
      </p:sp>
      <p:pic>
        <p:nvPicPr>
          <p:cNvPr id="9" name="Imagen 8" descr="Diagrama&#10;&#10;Descripción generada automáticamente">
            <a:hlinkClick r:id="rId2"/>
            <a:extLst>
              <a:ext uri="{FF2B5EF4-FFF2-40B4-BE49-F238E27FC236}">
                <a16:creationId xmlns:a16="http://schemas.microsoft.com/office/drawing/2014/main" id="{F464AA78-2B2C-D38F-3FC7-8F0CED54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405592"/>
            <a:ext cx="4318000" cy="245808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1816EF-2891-3F1B-E2A6-5C4117F3A1D0}"/>
              </a:ext>
            </a:extLst>
          </p:cNvPr>
          <p:cNvSpPr txBox="1"/>
          <p:nvPr/>
        </p:nvSpPr>
        <p:spPr>
          <a:xfrm>
            <a:off x="5405120" y="220852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Idea:</a:t>
            </a:r>
            <a:r>
              <a:rPr lang="es-ES" dirty="0"/>
              <a:t> Una pantalla con la que el usuario interactúa.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En una app de mensajería: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MainActivity</a:t>
            </a:r>
            <a:r>
              <a:rPr lang="es-ES" dirty="0"/>
              <a:t>: muestra la lista de chats.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ChatActivity</a:t>
            </a:r>
            <a:r>
              <a:rPr lang="es-ES" dirty="0"/>
              <a:t>: muestra la conversación con un amigo.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En una app de recetas: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ListaRecetasActivity</a:t>
            </a:r>
            <a:r>
              <a:rPr lang="es-ES" dirty="0"/>
              <a:t>: ves todas las recetas.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DetalleRecetaActivity</a:t>
            </a:r>
            <a:r>
              <a:rPr lang="es-ES" dirty="0"/>
              <a:t>: ves una receta concreta.</a:t>
            </a:r>
          </a:p>
          <a:p>
            <a:pPr>
              <a:buNone/>
            </a:pPr>
            <a:r>
              <a:rPr lang="es-ES" dirty="0"/>
              <a:t>⚡ Piensa en “ventanas” o “pantallas” completas.</a:t>
            </a:r>
          </a:p>
        </p:txBody>
      </p:sp>
    </p:spTree>
    <p:extLst>
      <p:ext uri="{BB962C8B-B14F-4D97-AF65-F5344CB8AC3E}">
        <p14:creationId xmlns:p14="http://schemas.microsoft.com/office/powerpoint/2010/main" val="461984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98" y="323778"/>
            <a:ext cx="9339324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 – Fragmentos	</a:t>
            </a:r>
          </a:p>
        </p:txBody>
      </p:sp>
      <p:pic>
        <p:nvPicPr>
          <p:cNvPr id="10" name="Imagen 9" descr="Diagrama&#10;&#10;Descripción generada automáticamente">
            <a:hlinkClick r:id="rId2"/>
            <a:extLst>
              <a:ext uri="{FF2B5EF4-FFF2-40B4-BE49-F238E27FC236}">
                <a16:creationId xmlns:a16="http://schemas.microsoft.com/office/drawing/2014/main" id="{A859FE5D-26FA-C307-6766-D0C401AB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8" y="1759742"/>
            <a:ext cx="4847322" cy="269380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ADEF711-B651-6BF3-7E66-7E737E97C216}"/>
              </a:ext>
            </a:extLst>
          </p:cNvPr>
          <p:cNvSpPr txBox="1"/>
          <p:nvPr/>
        </p:nvSpPr>
        <p:spPr>
          <a:xfrm>
            <a:off x="5456922" y="1880104"/>
            <a:ext cx="62981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Idea:</a:t>
            </a:r>
            <a:r>
              <a:rPr lang="es-ES" dirty="0"/>
              <a:t> Secciones modulares dentro de una actividad. Son como “</a:t>
            </a:r>
            <a:r>
              <a:rPr lang="es-ES" dirty="0" err="1"/>
              <a:t>subpantallas</a:t>
            </a:r>
            <a:r>
              <a:rPr lang="es-ES" dirty="0"/>
              <a:t>” que se pueden reutilizar.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En Instagram: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dirty="0"/>
              <a:t>En la pantalla principal hay un fragmento para el </a:t>
            </a:r>
            <a:r>
              <a:rPr lang="es-ES" dirty="0" err="1"/>
              <a:t>feed</a:t>
            </a:r>
            <a:r>
              <a:rPr lang="es-ES" dirty="0"/>
              <a:t>, otro para los </a:t>
            </a:r>
            <a:r>
              <a:rPr lang="es-ES" dirty="0" err="1"/>
              <a:t>reels</a:t>
            </a:r>
            <a:r>
              <a:rPr lang="es-ES" dirty="0"/>
              <a:t>, otro para tu perfil.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En una app de compras: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dirty="0"/>
              <a:t>Un </a:t>
            </a:r>
            <a:r>
              <a:rPr lang="es-ES" dirty="0" err="1">
                <a:latin typeface="Courier New" panose="02070309020205020404" pitchFamily="49" charset="0"/>
              </a:rPr>
              <a:t>Fragment</a:t>
            </a:r>
            <a:r>
              <a:rPr lang="es-ES" dirty="0"/>
              <a:t> para la lista de productos y otro para el carrito, dentro de la misma actividad.</a:t>
            </a:r>
          </a:p>
          <a:p>
            <a:pPr>
              <a:buNone/>
            </a:pPr>
            <a:r>
              <a:rPr lang="es-ES" dirty="0"/>
              <a:t>⚡ Piensa en piezas de Lego dentro de una misma pantalla.</a:t>
            </a:r>
          </a:p>
        </p:txBody>
      </p:sp>
    </p:spTree>
    <p:extLst>
      <p:ext uri="{BB962C8B-B14F-4D97-AF65-F5344CB8AC3E}">
        <p14:creationId xmlns:p14="http://schemas.microsoft.com/office/powerpoint/2010/main" val="3295065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FF55-6423-E2A3-05AC-5CA06E2C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D05D94-A2A8-2BC4-D297-435622D8F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90A087EB-B39F-7398-6B0A-1AA7668F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 - Servicios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5F2E7F-268D-E764-C8B4-998C1B13B1C7}"/>
              </a:ext>
            </a:extLst>
          </p:cNvPr>
          <p:cNvSpPr txBox="1"/>
          <p:nvPr/>
        </p:nvSpPr>
        <p:spPr>
          <a:xfrm>
            <a:off x="1381760" y="1276478"/>
            <a:ext cx="8097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Idea:</a:t>
            </a:r>
            <a:r>
              <a:rPr lang="es-ES" dirty="0"/>
              <a:t> Tareas que corren “por detrás”, sin interfaz visual.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Spotify: un servicio que sigue reproduciendo música aunque cierres la app.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Google </a:t>
            </a:r>
            <a:r>
              <a:rPr lang="es-ES" dirty="0" err="1"/>
              <a:t>Maps</a:t>
            </a:r>
            <a:r>
              <a:rPr lang="es-ES" dirty="0"/>
              <a:t>: un servicio que sigue registrando tu ubicación mientras navegas con la pantalla apagada.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App de </a:t>
            </a:r>
            <a:r>
              <a:rPr lang="es-ES" dirty="0" err="1"/>
              <a:t>backup</a:t>
            </a:r>
            <a:r>
              <a:rPr lang="es-ES" dirty="0"/>
              <a:t>: sube fotos a la nube aunque no estés mirando la app.</a:t>
            </a:r>
          </a:p>
          <a:p>
            <a:pPr>
              <a:buNone/>
            </a:pPr>
            <a:r>
              <a:rPr lang="es-ES" dirty="0"/>
              <a:t>⚡ Piensa en un “ayudante silencioso” trabajando en segundo plano.</a:t>
            </a:r>
          </a:p>
        </p:txBody>
      </p:sp>
    </p:spTree>
    <p:extLst>
      <p:ext uri="{BB962C8B-B14F-4D97-AF65-F5344CB8AC3E}">
        <p14:creationId xmlns:p14="http://schemas.microsoft.com/office/powerpoint/2010/main" val="3568525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</a:t>
            </a:r>
            <a:br>
              <a:rPr lang="es-ES" dirty="0"/>
            </a:br>
            <a:r>
              <a:rPr lang="es-ES" dirty="0"/>
              <a:t>Proveedores de contenido</a:t>
            </a:r>
          </a:p>
        </p:txBody>
      </p:sp>
      <p:pic>
        <p:nvPicPr>
          <p:cNvPr id="6" name="Imagen 5" descr="Diagrama&#10;&#10;Descripción generada automáticamente">
            <a:hlinkClick r:id="rId2"/>
            <a:extLst>
              <a:ext uri="{FF2B5EF4-FFF2-40B4-BE49-F238E27FC236}">
                <a16:creationId xmlns:a16="http://schemas.microsoft.com/office/drawing/2014/main" id="{FF584BB7-5B12-A6BA-A584-DA853720D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48" y="2166188"/>
            <a:ext cx="3817620" cy="300482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C79B6D8-A2D9-96C1-EFD9-014BFCEBB1C8}"/>
              </a:ext>
            </a:extLst>
          </p:cNvPr>
          <p:cNvSpPr txBox="1"/>
          <p:nvPr/>
        </p:nvSpPr>
        <p:spPr>
          <a:xfrm>
            <a:off x="5405120" y="177806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Idea:</a:t>
            </a:r>
            <a:r>
              <a:rPr lang="es-ES" dirty="0"/>
              <a:t> Mecanismo para compartir datos entre apps o acceder a datos del sistema.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App de contactos: otras apps acceden a tus contactos a través de un Content </a:t>
            </a:r>
            <a:r>
              <a:rPr lang="es-ES" dirty="0" err="1"/>
              <a:t>Provider</a:t>
            </a:r>
            <a:r>
              <a:rPr lang="es-ES" dirty="0"/>
              <a:t> oficial.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Galería de fotos: una app de edición abre imágenes usando el proveedor de contenido de tu galería.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WhatsApp: cuando envías un PDF desde Google Drive, Drive usa un Content </a:t>
            </a:r>
            <a:r>
              <a:rPr lang="es-ES" dirty="0" err="1"/>
              <a:t>Provider</a:t>
            </a:r>
            <a:r>
              <a:rPr lang="es-ES" dirty="0"/>
              <a:t> para entregar el archivo.</a:t>
            </a:r>
          </a:p>
          <a:p>
            <a:pPr>
              <a:buNone/>
            </a:pPr>
            <a:r>
              <a:rPr lang="es-ES" dirty="0"/>
              <a:t>⚡ Piensa en un “intermediario seguro” para compartir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29111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</a:t>
            </a:r>
            <a:br>
              <a:rPr lang="es-ES" dirty="0"/>
            </a:br>
            <a:r>
              <a:rPr lang="es-ES" dirty="0"/>
              <a:t>Receptores de emisiones </a:t>
            </a:r>
          </a:p>
        </p:txBody>
      </p:sp>
      <p:pic>
        <p:nvPicPr>
          <p:cNvPr id="6" name="Imagen 5" descr="Diagrama&#10;&#10;Descripción generada automáticamente">
            <a:hlinkClick r:id="rId2"/>
            <a:extLst>
              <a:ext uri="{FF2B5EF4-FFF2-40B4-BE49-F238E27FC236}">
                <a16:creationId xmlns:a16="http://schemas.microsoft.com/office/drawing/2014/main" id="{C080743A-6B02-F5E6-45BE-6DA8BA308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32" y="3007359"/>
            <a:ext cx="4925460" cy="310826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3A408A5-7F1F-E59F-CF1B-32CA0A0CD2AE}"/>
              </a:ext>
            </a:extLst>
          </p:cNvPr>
          <p:cNvSpPr txBox="1"/>
          <p:nvPr/>
        </p:nvSpPr>
        <p:spPr>
          <a:xfrm>
            <a:off x="5259710" y="147514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Idea:</a:t>
            </a:r>
            <a:r>
              <a:rPr lang="es-ES" dirty="0"/>
              <a:t> Componentes que escuchan eventos globales del sistema o de otras apps.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Al recibir un SMS, una app de autenticación escucha y rellena automáticamente el código OTP.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Cuando el teléfono termina de cargar, una app de ahorro de batería puede actuar.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Una app de calendario escucha la hora exacta para lanzar una notificación de evento.</a:t>
            </a:r>
          </a:p>
          <a:p>
            <a:pPr>
              <a:buNone/>
            </a:pPr>
            <a:r>
              <a:rPr lang="es-ES" dirty="0"/>
              <a:t>⚡ Piensa en una “antena” que reacciona cuando sucede algo.</a:t>
            </a:r>
          </a:p>
        </p:txBody>
      </p:sp>
    </p:spTree>
    <p:extLst>
      <p:ext uri="{BB962C8B-B14F-4D97-AF65-F5344CB8AC3E}">
        <p14:creationId xmlns:p14="http://schemas.microsoft.com/office/powerpoint/2010/main" val="538130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Componentes de una aplicación - </a:t>
            </a:r>
            <a:r>
              <a:rPr lang="es-ES" dirty="0" err="1"/>
              <a:t>Intents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A9339D-77CE-B665-A295-556B1E79D32C}"/>
              </a:ext>
            </a:extLst>
          </p:cNvPr>
          <p:cNvSpPr txBox="1"/>
          <p:nvPr/>
        </p:nvSpPr>
        <p:spPr>
          <a:xfrm>
            <a:off x="1361440" y="1249740"/>
            <a:ext cx="9448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Idea:</a:t>
            </a:r>
            <a:r>
              <a:rPr lang="es-ES" dirty="0"/>
              <a:t> Mensajes para pedir que ocurra una acción (abrir pantallas, iniciar servicios, compartir datos).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Desde tu app, abrir la cámara para tomar una foto (</a:t>
            </a:r>
            <a:r>
              <a:rPr lang="es-ES" dirty="0">
                <a:latin typeface="Courier New" panose="02070309020205020404" pitchFamily="49" charset="0"/>
              </a:rPr>
              <a:t>ACTION_IMAGE_CAPTURE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Compartir un enlace por WhatsApp (</a:t>
            </a:r>
            <a:r>
              <a:rPr lang="es-ES" dirty="0">
                <a:latin typeface="Courier New" panose="02070309020205020404" pitchFamily="49" charset="0"/>
              </a:rPr>
              <a:t>ACTION_SEND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Navegar a otra actividad dentro de tu propia app (</a:t>
            </a:r>
            <a:r>
              <a:rPr lang="es-ES" dirty="0" err="1">
                <a:latin typeface="Courier New" panose="02070309020205020404" pitchFamily="49" charset="0"/>
              </a:rPr>
              <a:t>startActivity</a:t>
            </a:r>
            <a:r>
              <a:rPr lang="es-ES" dirty="0"/>
              <a:t> para abrir </a:t>
            </a:r>
            <a:r>
              <a:rPr lang="es-ES" dirty="0" err="1">
                <a:latin typeface="Courier New" panose="02070309020205020404" pitchFamily="49" charset="0"/>
              </a:rPr>
              <a:t>DetalleRecetaActivity</a:t>
            </a:r>
            <a:r>
              <a:rPr lang="es-ES" dirty="0"/>
              <a:t>).</a:t>
            </a:r>
          </a:p>
          <a:p>
            <a:pPr>
              <a:buNone/>
            </a:pPr>
            <a:r>
              <a:rPr lang="es-ES" dirty="0"/>
              <a:t>⚡ Piensa en una “nota de encargo” que pasas a otra parte de la app o a otra app.</a:t>
            </a:r>
          </a:p>
        </p:txBody>
      </p:sp>
    </p:spTree>
    <p:extLst>
      <p:ext uri="{BB962C8B-B14F-4D97-AF65-F5344CB8AC3E}">
        <p14:creationId xmlns:p14="http://schemas.microsoft.com/office/powerpoint/2010/main" val="2597606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Ejecución en modo </a:t>
            </a:r>
            <a:r>
              <a:rPr lang="es-ES" dirty="0" err="1"/>
              <a:t>debug</a:t>
            </a:r>
            <a:endParaRPr lang="es-ES" dirty="0"/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7B7485E-98BE-88A1-8A64-3C73DBA9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144144"/>
            <a:ext cx="3436690" cy="30993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B2C3D9-41C1-6388-8469-CDBBE40E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703" y="1261385"/>
            <a:ext cx="8306959" cy="1086002"/>
          </a:xfrm>
          <a:prstGeom prst="rect">
            <a:avLst/>
          </a:prstGeom>
        </p:spPr>
      </p:pic>
      <p:pic>
        <p:nvPicPr>
          <p:cNvPr id="9" name="Imagen 8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768E48C-FD91-CE96-8D6B-FA426608A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080" y="2347387"/>
            <a:ext cx="291401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32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C497-16C3-824C-1361-0DC23DAAA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168755-3A6E-6A35-129A-AE4AA7B305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DAA2AC2-3C2B-58A3-CF0F-C4C455A0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2567856"/>
            <a:ext cx="10546080" cy="78263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" sz="4800" dirty="0" err="1"/>
              <a:t>Layout</a:t>
            </a:r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1928199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 err="1"/>
              <a:t>Layouts</a:t>
            </a:r>
            <a:r>
              <a:rPr lang="es-ES" dirty="0"/>
              <a:t>-Directorio del recurso</a:t>
            </a: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406BC12-8F52-C813-4778-375193DEE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14" y="1052173"/>
            <a:ext cx="2082800" cy="2498725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764E7F5-27B4-FB99-21DF-4B292DA2B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660" y="958850"/>
            <a:ext cx="6120130" cy="2470150"/>
          </a:xfrm>
          <a:prstGeom prst="rect">
            <a:avLst/>
          </a:prstGeom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B61D1137-12FF-864E-A90D-5D0233C53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866" y="2916412"/>
            <a:ext cx="5976107" cy="379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51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 err="1"/>
              <a:t>Layouts</a:t>
            </a:r>
            <a:r>
              <a:rPr lang="es-ES" dirty="0"/>
              <a:t>-Nuevo </a:t>
            </a:r>
            <a:r>
              <a:rPr lang="es-ES" dirty="0" err="1"/>
              <a:t>Layout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C0D5CAA-5479-DD61-932C-20FFC790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58" y="1241040"/>
            <a:ext cx="8205953" cy="33887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6D5D792-A97E-B23E-8F2F-D44601D5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367" y="3952110"/>
            <a:ext cx="2667137" cy="247662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B8AC805-8F8A-F15D-E45E-5B3965EE5C1E}"/>
              </a:ext>
            </a:extLst>
          </p:cNvPr>
          <p:cNvSpPr txBox="1"/>
          <p:nvPr/>
        </p:nvSpPr>
        <p:spPr>
          <a:xfrm>
            <a:off x="8832629" y="1241040"/>
            <a:ext cx="29766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Valores de "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Root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Tag"</a:t>
            </a: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LinearLayout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RelativeLayout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FrameLayout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ConstraintLayout</a:t>
            </a:r>
            <a:endParaRPr lang="es-ES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CoordinatorLayout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ScrollView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TableLayout</a:t>
            </a:r>
            <a:endParaRPr lang="es-ES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 err="1">
                <a:solidFill>
                  <a:srgbClr val="374151"/>
                </a:solidFill>
                <a:effectLst/>
                <a:latin typeface="Söhne"/>
              </a:rPr>
              <a:t>GridLayout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31193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Layouts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5632DBA-F53A-D0DB-C52C-D5DBCF3C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1" y="1013204"/>
            <a:ext cx="10303777" cy="526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04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Layouts: </a:t>
            </a:r>
            <a:r>
              <a:rPr lang="es-ES" dirty="0" err="1"/>
              <a:t>Blueprint</a:t>
            </a:r>
            <a:r>
              <a:rPr lang="es-ES" dirty="0"/>
              <a:t> vs </a:t>
            </a:r>
            <a:r>
              <a:rPr lang="es-ES" dirty="0" err="1"/>
              <a:t>Design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5032286-E2EA-2937-B7FE-FFBBE54D4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284784"/>
            <a:ext cx="4940890" cy="386769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0EC223F-D87E-F866-C172-4E6268FE83AD}"/>
              </a:ext>
            </a:extLst>
          </p:cNvPr>
          <p:cNvSpPr txBox="1"/>
          <p:nvPr/>
        </p:nvSpPr>
        <p:spPr>
          <a:xfrm>
            <a:off x="5616624" y="1284784"/>
            <a:ext cx="61680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su vista es invisible, no se verá en la vista previa, pero sí en la vista de plano.
Las vistas superpuestas son más claramente visibles e identificables.
Proporciona una vista más libre de desorden donde las restricciones y vistas son más inmediatamente identificables.
También se utiliza para ser útil para la vista previa de componentes que son "invisibles" (por ejemplo, </a:t>
            </a:r>
            <a:r>
              <a:rPr lang="es-ES" dirty="0" err="1"/>
              <a:t>imageview</a:t>
            </a:r>
            <a:r>
              <a:rPr lang="es-ES" dirty="0"/>
              <a:t> que </a:t>
            </a:r>
            <a:r>
              <a:rPr lang="es-ES" dirty="0" err="1"/>
              <a:t>src</a:t>
            </a:r>
            <a:r>
              <a:rPr lang="es-ES" dirty="0"/>
              <a:t> se configura mediante programación).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171783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56943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Layouts - </a:t>
            </a:r>
            <a:r>
              <a:rPr lang="es-ES" dirty="0" err="1"/>
              <a:t>Constraint</a:t>
            </a:r>
            <a:endParaRPr lang="es-ES" dirty="0"/>
          </a:p>
        </p:txBody>
      </p:sp>
      <p:pic>
        <p:nvPicPr>
          <p:cNvPr id="1026" name="Picture 2" descr="Cómo crear una IU responsiva con ConstraintLayout | Desarrolladores de  Android | Android Developers">
            <a:extLst>
              <a:ext uri="{FF2B5EF4-FFF2-40B4-BE49-F238E27FC236}">
                <a16:creationId xmlns:a16="http://schemas.microsoft.com/office/drawing/2014/main" id="{893441BB-1350-07C2-1654-69085E14E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632" y="1953475"/>
            <a:ext cx="4542807" cy="352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ómo crear una IU responsiva con ConstraintLayout | Desarrolladores de  Android | Android Developers">
            <a:extLst>
              <a:ext uri="{FF2B5EF4-FFF2-40B4-BE49-F238E27FC236}">
                <a16:creationId xmlns:a16="http://schemas.microsoft.com/office/drawing/2014/main" id="{9BDB184C-5833-0E13-93C8-5BA6E0FCB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746" y="1953475"/>
            <a:ext cx="4419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377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Linear </a:t>
            </a:r>
            <a:r>
              <a:rPr lang="es-ES" dirty="0" err="1"/>
              <a:t>Layout</a:t>
            </a:r>
            <a:endParaRPr lang="es-ES" dirty="0"/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145EDB9-5BE0-CE7D-5B38-3169A69F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1" y="1028791"/>
            <a:ext cx="6162925" cy="3423466"/>
          </a:xfrm>
          <a:prstGeom prst="rect">
            <a:avLst/>
          </a:prstGeom>
        </p:spPr>
      </p:pic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D66BAA3-609E-C359-0BAC-1C2C5D039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507" y="2483988"/>
            <a:ext cx="6864349" cy="37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82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 err="1"/>
              <a:t>Frame</a:t>
            </a:r>
            <a:r>
              <a:rPr lang="es-ES" dirty="0"/>
              <a:t> </a:t>
            </a:r>
            <a:r>
              <a:rPr lang="es-ES" dirty="0" err="1"/>
              <a:t>Layout</a:t>
            </a:r>
            <a:endParaRPr lang="es-ES" dirty="0"/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D25701E-0A40-DFFA-A2D4-F863F5E49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791" y="1115293"/>
            <a:ext cx="8721681" cy="495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37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Table </a:t>
            </a:r>
            <a:r>
              <a:rPr lang="es-ES" dirty="0" err="1"/>
              <a:t>Layout</a:t>
            </a:r>
            <a:endParaRPr lang="es-ES" dirty="0"/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5152CEF-34F7-B97B-7D41-21482C6EE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913" y="1008866"/>
            <a:ext cx="7538374" cy="502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87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Combinar Layouts</a:t>
            </a: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DA265B2-0304-8E8E-B7D1-A890FEFA7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86" y="615950"/>
            <a:ext cx="3677285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25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5859-C4B5-DF83-D1FD-BEEDB9D6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33D3BE-C30F-6F75-4D66-BB627062A8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E68BA762-685A-A577-5221-AAB08FDF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2567856"/>
            <a:ext cx="10546080" cy="78263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" sz="4800" dirty="0"/>
              <a:t>Responsive</a:t>
            </a:r>
          </a:p>
        </p:txBody>
      </p:sp>
    </p:spTree>
    <p:extLst>
      <p:ext uri="{BB962C8B-B14F-4D97-AF65-F5344CB8AC3E}">
        <p14:creationId xmlns:p14="http://schemas.microsoft.com/office/powerpoint/2010/main" val="3868264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Elementos responsive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05B0CDE-7640-E97D-A252-3677D72FF664}"/>
              </a:ext>
            </a:extLst>
          </p:cNvPr>
          <p:cNvSpPr txBox="1"/>
          <p:nvPr/>
        </p:nvSpPr>
        <p:spPr>
          <a:xfrm>
            <a:off x="1127448" y="1306050"/>
            <a:ext cx="42573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ponemos el código del documento del material en vertical u horizontal la visualización cambia.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el caso de horizontal, se podría añadir un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scroll</a:t>
            </a:r>
            <a:endParaRPr kumimoji="0" lang="ca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Imagen 3" descr="Interfaz de usuario gráfica, Diagrama, Aplicación, Teams&#10;&#10;Descripción generada automáticamente">
            <a:extLst>
              <a:ext uri="{FF2B5EF4-FFF2-40B4-BE49-F238E27FC236}">
                <a16:creationId xmlns:a16="http://schemas.microsoft.com/office/drawing/2014/main" id="{44114E67-F281-8089-A18C-487DD55F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040" y="818370"/>
            <a:ext cx="2357120" cy="4714875"/>
          </a:xfrm>
          <a:prstGeom prst="rect">
            <a:avLst/>
          </a:prstGeom>
        </p:spPr>
      </p:pic>
      <p:pic>
        <p:nvPicPr>
          <p:cNvPr id="6" name="Imagen 5" descr="Imagen que contiene Gráfico de barras&#10;&#10;Descripción generada automáticamente">
            <a:extLst>
              <a:ext uri="{FF2B5EF4-FFF2-40B4-BE49-F238E27FC236}">
                <a16:creationId xmlns:a16="http://schemas.microsoft.com/office/drawing/2014/main" id="{0D1E57E5-49AE-811C-4C2B-06E152064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763" y="2560793"/>
            <a:ext cx="4483735" cy="23317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C5DB35-A59B-CC97-EDD2-282CAFFF4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5130372"/>
            <a:ext cx="5486682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5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Elementos responsive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C9AAED-5BFE-B62E-3B97-70ECDDDF38C8}"/>
              </a:ext>
            </a:extLst>
          </p:cNvPr>
          <p:cNvSpPr txBox="1"/>
          <p:nvPr/>
        </p:nvSpPr>
        <p:spPr>
          <a:xfrm>
            <a:off x="538480" y="1314572"/>
            <a:ext cx="5557520" cy="4788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Para hacer el diseño responsive y que los botones se ajusten correctamente a la pantalla, puedes hacer lo siguiente: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Cambiar el valor del atributo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layout_margin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por 0dp en todos los botones para que no haya espacios innecesarios entre los botones y las paredes.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Cambiar el valor del atributo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layout_width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de todos los botones por 0dp para que se ajusten a la pantalla.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Añadir un nuevo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ConstraintLayout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en la raíz del archivo XML y hacer que el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ConstraintLayout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anterior esté dentro del nuevo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ConstraintLayout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Añadir las propiedades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app:layout_constraintWidth_default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="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percent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" y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app:layout_constraintWidth_percent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="0.9" al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ConstraintLayout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interior para que el ancho del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layout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sea del 90% del ancho de la pantalla.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Añadir las propiedades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app:layout_constraintWidth_default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="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percent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" y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app:layout_constraintWidth_percent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="0.3" a todos los botones para que cada botón ocupe el 30% del ancho del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ConstraintLayout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C3038F6-DC49-1A00-FA02-F89B78760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632" y="1596267"/>
            <a:ext cx="5658141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3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Elementos responsive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C9AAED-5BFE-B62E-3B97-70ECDDDF38C8}"/>
              </a:ext>
            </a:extLst>
          </p:cNvPr>
          <p:cNvSpPr txBox="1"/>
          <p:nvPr/>
        </p:nvSpPr>
        <p:spPr>
          <a:xfrm>
            <a:off x="538480" y="1314572"/>
            <a:ext cx="5557520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Podemos usar también guías y poner un porcentaje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Definimos la guía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Usamos la guía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7650BE-600C-7C80-EF97-4F7CE60A8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5" y="1115293"/>
            <a:ext cx="5061210" cy="32323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460CDA-6E1B-DFC2-D580-4E812E1A5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" y="3911600"/>
            <a:ext cx="5557646" cy="2613744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62F49F7-4A6E-FFBB-EB5D-39B8F140DF0F}"/>
              </a:ext>
            </a:extLst>
          </p:cNvPr>
          <p:cNvCxnSpPr/>
          <p:nvPr/>
        </p:nvCxnSpPr>
        <p:spPr>
          <a:xfrm>
            <a:off x="2164080" y="1733865"/>
            <a:ext cx="5323840" cy="1695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31A014A-048E-637D-9625-5F1AFE7497E6}"/>
              </a:ext>
            </a:extLst>
          </p:cNvPr>
          <p:cNvCxnSpPr>
            <a:cxnSpLocks/>
          </p:cNvCxnSpPr>
          <p:nvPr/>
        </p:nvCxnSpPr>
        <p:spPr>
          <a:xfrm>
            <a:off x="1899920" y="2286889"/>
            <a:ext cx="7721600" cy="3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220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Elementos responsive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C9AAED-5BFE-B62E-3B97-70ECDDDF38C8}"/>
              </a:ext>
            </a:extLst>
          </p:cNvPr>
          <p:cNvSpPr txBox="1"/>
          <p:nvPr/>
        </p:nvSpPr>
        <p:spPr>
          <a:xfrm>
            <a:off x="538480" y="1314572"/>
            <a:ext cx="5557520" cy="1535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Al visualizarlo en horizontal no se ve bien.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Tenemos que crear dos </a:t>
            </a:r>
            <a:r>
              <a:rPr lang="es-ES" sz="14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layouts</a:t>
            </a: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, uno para horizontal y otro para vertical.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Seguir las instrucciones del documento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Personalizar la versión horizontal</a:t>
            </a:r>
            <a:endParaRPr lang="es-ES" sz="14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C0A5DE-3926-1804-2EA7-D7DA4D8C9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44824"/>
            <a:ext cx="5781460" cy="9644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F0B368-1918-F758-D2F0-F101CDEDD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101" y="2531780"/>
            <a:ext cx="3041806" cy="363873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EF580F4-65EE-9AF7-7C1A-E091F14BA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91" y="4351149"/>
            <a:ext cx="4682170" cy="1387961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8A5B32-54C8-F3D8-A621-B1ADABA57A2C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880728" y="1228491"/>
            <a:ext cx="2215272" cy="198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A1F0361-92EC-3D52-8A9B-4A80E0E1499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514296" y="2067714"/>
            <a:ext cx="5568805" cy="2283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80BCFBF-09C0-B46A-FE93-EFEAF3863C2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574800" y="2850505"/>
            <a:ext cx="1500976" cy="1500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99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5131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Elementos responsive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C9AAED-5BFE-B62E-3B97-70ECDDDF38C8}"/>
              </a:ext>
            </a:extLst>
          </p:cNvPr>
          <p:cNvSpPr txBox="1"/>
          <p:nvPr/>
        </p:nvSpPr>
        <p:spPr>
          <a:xfrm>
            <a:off x="447431" y="867768"/>
            <a:ext cx="10962640" cy="386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Alternativa no documentada: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Dimensiones personalizadas: En la carpeta de recursos, puedes tener diferentes archivos de dimensiones para diferentes tamaños de pantalla: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res/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values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/dimens.xml (por defecto)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res/values-sw600dp/dimens.xml (para pantallas más grandes, como 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tablets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En “res/</a:t>
            </a:r>
            <a:r>
              <a:rPr lang="es-ES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values</a:t>
            </a:r>
            <a:r>
              <a:rPr lang="es-ES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/dimens.xml”: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4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En </a:t>
            </a:r>
            <a:r>
              <a:rPr lang="fr-FR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res</a:t>
            </a:r>
            <a:r>
              <a:rPr lang="fr-FR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/values-sw600dp/dimens.xml: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En el </a:t>
            </a:r>
            <a:r>
              <a:rPr lang="fr-FR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layout</a:t>
            </a:r>
            <a:endParaRPr lang="fr-FR" sz="14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S" sz="14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E9F46B-F88B-A08C-72D6-F26597C81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284" y="1650405"/>
            <a:ext cx="4258884" cy="8744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EC63175-2D2E-2E99-6C8B-F73320F65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284" y="2691467"/>
            <a:ext cx="4258884" cy="92628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8EC03D6-2F31-6D7C-A175-5155683C9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333" y="3784402"/>
            <a:ext cx="6030835" cy="2639135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0F52CC2-442F-7371-2DC6-FB85C91B19B2}"/>
              </a:ext>
            </a:extLst>
          </p:cNvPr>
          <p:cNvSpPr/>
          <p:nvPr/>
        </p:nvSpPr>
        <p:spPr>
          <a:xfrm>
            <a:off x="8067040" y="1869440"/>
            <a:ext cx="1950720" cy="4165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ED9BEBF-7104-CE7A-7F9D-D59E2D2A6692}"/>
              </a:ext>
            </a:extLst>
          </p:cNvPr>
          <p:cNvSpPr/>
          <p:nvPr/>
        </p:nvSpPr>
        <p:spPr>
          <a:xfrm>
            <a:off x="8067040" y="2915706"/>
            <a:ext cx="1950720" cy="4165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D502AEE-8098-E9A6-E75D-51250FC29827}"/>
              </a:ext>
            </a:extLst>
          </p:cNvPr>
          <p:cNvSpPr/>
          <p:nvPr/>
        </p:nvSpPr>
        <p:spPr>
          <a:xfrm>
            <a:off x="9042400" y="4902639"/>
            <a:ext cx="2189768" cy="4165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A0B0324-639B-F82E-7810-59FFED4AD0C6}"/>
              </a:ext>
            </a:extLst>
          </p:cNvPr>
          <p:cNvCxnSpPr>
            <a:endCxn id="6" idx="1"/>
          </p:cNvCxnSpPr>
          <p:nvPr/>
        </p:nvCxnSpPr>
        <p:spPr>
          <a:xfrm flipV="1">
            <a:off x="2946400" y="2087610"/>
            <a:ext cx="4026884" cy="43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8E1005E-18E0-046D-7B2A-32E1E0766C4F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484880" y="3154608"/>
            <a:ext cx="3488404" cy="1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DEBBE57-1D85-EBDE-81F6-23680AE5BB8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535026" y="3812778"/>
            <a:ext cx="3666307" cy="1291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814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/>
              <a:t>Práctica con Layouts</a:t>
            </a:r>
          </a:p>
        </p:txBody>
      </p:sp>
      <p:pic>
        <p:nvPicPr>
          <p:cNvPr id="8" name="Imagen 7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3E991305-3967-659F-9B27-F49A0023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537" y="601481"/>
            <a:ext cx="3082925" cy="530669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05B0CDE-7640-E97D-A252-3677D72FF664}"/>
              </a:ext>
            </a:extLst>
          </p:cNvPr>
          <p:cNvSpPr txBox="1"/>
          <p:nvPr/>
        </p:nvSpPr>
        <p:spPr>
          <a:xfrm>
            <a:off x="1127448" y="1306050"/>
            <a:ext cx="4257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Revisa el material del Word y “juega” con todos los tipos de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Layout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Recuerda documentarlo en el Word para poder ayudarte a explicarlo en el video</a:t>
            </a:r>
            <a:endParaRPr kumimoji="0" lang="ca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03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Práctica: </a:t>
            </a:r>
            <a:r>
              <a:rPr lang="es-ES" sz="3000" dirty="0" err="1">
                <a:solidFill>
                  <a:srgbClr val="0070C0"/>
                </a:solidFill>
              </a:rPr>
              <a:t>Layout</a:t>
            </a:r>
            <a:endParaRPr lang="es-ES" sz="3000" dirty="0">
              <a:solidFill>
                <a:srgbClr val="0070C0"/>
              </a:solidFill>
            </a:endParaRPr>
          </a:p>
        </p:txBody>
      </p:sp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CA4E112-60BC-D549-F0A8-080C4AE9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336" y="1217693"/>
            <a:ext cx="3735706" cy="491141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F7257BF-BD67-93CF-9D55-CE85002ADEB9}"/>
              </a:ext>
            </a:extLst>
          </p:cNvPr>
          <p:cNvSpPr txBox="1"/>
          <p:nvPr/>
        </p:nvSpPr>
        <p:spPr>
          <a:xfrm>
            <a:off x="702832" y="1111157"/>
            <a:ext cx="7495504" cy="544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Diseño. Por el orden en el que se indica. Para controlar los porcentajes que se indican se ha de usar un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Layout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tipo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GuideLines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unidad origen y su botón de conversión tiene que ocupar el 20% de la pantalla en vertical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unidad destino y su botón de conversión tiene que ocupar el 20% de la pantalla en vertical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valor por convertir tiene que ocupar el 20% de la pantalla en vertical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resultado tiene que ocupar el 20% de la pantalla en vertical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resto de la pantalla debe tener una imagen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	También ha de poseer la opción de poder personalizar el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layout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horizontal. Es decir, que posea dos XML, uno para el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layout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vertical (el que se realiza por defecto) y el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layout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horizontal (se tendrá que realizar los pasos de la documentación). El diseño horizontal será libre, por ejemplo que la imagen aparezca a la derecha. </a:t>
            </a:r>
          </a:p>
        </p:txBody>
      </p:sp>
    </p:spTree>
    <p:extLst>
      <p:ext uri="{BB962C8B-B14F-4D97-AF65-F5344CB8AC3E}">
        <p14:creationId xmlns:p14="http://schemas.microsoft.com/office/powerpoint/2010/main" val="405515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dirty="0" err="1"/>
              <a:t>Debug</a:t>
            </a:r>
            <a:endParaRPr lang="es-ES" dirty="0"/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94A2D94-BFE9-C51E-06FC-D0F387BC1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393195"/>
            <a:ext cx="3640495" cy="32831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E6536B-F38E-A594-0194-26DD1AAB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209" y="1922873"/>
            <a:ext cx="822122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329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EBEE-EDEB-416D-DD67-7158AB51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792563-4FA3-3FEB-7D7A-BF8CECA174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F1BEA917-5530-CF84-D0B4-B9A7D098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2567856"/>
            <a:ext cx="10546080" cy="78263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" sz="4800" dirty="0"/>
              <a:t>Importar proyectos</a:t>
            </a:r>
          </a:p>
        </p:txBody>
      </p:sp>
    </p:spTree>
    <p:extLst>
      <p:ext uri="{BB962C8B-B14F-4D97-AF65-F5344CB8AC3E}">
        <p14:creationId xmlns:p14="http://schemas.microsoft.com/office/powerpoint/2010/main" val="2342505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22-23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1127447" y="1197688"/>
            <a:ext cx="922391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Descomprimir material proporcionado y buscar el nombre del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package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en el MainActivity.java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Crear un proyecto nuevo en Android Studio y poner</a:t>
            </a: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nombre del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package</a:t>
            </a: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Package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la ruta entera</a:t>
            </a: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Language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Java</a:t>
            </a: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Minimun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SDK: recomendable 23 o mayor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41C4A9-C41C-3C31-0521-CA9265BBA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673518"/>
            <a:ext cx="5849166" cy="13432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5D1DFB5-BE04-248C-9606-E932E9F57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269" y="2088192"/>
            <a:ext cx="5734850" cy="10193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3010ED2-FC9E-BD35-EA04-046288ADF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072" y="3531143"/>
            <a:ext cx="4899052" cy="32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42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22-23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1127447" y="1197688"/>
            <a:ext cx="922391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Localizar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el directorio del proyecto (esto se define al crear el proyecto)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Ir al subdirectorio “app\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src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\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main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Eliminar todo el contenido: AndroidManifest.xml, directorio Java y directorio res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Copiar los nuevos tres elementos previamente eliminados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2D847B-20BD-0BFA-BE9C-C79DC52D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02" y="3533449"/>
            <a:ext cx="556337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686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23-24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1127447" y="1197688"/>
            <a:ext cx="9223915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Crear un proyecto nuevo en Android Studio y poner</a:t>
            </a: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nombre del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package</a:t>
            </a: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Package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la ruta entera</a:t>
            </a: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Language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Java</a:t>
            </a:r>
          </a:p>
          <a:p>
            <a:pPr marL="800100" lvl="1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Minimun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SDK: recomendable 23 o mayor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Font typeface="Symbol" panose="05050102010706020507" pitchFamily="18" charset="2"/>
              <a:buChar char=""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Descomprimir material proporcionado y localizar el directorio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main</a:t>
            </a: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010ED2-FC9E-BD35-EA04-046288ADF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340768"/>
            <a:ext cx="4899052" cy="32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323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23-24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1127447" y="1197688"/>
            <a:ext cx="922391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Localizar el directorio del proyecto (esto se define al crear el proyecto)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Ir al subdirectorio “app\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src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\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main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Eliminar todo el contenido: AndroidManifest.xml, directorio Java y directorio res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Copiar los nuevos tres elementos del material proporcionado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2D847B-20BD-0BFA-BE9C-C79DC52D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02" y="3533449"/>
            <a:ext cx="556337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1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23-24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695400" y="1115293"/>
            <a:ext cx="9223915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Abrir el Android Studio y abrir el proyecto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Ir al MainActivity.java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Aparece un error con la 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Apretar “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alt+enter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” sobre el error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Aparece la opción de importar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Importamos la primera opción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Al situarnos sobre cualquier parte del código el error desaparece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AEEC79-FD57-43E1-BAA0-26008DFC3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1140404"/>
            <a:ext cx="6813900" cy="390545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7B589BB-0EFC-0745-F74D-A58A596DA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3758813"/>
            <a:ext cx="3086259" cy="62868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7FFC054-E1F8-1F2A-5A4C-33C36A0E3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397" y="4550529"/>
            <a:ext cx="3308520" cy="9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036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23-24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695400" y="1115293"/>
            <a:ext cx="922391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Otro posible error puede ser con la importación de elementos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androidx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 Por ejemplo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Sólo está soportado en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androidx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EE349C-8280-F090-A216-FC1236F4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143" y="1555477"/>
            <a:ext cx="7619880" cy="5773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86A36A2-B582-68CF-74BC-46273A2C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327155"/>
            <a:ext cx="11018439" cy="540832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D807873-61A7-17FC-8FB9-45907671EF0B}"/>
              </a:ext>
            </a:extLst>
          </p:cNvPr>
          <p:cNvSpPr/>
          <p:nvPr/>
        </p:nvSpPr>
        <p:spPr>
          <a:xfrm>
            <a:off x="2999656" y="3570585"/>
            <a:ext cx="3238976" cy="2974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45375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23-24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695400" y="1115293"/>
            <a:ext cx="9223915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Otro posible error puede al usar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getColumnIndex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 Por ejemplo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Al posicionarnos sobre el error, nos muestra un mensaje al cabo de unos segundos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Escogemos “more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actions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” y “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Suppress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Range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…”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El error desaparece y se puede probar el código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2DE2D47-EC21-863B-ED48-D433959FE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118" y="5426847"/>
            <a:ext cx="6413830" cy="4635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7B2C45-776E-99BB-5523-C32FCCAC7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2" y="1650950"/>
            <a:ext cx="4667490" cy="4826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FD83A93-3E39-799C-7F24-AAA09F951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190" y="2483061"/>
            <a:ext cx="4858000" cy="118751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CD2F5EB-DBCF-9BCE-2C29-918180EEB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978" y="4098988"/>
            <a:ext cx="2781443" cy="7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25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37484" cy="782637"/>
          </a:xfrm>
        </p:spPr>
        <p:txBody>
          <a:bodyPr anchor="ctr"/>
          <a:lstStyle/>
          <a:p>
            <a:pPr algn="l" eaLnBrk="1" hangingPunct="1"/>
            <a:r>
              <a:rPr lang="es-ES" sz="3000" dirty="0">
                <a:solidFill>
                  <a:srgbClr val="0070C0"/>
                </a:solidFill>
              </a:rPr>
              <a:t>Cómo importar los proyectos proporcionados: 23-24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105C-7E20-2446-B669-A2A76C279AA5}"/>
              </a:ext>
            </a:extLst>
          </p:cNvPr>
          <p:cNvSpPr txBox="1"/>
          <p:nvPr/>
        </p:nvSpPr>
        <p:spPr>
          <a:xfrm>
            <a:off x="695400" y="1115293"/>
            <a:ext cx="9223915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Abrimos el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manifest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Vemos que no hay error, pero si lo ejecutamos nos aparece error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Nos indica que “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package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="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com.example.layouts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"” ya no está soportado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Eliminamos esa sección de la cabecera del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manifest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Al eliminarla nos aparece un error en el nombre de la </a:t>
            </a:r>
            <a:r>
              <a:rPr lang="es-ES" dirty="0" err="1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activity</a:t>
            </a: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Tenemos que poner la ruta entrera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95CA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4BF949-95E3-4420-BB5E-0C0F7BA1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2743165"/>
            <a:ext cx="8388781" cy="68583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6248D27-9118-0F5C-9050-067914F34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03" y="3690233"/>
            <a:ext cx="5359675" cy="77474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425361B-21BD-32CC-AF65-43ADEDB75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118" y="4991948"/>
            <a:ext cx="2781443" cy="71123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FAC837C-68FC-55B3-EFB8-9C1B261F7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633" y="5806547"/>
            <a:ext cx="5747045" cy="7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67224"/>
      </p:ext>
    </p:extLst>
  </p:cSld>
  <p:clrMapOvr>
    <a:masterClrMapping/>
  </p:clrMapOvr>
</p:sld>
</file>

<file path=ppt/theme/theme1.xml><?xml version="1.0" encoding="utf-8"?>
<a:theme xmlns:a="http://schemas.openxmlformats.org/drawingml/2006/main" name="M20_P_FP_CA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dirty="0" smtClean="0">
            <a:solidFill>
              <a:srgbClr val="83838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20_P_FP_CAT" id="{E1A703D2-DCA9-47FD-8365-EEA526BFC89C}" vid="{592018BE-9F3F-46EC-8656-92BFEC8FE2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M20_P_FP_CAT</Template>
  <TotalTime>16095</TotalTime>
  <Words>2176</Words>
  <Application>Microsoft Office PowerPoint</Application>
  <PresentationFormat>Panorámica</PresentationFormat>
  <Paragraphs>322</Paragraphs>
  <Slides>54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63" baseType="lpstr">
      <vt:lpstr>Arial</vt:lpstr>
      <vt:lpstr>Arial Black</vt:lpstr>
      <vt:lpstr>Calibri</vt:lpstr>
      <vt:lpstr>Calibri Light</vt:lpstr>
      <vt:lpstr>Courier New</vt:lpstr>
      <vt:lpstr>Söhne</vt:lpstr>
      <vt:lpstr>Symbol</vt:lpstr>
      <vt:lpstr>Wingdings</vt:lpstr>
      <vt:lpstr>M20_P_FP_CAT</vt:lpstr>
      <vt:lpstr>DAM - Applicaciones móviles</vt:lpstr>
      <vt:lpstr>Temario</vt:lpstr>
      <vt:lpstr>Instalación Andoid Studio</vt:lpstr>
      <vt:lpstr>Arquitectura</vt:lpstr>
      <vt:lpstr>Mi primer proyecto</vt:lpstr>
      <vt:lpstr>Elementos de Android Studio </vt:lpstr>
      <vt:lpstr>Elementos de Android Studio - Project </vt:lpstr>
      <vt:lpstr>Elementos de Android Studio - Project </vt:lpstr>
      <vt:lpstr>Elementos de Android Studio - Ejecución </vt:lpstr>
      <vt:lpstr>Elementos de Android Studio - Editor </vt:lpstr>
      <vt:lpstr>Elementos de Android Studio - Trazas </vt:lpstr>
      <vt:lpstr>Elementos de Android Studio - Project </vt:lpstr>
      <vt:lpstr>Emuladores</vt:lpstr>
      <vt:lpstr>Emuladores Android Studio</vt:lpstr>
      <vt:lpstr>Emuladores Android Studio</vt:lpstr>
      <vt:lpstr>Errores conocidos</vt:lpstr>
      <vt:lpstr>Modo debug</vt:lpstr>
      <vt:lpstr>AppCenter</vt:lpstr>
      <vt:lpstr>Componentes de una aplicación</vt:lpstr>
      <vt:lpstr>Componentes de una aplicación - Actividades</vt:lpstr>
      <vt:lpstr>Componentes de una aplicación – Fragmentos </vt:lpstr>
      <vt:lpstr>Componentes de una aplicación - Servicios</vt:lpstr>
      <vt:lpstr>Componentes de una aplicación Proveedores de contenido</vt:lpstr>
      <vt:lpstr>Componentes de una aplicación Receptores de emisiones </vt:lpstr>
      <vt:lpstr>Componentes de una aplicación - Intents</vt:lpstr>
      <vt:lpstr>Ejecución en modo debug</vt:lpstr>
      <vt:lpstr>Layout</vt:lpstr>
      <vt:lpstr>Layouts-Directorio del recurso</vt:lpstr>
      <vt:lpstr>Layouts-Nuevo Layout</vt:lpstr>
      <vt:lpstr>Layouts</vt:lpstr>
      <vt:lpstr>Layouts: Blueprint vs Design</vt:lpstr>
      <vt:lpstr>Layouts - Constraint</vt:lpstr>
      <vt:lpstr>Linear Layout</vt:lpstr>
      <vt:lpstr>Frame Layout</vt:lpstr>
      <vt:lpstr>Table Layout</vt:lpstr>
      <vt:lpstr>Combinar Layouts</vt:lpstr>
      <vt:lpstr>Responsive</vt:lpstr>
      <vt:lpstr>Elementos responsive</vt:lpstr>
      <vt:lpstr>Elementos responsive</vt:lpstr>
      <vt:lpstr>Elementos responsive</vt:lpstr>
      <vt:lpstr>Elementos responsive</vt:lpstr>
      <vt:lpstr>Elementos responsive</vt:lpstr>
      <vt:lpstr>Práctica con Layouts</vt:lpstr>
      <vt:lpstr>Práctica: Layout</vt:lpstr>
      <vt:lpstr>Debug</vt:lpstr>
      <vt:lpstr>Importar proyectos</vt:lpstr>
      <vt:lpstr>Cómo importar los proyectos proporcionados: 22-23</vt:lpstr>
      <vt:lpstr>Cómo importar los proyectos proporcionados: 22-23</vt:lpstr>
      <vt:lpstr>Cómo importar los proyectos proporcionados: 23-24</vt:lpstr>
      <vt:lpstr>Cómo importar los proyectos proporcionados: 23-24</vt:lpstr>
      <vt:lpstr>Cómo importar los proyectos proporcionados: 23-24</vt:lpstr>
      <vt:lpstr>Cómo importar los proyectos proporcionados: 23-24</vt:lpstr>
      <vt:lpstr>Cómo importar los proyectos proporcionados: 23-24</vt:lpstr>
      <vt:lpstr>Cómo importar los proyectos proporcionados: 23-24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ASIX - M09 - Implantació Web</dc:title>
  <dc:creator>Josep Maria Herrera Marimon</dc:creator>
  <cp:lastModifiedBy>Josep Maria Herrera Marimon</cp:lastModifiedBy>
  <cp:revision>2</cp:revision>
  <dcterms:created xsi:type="dcterms:W3CDTF">2022-07-28T16:44:08Z</dcterms:created>
  <dcterms:modified xsi:type="dcterms:W3CDTF">2025-09-25T13:33:08Z</dcterms:modified>
</cp:coreProperties>
</file>